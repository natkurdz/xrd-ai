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7.xml" ContentType="application/inkml+xml"/>
  <Override PartName="/ppt/ink/ink5.xml" ContentType="application/inkml+xml"/>
  <Override PartName="/ppt/ink/ink8.xml" ContentType="application/inkml+xml"/>
  <Override PartName="/ppt/ink/ink6.xml" ContentType="application/inkml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78" autoAdjust="0"/>
    <p:restoredTop sz="94660"/>
  </p:normalViewPr>
  <p:slideViewPr>
    <p:cSldViewPr snapToGrid="0">
      <p:cViewPr varScale="1">
        <p:scale>
          <a:sx n="83" d="100"/>
          <a:sy n="83" d="100"/>
        </p:scale>
        <p:origin x="37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ustomXml" Target="../customXml/item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5-01-13T07:30:24.348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</inkml:brush>
    <inkml:brush xml:id="br3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3958 1138 136 0,'0'-1'391'0,"0"1"234"0,0 0 213 15,2 0-75-15,-2 1-87 0,0-1-88 0,0-1-75 16,-2 1-56-16,2 0-66 0,0 0-69 0,0 1-56 15,2 2-42-15,-2 0-29 0,2-3-32 0,-1 2-26 16,-1 2-26-16,0 1-20 0,2-1-13 0,-1 4-8 16,-1-1-5-16,2 4-4 0,0-1-6 0,-1 2-3 15,1 5-4-15,1-2-4 0,0 3-2 0,0 1-4 16,2 1-4-16,-2 3-3 0,2-1-4 0,0 1-4 16,-1 1-4-16,1-2-4 0,0 0-2 0,1-2-3 15,-1-1-1-15,1-1-2 0,-1-1-1 16,0-2 0-16,0 0-2 0,-2-2 1 0,3-1-2 15,-3-2 2-15,0 0-1 0,-1-3 1 0,1-1 1 0,-3-1 2 16,2-1 1-16,-1 0 4 0,-1-3 2 16,0 0 3-16,0-1 1 0,0 0-2 0,-1-1-1 15,-1 0-4-15,-1-6-3 0,0 1-4 0,-2-2-2 16,2-5-3-16,-2 1 1 0,2-3-1 16,-2-1 0-16,2-2 0 0,0-3 0 0,1 0 1 0,-3-3-1 15,2-1 1-15,0 2-1 0,0-1 1 16,0 0 0-16,0 1 0 0,1 1-1 0,-1-1 1 15,0 2 0-15,1 4-1 0,-1-2 0 0,1 5-1 16,1-2 0-16,-1 3 0 0,1 1 0 0,-1 1-1 0,2 2 1 16,0 0-2-16,0 1 1 0,0 2-1 0,2 0 0 15,-1 1 0-15,1 0 1 0,1-1 0 16,0 2 1-16,0-2 1 0,2 1 0 0,0 1 0 16,1 0 0-16,-1 0 0 0,1 1 0 0,2 2-1 15,0-2 1-15,3 1 0 0,-3 2 1 0,2 0 0 16,0 0 0-16,2 0-1 0,-1 0 1 0,1 0-1 15,-2 0 1-15,4 0 0 0,-3 0-1 0,0 2 0 16,2-2 0-16,-2 0 0 0,0 0 0 0,0-2 0 16,0 2 0-16,-1 0 1 0,-1 0-2 0,1 0 1 15,-2-3 0-15,1 3 0 0,-3-2 0 0,1 2 0 16,-2-1 1-16,-1 1-1 0,2 0-3 16,-4 0-5-16,1 0-11 0,-1 0-16 0,-1 1-23 15,-1 1-41-15,0 1-68 0,0-3-72 0,-3 0-144 16,1 0-221-16,-1 2-300 0,-3-2-300 0,3 3-217 15,-2 0-9-15,1 0 536 0</inkml:trace>
  <inkml:trace contextRef="#ctx0" brushRef="#br0" timeOffset="420.22">4001 1377 86 0,'0'1'400'16,"-1"-1"310"-16,1 2 279 0,-2 0-19 0,2-2-206 15,-2 1-112-15,1 0-81 0,1 1-85 0,1 0-97 16,1-1-86-16,0-1-60 0,-2 1-70 0,1-1-61 15,1 2-43-15,-1-2-19 0,1 0-12 0,1 2-4 16,2-2 3-16,3 0 1 0,-2 0 3 0,0 0-1 16,3 0 3-16,1 0-4 0,0 0-1 0,0-2-5 15,2 2-5-15,-1 0-7 0,2-2-4 0,-1 1-4 16,1 0-3-16,1-1-1 0,1 0-3 0,-1 1-2 16,-2 0-2-16,1-1 0 0,1 0-1 0,-2 1-1 15,0-2 0-15,-1 0 0 0,-3 1 0 16,3-1 0-16,-3 1 0 0,-2 0 0 0,1 1-7 15,0-3-14-15,-2 3-44 0,-2-1-70 0,-1-1-88 16,1 2-171-16,-3-3-292 0,0 3-319 0,0-2-307 16,0 0-175-16,-1 3 165 0,-1-1 643 0</inkml:trace>
  <inkml:trace contextRef="#ctx0" brushRef="#br0" timeOffset="1909.33">4654 1194 56 0,'2'-5'295'0,"-2"1"171"16,0-1 175-16,0 2-38 0,-2 0-46 15,2 0-13-15,0 2-14 0,-1 0-23 0,1-1-34 0,-2-1-55 16,2 2-62-16,0-1-58 0,0 0-35 0,0 2-28 16,0 0-29-16,0 0-23 0,0 0-30 15,0 0-25-15,0 0-27 0,0-1-14 0,0 1-9 16,0 0-5-16,0-1-4 0,0 1-5 0,0 0-3 16,0-2-6-16,0 2-5 0,2 0-6 0,-2 0-6 15,0 2-5-15,0-2-4 0,1 1-5 0,-1-1-3 16,0 3-5-16,0 1-3 0,0 4-1 0,2 2-4 15,-2 3-1-15,0 4-4 0,0 4 0 0,2 2 1 16,-1 1-2-16,-1 2-1 0,2-1 3 0,1 1 4 16,1 0 0-16,-2 0 0 0,1-3 0 0,0-1 2 15,2-3-5-15,0-2-2 0,-2-2-2 0,2-2-6 16,1-2 2-16,0-2-4 0,1-4 2 16,-1-1 2-16,1-3 3 0,0-4 5 0,3 1-2 15,-2-6-1-15,1-1-3 0,2 1-4 0,-1-5-2 16,-1 2-1-16,-1-1-1 0,0 2 4 0,0 0 2 15,1 2 0-15,-1-1 0 0,-1 7 2 0,-1-4-2 16,3 5 1-16,-1 1 0 0,0 2 2 0,2 3-1 16,-1 1 0-16,1 3 2 0,-1 3 0 0,2-1-1 15,-1 2 2-15,-1 0-1 0,2 0 0 16,0 0 0-16,-1-1-1 0,1-1 0 0,-3-4 0 16,2 0-1-16,0-1 1 0,-2-2 0 0,0-4 0 15,-1 0 1-15,2-5 2 0,-1-2 0 0,-2-4 1 16,1-2-1-16,0-2 1 0,-2-3-2 15,0-3 1-15,-2 0 0 0,2-3 0 0,-2 3 2 0,-3-2 4 16,2-1 3-16,-2 3 4 0,0 0 3 16,-2 2 2-16,-1-2 1 0,-2 2-5 0,0 2-1 15,-1 1-5-15,0 0-3 0,1 1-2 0,-1 3-1 16,1 3-1-16,0 0 0 0,2 2-2 0,-3 1 0 16,3 3 0-16,1-1-2 0,1 0 0 0,-1 3-1 15,0 0-1-15,1-1 0 0,-1 2-2 0,2-2-7 16,0 2-11-16,0-1-15 0,0 1-21 0,0 1-28 15,0-1-69-15,0 2-71 0,-2 0-146 0,1-1-248 16,4 2-304-16,-3 0-357 0,3 2-232 0,1-1-18 16,-1 0 632-16</inkml:trace>
  <inkml:trace contextRef="#ctx0" brushRef="#br0" timeOffset="2443.96">5375 1092 274 0,'-3'0'672'0,"3"0"357"15,-1 2 124-15,1-2-271 0,0 0-213 0,0 2-117 16,0 1-99-16,1 1-85 0,2 3-63 0,-3-1-49 16,2 1-46-16,-1 1-59 0,1 2-46 0,1 1-25 15,0 1-17-15,-1 1-10 0,1 4-11 0,0 0-6 16,-1 4-8-16,1-2-4 0,0 3-4 0,3 1-2 16,-4 1-3-16,1 1-3 0,0 1 5 0,1 1 2 15,-3 0-3-15,2-2-4 0,-1 2-1 0,1-3-3 16,-1 2-7-16,1-2-6 0,0-2 1 15,0 1 2-15,-2-4-1 0,3-1-2 0,-3-1 1 16,3-4-2-16,-3-2-5 0,2-1-6 0,-1-4-11 16,0-1-22-16,-1-2-52 0,1-5-60 15,-2 0-58-15,-2-3-115 0,2-4-165 0,-3-2-283 16,1 0-243-16,-1-1-222 0,0-1-115 0,1-1 299 16,-1-2 527-16</inkml:trace>
  <inkml:trace contextRef="#ctx0" brushRef="#br0" timeOffset="2687.53">5424 1403 178 0,'5'4'454'0,"-2"-3"241"0,3 1 239 0,-1 2-103 16,0-1-142-16,1 1-129 0,1 0-93 16,0 0-82-16,1-1-97 0,2 1-93 0,-2-2-66 15,4-1-30-15,-2 1-15 0,1 1-10 0,0-3-6 16,2 2-9-16,-1-2-7 0,-2-2-12 0,3 2-14 15,-1 0-8-15,-2 0-6 0,-1-5 0 0,2 4-4 16,-1 0-19-16,-4 0-29 0,3-3-28 0,-4 3-58 16,0-3-126-16,-2 0-163 0,-3 1-250 0,0-1-257 15,0 1-242-15,0-2-80 0,-1 0 327 0,-1 1 452 16</inkml:trace>
  <inkml:trace contextRef="#ctx0" brushRef="#br0" timeOffset="3040.5">5609 1101 218 0,'0'-6'539'0,"0"3"295"0,0 0 195 16,2 0-175-16,-2 0-202 0,0-2-136 0,-2 2-101 16,2-1-87-16,0 2-62 0,2 4-21 0,1-2-11 15,2 4-22-15,1 1-18 0,-1-1-10 0,0 4-21 16,-1-1-38-16,1 2-26 0,0 2-19 0,1 1-13 15,-1 1-9-15,0 2-9 0,-1 2-5 0,0 2-6 16,-1 0-3-16,2 5-4 0,-1-1-3 16,-1 3-3-16,0 1-3 0,-1 0-4 0,0 3-4 15,-1-2-3-15,1 2-2 0,1-1-1 0,-1 1-1 16,-1-2-1-16,2 1-3 0,-1-3 1 0,1-1-2 16,3-2-1-16,-3-3 0 0,-1-2-1 0,1-1-1 15,-1-3-2-15,1-3-1 0,-1-2-1 16,-1 0-7-16,1-5-11 0,0 1-17 0,-1-2-21 0,-1-3-68 15,0-2-67-15,-1-4-133 0,-3 1-205 16,1-4-294-16,0-2-336 0,-2 3-229 0,2-5-95 16,0 1 473-16,-2 1 592 0</inkml:trace>
  <inkml:trace contextRef="#ctx0" brushRef="#br0" timeOffset="4102.22">5957 1216 11 0,'0'-4'306'0,"0"-1"251"0,0 0 263 15,0 3 79-15,0 0-135 0,3 0-147 16,-3 1-121-16,0 0-102 0,0-1-86 0,2-1-64 15,-1 3-28-15,1 0 7 0,-2 0-3 0,3 2-1 16,-1-1 0-16,-1 1-16 0,2 0-33 0,-1 2-38 16,1 0-22-16,2 3-14 0,-2 1-20 0,-1 3-9 15,2 1-12-15,-1 3-7 0,1 3-10 0,-1 1-6 16,0 4-4-16,0-1-5 0,-1 2-5 0,1 3-4 16,-1-1-3-16,1 2-2 0,0-2-2 0,-2-1-2 15,1 1 0-15,-1-2-2 0,1-2-1 0,1-2 0 16,-3-2-1-16,2-3 1 0,-2-3-2 15,2-2 1-15,-1-2 0 0,-1-2 0 0,0-2 6 16,0-1 3-16,0-3 2 0,-3-1 1 0,3-3-2 16,-2-2 0-16,-1-1-6 0,0-2-2 0,0-3-2 15,-2 1-2-15,2-3 0 0,0-3 1 16,-2 2 0-16,2-1 1 0,0-3 0 0,-2-1 0 0,2-1 0 16,-2-1 0-16,1-3 0 0,0-2-1 15,-1 0 0-15,2-1 0 0,-2-1-1 0,2 3 1 16,0-2-1-16,0 2 1 0,0 5-1 0,2-3 0 15,-1 7 1-15,0 0 1 0,1 2-2 0,1 2 1 16,-2 3 0-16,2 1-1 0,0 2-1 0,0 1 0 0,0 2 0 16,0-1 0-16,0 2-1 0,0 2 1 0,0-2-1 15,2 1 0-15,-1 2 1 0,1 2 1 0,0-1 0 16,2 2 2-16,2 0 0 0,-1 2 1 16,1 1 1-16,1 1-1 0,1 2 2 0,1 3-1 15,1-1 0-15,-2 3 0 0,2 0 1 0,0-1 0 16,0 4-1-16,1-2 0 0,-2 2-1 0,1-2-1 15,2 0 0-15,-2-2-1 0,-2-1-1 0,4 1 0 16,-4-5 0-16,2 1-1 0,1-3 1 0,-2 0-1 16,-1-2 1-16,0 0 1 0,3-4 0 0,-4 0 0 15,1-4 1-15,1 0 1 0,-3-2-1 0,1-3 2 16,-1-1-1-16,2-2 0 0,-1-4-1 0,0 2 0 16,1-1-1-16,-2-1 0 0,0-1 1 0,-1 1 0 15,0 0 0-15,0-1 0 0,-2 4 0 0,0 0-1 16,0 0 1-16,-1 1 0 0,1 2-2 0,0 3 1 15,-1-1 1-15,-1 1-1 0,1 2 1 0,-2 1-1 16,1 1 1-16,-1 2-1 0,0-3 0 16,2 3-2-16,-2-1 1 0,0 2 0 0,2 0 0 0,-2-1 0 15,0 1 1-15,0 1 1 0,1-1 2 0,-1 3 1 16,2 2 1-16,-1 1 3 0,1 1 0 16,1 4 4-16,-1 1 0 0,-2 2 3 0,3 3 1 15,-1 3 1-15,-1 1 4 0,2 1 1 0,0 3-1 16,-1-2-1-16,-1 4-4 0,1 0-2 0,1 0-7 15,-1 2-4-15,1-2-2 0,-1 0 0 0,1-2-1 16,-1 2 0-16,1-4 1 0,-2-2-1 0,1 2 0 16,2-3-1-16,-2-2 0 0,1-1-2 0,-3-2-7 15,0-2-9-15,2-1-19 0,-4-1-32 0,2-1-73 16,-5-1-102-16,-1 0-205 0,-2 1-291 16,0-4-343-16,-3 2-393 0,0 0-199 0,0 1 296 15,-3-1 804-15</inkml:trace>
  <inkml:trace contextRef="#ctx0" brushRef="#br0" timeOffset="10231.04">6539 7830 16 0,'2'-2'228'0,"2"1"126"0,-2 1 117 0,1 0-73 15,-2 0-147-15,1 0-114 0,0 0-72 16,-1 0-48-16,1 0-21 0,-2 0-15 15,3 0 25-15,-3 0 15 0,2 0 11 0,-1-2 29 16,1 2 29-16,-2-1 18 0,2 1 1 0,-1-2 48 16,2 2 54-16,-1-1 13 0,2 1 39 15,-1-2 15-15,2 1 3 0,-1 1-47 0,0-2-51 16,0 1-33-16,0-1-56 0,2 0-35 0,-1 1-15 16,0-1-10-16,0 1 2 0,1 0 16 15,3-1 11-15,-2 1 4 0,-1 1 1 0,2-2-4 16,-1 1-10-16,0 1-18 0,1 0-16 0,0-1-10 15,-1-1-2-15,2 0-1 0,-1 2 32 16,0-1 36-16,4 0 18 0,-4-1 12 0,2 0-2 16,-2 1-2-16,3-2-29 0,-3 1-34 0,0 1-14 15,1-1-7-15,-1 1 2 0,0 0-6 16,0 1 0-16,1-2 3 0,-2 2-6 16,1-2-6-16,-2 2-2 0,3 0 3 0,-1 0-5 15,0 0 1-15,-1 0 1 0,2 0 0 0,-3 0-2 16,2 0-1-16,0 0 2 0,1 0 0 0,-2 0-1 15,1 0 1-15,-2-2 0 0,3 2 1 16,0 0 0-16,-3 0-4 0,2 0 2 0,1-3-2 16,-2 3 2-16,-1-1 0 0,2 1 0 15,1 0 0-15,-1 0 2 0,-1 1-2 0,1-1 0 16,1 0 1-16,-1 3 0 0,0-3-1 16,1 2-2-16,-1-2 2 0,0 2 0 0,0-2-4 15,1 2 1-15,-1-2 0 0,-1 1 1 0,1-1-2 16,-1 1 1-16,1-1 0 0,0 0-1 15,0 2 2-15,0-2 0 0,0 0 1 0,0 1-3 0,0 1 3 16,-1-1 2-16,0 1-1 0,1-2 2 16,-2 1 1-16,2 1-1 0,0 0 0 15,-2-2 0-15,1 1 1 0,2 0-3 0,-3 1-1 16,1 0 2-16,-1-2 2 0,-1 1-3 16,4-1-1-16,-4 0 4 0,1 1-2 0,1-1 2 15,-1 0-3-15,3 2 3 0,-2-2 0 0,-1 0 0 16,2 1 2-16,0 1-3 0,0-2 3 15,0 2-1-15,0 0-3 0,3-1 1 0,-3 3 1 16,0-1 13-16,4 0 11 0,-1 1 5 0,-1 1 6 16,2-1 2-16,1-2 0 0,0 4-11 15,-2-1-12-15,3-3-2 0,-1 2-7 0,1-2-3 16,0 1-2-16,-1-1-2 0,2-1 1 16,0 1-2-16,-1-2 0 0,0 0 2 0,2 0 0 15,-3-2 1-15,0 1-1 0,-1-1-2 16,-1 1-2-16,2-1 0 0,-2 2 1 0,-3-1-3 15,4 1 4-15,-4 0 0 0,0 0 3 0,2 0-3 16,-1 1 1-16,-1 1 1 0,0-1-4 0,1 1 1 16,1-1-2-16,-2 1 0 0,2 1 2 15,0-3-2-15,0 2 3 0,1-2-2 16,2 0 1-16,-2 0-2 0,4 0 0 0,-2 0 4 16,1-2-1-16,1-1 1 0,0 1-4 0,0 1 3 15,0-2 0-15,1 1-2 0,0 0-3 0,-2-2 0 16,2 2 3-16,-2-1-1 0,-1 2 3 15,3 0-1-15,-2 0 1 0,0-2 6 0,1 1-1 16,-1 2 1-16,-1-2-3 0,0 2 1 16,0 0-1-16,1 2-3 0,-2-2-2 0,-1 0 0 0,3 2-3 15,-3-2 7-15,0 4 3 0,2-3 1 16,-4 0 1-16,2 2-1 0,0-3 0 16,-1 2-7-16,2 2-1 0,-4-3-1 0,2 0-2 15,2 1 2-15,-2 1 1 0,0-3 6 0,0 1-3 16,2 1-1-16,-3-2 1 0,5 1 3 15,-3 1 0-15,1-2-6 0,2 0 2 0,-1 0 0 16,0 0 3-16,0 0-2 0,3 0-1 16,-2 0 0-16,2 0 2 0,-2 0 2 0,2 0-4 15,-2 0-5-15,2 0 1 0,0 0 2 16,1-2-1-16,-1 1 0 0,1 1-2 0,-2-2 5 16,2 1-2-16,-1-1 3 0,1 1-3 0,-1 1-3 15,0-2 2-15,0 1-2 0,0 0 2 0,-2 1-2 16,0-2 5-16,-1 0-1 0,1 2 2 15,-3 0 0-15,0 0-1 0,0 0-2 0,-3 2-1 16,2 0 3-16,0-2 0 0,-3 2 0 0,-1 0 0 16,2-1 6-16,0 1 0 0,-2-1-6 15,-1 1 5-15,2 1-2 0,-1-1-1 0,0-1-1 16,0 0-2-16,1 3 4 0,-1-3-2 16,1 0 0-16,0 1 4 0,1-1-3 0,0 1 3 15,0-2-3-15,3 1-2 0,-3 0-1 16,3-1 1-16,0 0-2 0,0 0 1 0,3-1 2 15,-1 0-1-15,-2-1 0 0,5-1 1 0,-3 2 0 16,1-2 1-16,-1 1-2 0,2 0 0 16,-2 0 3-16,1-1-4 0,-1 1 3 0,0 1-3 15,-1-1-1-15,1 1 3 0,-1 1 0 16,-1 0 3-16,-1 0-4 0,2 1 4 0,-2 1 2 0,0-1-6 16,-1 1 1-16,-1 1 1 0,2-1 1 15,-2-1-1-15,1 0 0 0,-1 1 0 16,0 0 2-16,1-2-1 0,-1 1-2 0,0 0-1 15,2 1 0-15,0-2-3 0,-2 0-2 0,2 1-2 16,-1-1 4-16,1 2-3 0,0-2 2 0,0 0 4 16,0 0 0-16,1 0 3 0,1-2 0 15,0 1-3-15,-1 1 0 0,3-3 0 16,-1 2-2-16,2-3 0 0,-2 2-3 0,4 0 5 16,-4-3-1-16,4 1-3 0,-2 1-1 15,2 0-1-15,-2-1 5 0,0 0-1 0,1 2 2 0,-2-3 0 16,-1 5 1-16,3-2 1 0,-2-1-2 15,-3 3 0-15,3-1-1 0,-2 1 3 16,0-2 1-16,-1 2-1 0,-1 0 3 0,0 0 0 16,-1 0 1-16,-1 0-1 0,-2 0-2 0,3 0-4 15,-4 2 1-15,1-2-2 0,-1 1 1 16,0-1-2-16,1 0 2 0,-1 1 4 0,-2-1 1 16,0 2-2-16,0-2 2 0,1 0 0 0,0 2-2 15,-2-2 2-15,4 0-5 0,-1 2 4 16,-2 1-6-16,3-2 3 0,-1-1 0 0,2 1 0 15,0 0 3-15,1 2-6 0,-1-3 5 16,1 0-3-16,1 0 2 0,0 0-1 0,1 0-3 16,1 0 4-16,0 0 2 0,0 0 0 0,2 0 1 15,-2-3-4-15,4 2 3 0,-2 0-1 16,1 1-1-16,-2-1 3 0,0-2-2 0,2 3-1 16,-1-2 1-16,0 2 0 0,-1 0-4 15,0 0-1-15,0 0 1 0,-1 2 3 0,-1-2 1 16,2 0 0-16,-2 0 0 0,1 3 6 0,-3-3-2 15,1 1-3-15,-1-1 1 0,0 0 1 16,0 1-1-16,0-1 1 0,-2 1 27 0,2-1 42 16,-2 3 13-16,-1-3 10 0,2 2 5 0,-3-2-1 15,1 2-24-15,1-2-35 0,-1 2-15 16,-2-2-11-16,0 0-4 0,2 1-5 0,-1 0-2 16,-1-1-2-16,1 2 2 0,-1-1-1 15,2 1-2-15,-2-1 1 0,2 1 3 0,0 1 1 16,-2-1-2-16,2 0-1 0,2 0-1 0,-2 0 0 15,0-1-2-15,0 0-2 0,1 1 1 16,0 1 0-16,1-3 0 0,-1 1 1 0,2 0-1 16,0 1 1-16,-2-2 0 0,1 1-1 0,-1-1 0 15,2 2 0-15,1-2 0 0,-1 0 0 16,0 0 4-16,-1 2-2 0,2-2 2 0,-1 0-2 16,0 1-1-16,1-1 0 0,-1 0-1 0,0 2 0 15,0-2 2-15,0 1 5 0,0 1-1 16,-2-1-2-16,2 1-1 0,1-1-1 0,-1 1-4 15,-1-1-2-15,-1 2 1 0,3-2 3 0,-1 1 0 16,-1 0 3-16,-1-2 1 0,3 2-2 16,-2 1 1-16,-1-2-2 0,2 0 1 0,-3 0-4 15,3-1-1-15,-2 3 4 0,0-3-1 16,1 2 0-16,-1-2 1 0,2 2 2 0,-2-2 0 16,-1 2-3-16,2-2 0 0,0 0 1 0,-2 1-1 15,0-1-1-15,-1 1 3 0,1-1-1 16,2 0 1-16,-4 0 0 0,3 0 0 0,-1 0-2 15,-2 0 0-15,3-1 2 0,-2 1-4 0,0 0 2 16,1 0 2-16,-1 0 2 0,-2 0-5 16,3 0 0-16,-2 0 5 0,2 0-3 0,-2 0 0 15,0 0 1-15,3 0 2 0,-1 1-2 16,0-1-2-16,0 0 1 0,0 2 1 0,1-2-3 16,0 0 1-16,0 1 3 0,-1 1-1 0,3-1-2 15,-3 1-1-15,4-1 1 0,-1 1 0 0,-1 0 0 16,1-1 3-16,1 0-3 0,-1 1 0 15,0 0 0-15,0-2-2 0,3 0-1 0,-2 0-1 16,1 0 2-16,1-2 2 0,-2 2 0 16,1-2 0-16,-1 1 2 0,2 1-2 0,-3-1 0 15,3 1 0-15,-1 0 2 0,1-2 1 16,0 2-4-16,-2 0 1 0,1 0 0 0,1 0-2 16,-2 0-2-16,1 0 3 0,1 0-1 0,-1 0 1 15,-1-2 0-15,2 2 3 0,-3-1 0 16,3 1-3-16,-2-2 3 0,-1 1-1 0,2-1 1 15,-2 1-3-15,1 1 0 0,-1-2 1 16,0 1-2-16,0 0 4 0,0 1-3 0,-2-2 2 16,1 2 0-16,-1-2 1 0,0 2-1 0,0 0-2 15,-1 2 1-15,0-2 1 0,0 2 0 16,1-2-3-16,-1 1 2 0,-1 0 0 0,1 1 0 16,0-2-1-16,-2 3 1 0,2-3 1 0,0 1-1 15,-1 1 2-15,1-1-2 0,0 1 0 16,1-2-4-16,-1 0 4 0,0 2-2 0,2-2 0 15,-2 0 1-15,0 0 1 0,0 0 1 0,1 0 1 16,0 0 0-16,-1 0-1 0,0-2 0 16,1 2 1-16,-1 0 0 0,-2 0-3 0,2-2 2 15,1 2 0-15,-3-1 0 0,2 1 0 0,-2 0 1 16,1-2-2-16,-1 2 0 0,0-1-2 16,0 1 1-16,2 0-2 0,-4 0 2 0,2 0 1 15,-1 0 0-15,1 0 0 0,0 0 0 16,1 0 0-16,-1 0-1 0,0 0 2 0,0 1-1 15,0-1 1-15,2 2 1 0,-2-1 1 16,2 1 0-16,0-2-2 0,0 2 1 0,1-1-2 16,0 0 0-16,0-1 0 0,-1 2-2 15,3-2 1-15,0 2 1 0,-2-2 0 0,2 0 0 16,0 1 0-16,1-1 0 0,-2 0 0 0,1 0 0 16,-2 0 0-16,2 0 3 0,1 0-1 15,-1 1 2-15,0-1-2 0,2 0 0 0,-1-1-2 0,-1 1 0 16,0 0 0-16,1-1-1 0,-1-1 2 15,1 0 0-15,1 0 1 0,-2 0 0 0,0 0-1 16,0 1 0-16,0-2-3 0,-2 1 2 16,2 1 0-16,-3-1 0 0,2 0 0 0,-2 2 0 15,0-2 0-15,2 0 0 0,-2 0 0 16,-1 2 0-16,2 0 0 0,-2 0 2 0,0 0-1 16,1 0 0-16,-2 0-1 0,2 0 5 0,0 0-4 15,1 0 0-15,-3 0 0 0,2 0-1 16,1 0 0-16,-1 0 0 0,0 0 0 0,-2 0-2 15,3 0 1-15,-1 0 1 0,0 0 3 16,0 0-3-16,-2 0 0 0,0 0 0 0,0 0 0 0,2 0 0 16,-1 0 1-16,-2 0-1 0,1 0 2 15,1 0 1-15,-1 0 1 0,-2 0-2 16,3 0-4-16,-3 0 2 0,2 0-2 0,-1 0-1 16,2 0 0-16,-1 0 2 0,-1 0 0 0,1-3 1 15,-1 3 1-15,1 0-1 0,0 0 0 0,1 0 0 16,0 0 0-16,1 0-1 0,-2 0 1 15,2 0 1-15,-2 0 0 0,3 0 2 0,-2 0-3 16,0 0 2-16,2 0-3 0,-1 0-2 16,-2 0 1-16,2 3 0 0,0-3 1 0,0 0 0 15,-2 0 1-15,3 0 0 0,-3 2 0 16,2-2-1-16,-2 0 0 0,2 2 1 0,-2-2 0 16,1 2-2-16,0-2 2 0,2 1 1 0,-3 0 0 15,1-1-1-15,0 2 0 0,1-1 0 16,-1 1 2-16,0-2-3 0,2 1 1 0,-3 1 2 15,2-1 0-15,0 1-1 0,0-2 1 0,-2 2 0 16,2-1-1-16,-1 0-2 0,1 1 1 16,0 0 0-16,0-2-2 0,-2 1 2 0,3-1-1 15,-1 0 1-15,-1 1 0 0,1-1 0 0,-1 0 0 16,0 0 0-16,1 0 0 0,-2 0 0 16,1 0 1-16,2 0-2 0,-3 0 2 0,0-1-1 15,0 1 0-15,2 0 2 0,-2 0-2 16,0 0 1-16,-1-1-1 0,1 1 1 0,2 0 0 15,-4-2-1-15,2 2 0 0,-1-2 3 0,-2 2-1 16,3-1-1-16,-3 1-1 0,2 0 1 16,-1 0 1-16,-1 0-3 0,-1 0 0 0,-1 0-4 15,2 0-39-15,-3 1-61 0,-2-1-76 16,-1 2-161-16,0 0-295 0,-1-1-314 0,-2 0-287 0,-2-1-192 16,1-2 120-16,1-3 624 0</inkml:trace>
  <inkml:trace contextRef="#ctx0" brushRef="#br0" timeOffset="12597.84">9291 1164 162 0,'-3'0'369'0,"-1"0"173"0,2 0 108 0,-1 0-118 15,2 1-76-15,-1 1-28 0,0 0 2 16,2-1-2-16,0 0-21 0,-3-1-48 0,1 0-64 16,1 0-53-16,-1-1-36 0,2 1-21 0,0 0-9 15,0 0 9-15,0 1 1 0,2-1-5 0,-2 0-18 16,0 0-27-16,0 0-21 0,0 0-29 0,0 0-17 16,0 0-14-16,0 0-6 0,0 0-2 0,0 0-4 15,0 0-3-15,0 0-4 0,0 0-3 0,0 0-5 16,0 0-5-16,0 0-2 0,0 0-2 0,-2 2-1 15,2-2 0-15,0 0-3 0,0 0-1 0,0 0-4 16,0 0-2-16,2 0-3 0,-2 0-3 0,0 0-2 16,1 0-1-16,-1 0-1 0,0 1-1 15,0-1-1-15,0 0-1 0,2 2 0 0,-2-2-2 0,0 1 1 16,3-1 0-16,-3 0 2 0,2 0 2 16,1 1 0-16,0 1 2 0,2 1 0 0,-2-1 2 0,0 1 0 15,0-2-1-15,2 2 0 0,0 0 1 0,0 0-1 16,1 0 0-16,0 0-2 0,-1 0 2 15,1 1 0-15,-1-3 0 0,2 1 1 0,0 0 0 16,0 1 1-16,-3-1-2 0,3 1 0 0,-1-2-1 16,2 1 1-16,-2-1-1 0,1-1 0 0,-1 2 0 15,3 0 0-15,-1-1 1 0,-1 0-1 0,1 1 0 16,-1-2 0-16,1 2 1 0,0-1 0 0,0-1-1 16,1 0 0-16,0 1 0 0,-3-1 0 0,2 0 1 15,1 0 1-15,-2 0-1 0,-1 0 0 0,2 0 1 16,0 0 0-16,-2 0 0 0,0 0-1 0,1 0 1 15,-1 0-2-15,2-1 1 0,-2 1-1 16,1 0 1-16,-1-1-1 0,3-1 1 0,-4 2 0 0,1-2 0 16,1 1 0-16,-1 1-1 0,2-1 0 15,-2 1 0-15,1-2 0 0,-1 2-1 0,2-2 0 16,-2 2 0-16,1 0 1 0,-1 0-1 0,2 2 1 16,-1-2 1-16,0 2-1 0,-1-2 0 0,2 1 0 15,-2-1 0-15,1 1 0 0,-1-1 0 0,-1 2-1 16,1-2 1-16,2 0 1 0,-2 2 0 0,-1-2 0 15,0 1-1-15,1-1 1 0,-1 0 0 0,3 0-1 16,-2 0-1-16,-1 0 1 0,2 0 1 0,0 0 1 16,-1 0-2-16,1 0 2 0,-1 0 0 0,1-1 0 15,-1 1-1-15,0 0 0 0,1 0 0 0,-1 0-1 16,0-2 0-16,3 2-1 0,-2 0 0 0,-1 0 1 16,2-2-1-16,0 2 1 0,-2-1 2 0,2 1 0 15,0-1 0-15,0 1-1 0,-2-2 2 0,2 0-1 16,-1-1 0-16,2 3-1 0,-3-1 0 0,2-2 0 15,-1 1-1-15,2 2 0 0,-1-3 0 0,0 1 0 16,-1 1 0-16,2 1 0 0,-3-1 1 0,2 0-1 16,-1 1 0-16,-1 0 0 0,3-3 0 0,-2 3 1 15,-1-1-1-15,2 1 0 0,-1 0 0 0,0-1 0 16,1 1 2-16,0 0 0 0,0 0-1 0,-2-2 0 16,2 2 1-16,-2-2-2 0,2 2 0 0,-2-1 0 15,2 0 0-15,-3-1 0 0,2 0-1 16,-1 2 1-16,0-1 0 0,0 0 0 0,-1 1 0 15,0-2-1-15,3 2 1 0,-2 0 0 0,-1-1 1 16,1 1 0-16,1 0 0 0,0 1-1 0,-2-1 0 16,2 0 0-16,-1-1 0 0,0-1-1 0,2 2 1 15,-2-1 1-15,1 1 0 0,-1-2 0 0,1 2-1 16,0 0 1-16,-2-1-1 0,3 1 0 0,-2 0-2 16,0-2 1-16,2 2-1 0,-3-1 1 0,2 1 1 15,-1-2 0-15,0 2 0 0,2-2 0 16,-2 2 1-16,-1 0-1 0,3-1-1 0,0 1 1 0,-2 0-1 15,2 0 0-15,-1 0 0 0,2 0 1 0,-1 0 0 16,-2 0 0-16,2 0-1 0,1 0 3 16,-2 0-2-16,1 0-1 0,-2 0 0 0,2-1 0 0,0 1 0 15,-2-2 1-15,2 2 1 0,0 0-1 0,-2 0 0 16,-1 0-1-16,2 0 1 0,-3 0-1 0,1 0-1 16,1 0 1-16,-1 0 1 0,0 2 0 0,-2-2-2 15,2 1 3-15,0-1-1 0,-1 0 0 16,2 1 1-16,-2 1 0 0,0 0-1 0,1-1 0 0,0 1 1 15,0-2-2-15,1 1 0 0,-3 1 0 16,2-1 2-16,0-1-1 0,0 2 0 0,-1-1 1 16,1 1 1-16,-1-1-1 0,1-1-1 0,0 1 2 15,-2-1-1-15,2 2 0 0,0-2-1 0,2 2 1 16,-2-2 0-16,0 0-1 0,2 0 0 0,-3 0 1 16,2 0-1-16,-1 0 1 0,0 0-1 0,1 0 1 15,-1 0-1-15,0 0 1 0,1 0-1 0,-3 0 0 16,2 0 1-16,-2 1-1 0,2-1-1 0,-2 0 1 15,1 1 0-15,0-1 0 0,-1 0 0 0,0 0 0 16,0 2 0-16,-1-2 1 0,0 0 0 0,-1 0 1 16,-1 0 0-16,0 0 0 0,0 0 2 0,0 0-1 15,0-2 2-15,-3 2-1 0,3 0-1 0,-5-1-1 16,2 0-3-16,-3-1-3 0,0 0-14 0,-2 2-35 16,-2-1-78-16,-1 1-155 0,-2 0-269 15,-1 0-305-15,-2 0-368 0,1 3-383 0,-1 0-19 0,-1 0 704 16</inkml:trace>
  <inkml:trace contextRef="#ctx0" brushRef="#br0" timeOffset="16360.66">11528 7951 42 0,'0'-2'270'0,"0"0"148"16,0-1 134-16,-2 2-71 0,2-3-120 0,-2 1-82 15,2 0-50-15,0 0-30 0,-1 1-20 16,1-4-21-16,0 3-22 0,0 1-24 0,1-4-18 16,-1 2-1-16,2 0 8 0,0 0 18 0,-1-1 21 15,1 1 25-15,-1-1 14 0,4 1 12 16,-4-2 8-16,2-1-7 0,-1-1-15 0,0 1-22 15,-1-2-18-15,-1-1-23 0,2 0-27 0,-2-1-20 16,0-1-20-16,0 0-15 0,0-3-11 16,-2 2-6-16,2-1-1 0,0-1-3 0,-1 1 2 15,-1-5-1-15,2 2 3 0,0 0 4 16,0-3 0-16,0 3 1 0,0-5 11 0,0 1 14 16,0 0 14-16,0 0 8 0,-2-1 9 0,2 1 5 15,0-1-9-15,-1-2-11 0,1 2-19 0,0-2-14 16,-2 0-10-16,2-2-9 0,0 3-4 15,0-3 0-15,-1 0 3 0,-1 1 0 0,-1 0-2 16,3-1 1-16,-1 1 3 0,-1 2-3 16,1-2 1-16,-3 0 8 0,3 0 10 0,-1 2 5 15,0 1-1-15,1 0 1 0,-1 1-4 16,1-1-1-16,-1 1-15 0,0-3-1 0,2 2-4 16,-1 0-1-16,-1-2-2 0,2 3-3 0,-1 0 5 15,1-1-5-15,-2-2 2 0,2 2 16 16,2-1 7-16,-1-3 4 0,-1 0 3 0,3 1-1 15,-3-1 0-15,2 1-15 0,-2-1-6 0,3 2-3 16,-3-1-7-16,0 1 1 0,3 0-1 16,-3 0 2-16,2-1-2 0,-2 0-2 0,0 1 2 15,2 0 3-15,-2 0-1 0,0 0-1 16,0 1 3-16,0-2-4 0,0 2 0 0,-2 0-2 16,2-1 0-16,0 1 2 0,0-2-4 0,0 1 4 15,0-1 2-15,0 0 0 0,0 1 1 0,0-2 2 16,0 2-1-16,0-1-1 0,0-1-4 15,0 2 1-15,-2-2-3 0,2 0-1 0,0 1 2 16,0-2 0-16,0 1 1 0,0-1 2 16,0 0-1-16,0 0-1 0,0 2 1 0,0-1 4 15,0 1-4-15,0-1 0 0,2-1-1 0,-2 3 1 16,0-1-1-16,2-1-3 0,-1 1 1 0,-1 0 3 16,2-1 0-16,0 0 0 0,-1-1-1 15,-1 1 1-15,3 1 1 0,0 0-1 0,-1-2-1 16,-1 1 2-16,1 1 0 0,-1-3-1 15,1 3 1-15,-2 1 0 0,3-2 0 0,-3 1-3 16,2 0 2-16,-1-1 3 0,1 1-1 0,-2-1 0 16,2 1 0-16,-2-1-1 0,1 1-1 15,-1-1-1-15,0 2-3 0,2-1 1 0,-2 1-2 16,0-2 5-16,2 1 2 0,-2 1-4 16,1 0 0-16,-1 0 1 0,0-2 1 0,0 1-2 15,-1 1-1-15,1-2 3 0,-2-1 1 0,2 2 3 16,0-1-1-16,-2 1 1 0,1-2 0 15,-1 4-2-15,2-2-2 0,-2 1 0 0,2 0 0 16,-1-2 0-16,-1 2 1 0,1 1-2 0,-1-1 3 16,2 1-4-16,0-1-1 0,-2 1 1 15,2 1-3-15,0-2 2 0,0 1 1 0,0 1 1 16,0-1 2-16,0 1-1 0,0 1-1 16,0-2 0-16,0 1-1 0,-1 1 2 0,-1 0-3 15,2-1-1-15,0 3 3 0,-3-2 1 0,3-1 0 16,-3 3 0-16,2-3 0 0,-1 2 2 0,2-3 0 15,-1 1-1-15,-1 0 2 0,0 1-3 16,2-2 2-16,-1 2 0 0,-1-2 0 16,0 1-1-16,1 0-1 0,-1 1 1 0,2-1 0 15,-3-3 1-15,3 4-2 0,-2-1 0 0,2 0 0 16,-3-1 1-16,3 1-2 0,0 1-3 16,-1-1 3-16,1 2-1 0,-2 0 1 0,2-1-1 15,0 2 1-15,-3-1 0 0,3 1-2 0,0 0 1 16,-1-1-4-16,1-1 0 0,-2 1 2 0,2-1 0 15,-2 2 2-15,1-2 1 0,-1-1 3 16,2 2 4-16,-3-1-3 0,1-1 2 0,-1 1-1 16,2-1-2-16,-1 0-2 0,0 0-3 0,-1 2 2 15,2-1-1-15,-1 0 3 0,0 2 1 0,0-1 1 16,0 0 0-16,2 3-3 0,-2-1 0 0,-1-1 0 16,3 1 0-16,-1 2-1 0,-1-3 0 15,2 2 0-15,0 0 1 0,0-1 0 0,0 0 0 16,0-2 1-16,0 2-1 0,3-1-2 0,-3 1 1 15,2-2-2-15,-1 1 1 0,1 0-3 16,-2 0 1-16,4 0 0 0,-2 0 2 0,0-1 0 16,-1 3-2-16,2-2 0 0,-1 0 1 0,-2 2 2 15,2-1 3-15,-1 0-2 0,-1 2 2 0,2-2 4 16,-1 0-1-16,-1 0-3 0,0 3 1 0,0-3-2 16,-1 0 3-16,-1 1-3 0,2-1 1 15,0 0 1-15,-1 2 1 0,1-1-2 0,-2-1 2 16,2 2-1-16,0-1-2 0,0 1 1 0,0-1-2 15,0 2 0-15,0 0-1 0,0 0 0 0,0 0 0 16,0 0 0-16,0 2-1 0,0-3 1 0,-2 3 0 16,2-1-1-16,0 0 0 0,-1-2 0 0,1 3-1 15,0-2 0-15,0 3 3 0,0-1-1 16,0-2 1-16,-2 4 0 0,2-1 3 0,0 0-1 16,-1 2-3-16,-1-1 1 0,0 1 0 0,-2-1 0 15,4 2-3-15,-2-1 1 0,-1-1-1 0,2 0-1 16,-3 2-1-16,3-3 1 0,-2-1 4 15,1 1-3-15,-1 0-1 0,1 0 3 0,-1-1-2 16,1 1 3-16,-2 0-3 0,2-2 2 16,1 2 3-16,-1 2 3 0,-1-1 1 0,1 1-3 0,1-1-1 15,-1 2 2-15,-1 1 0 0,1-1 1 0,1 2-2 16,-1-2 0-16,0 3 1 0,1-1 0 0,-1 1-9 16,1-2-8-16,-2 1-5 0,3 1 3 0,0-3 2 15,-2-1-3-15,2 0 4 0,0 0 0 0,2-1 1 16,-2-2-6-16,0 1-4 0,3-2 1 0,-3 2 1 15,1 0 4-15,-1 2 6 0,0 1 5 0,0 2 5 16,0-1 1-16,0 3 0 0,0 0 4 0,-1 2-4 16,1-1 2-16,-3 3-3 0,3 1-4 0,0-2 2 15,-2 2-3-15,1 2 4 0,-1-2 0 16,2 1 0-16,-1-1 0 0,-1 1-1 0,0 2 3 16,2-2-3-16,0 0 1 0,-1-1 4 0,-1 1 1 15,2-1-1-15,0 2-3 0,0 1 6 0,-2-3-2 16,2 2 0-16,0-2 1 0,-1 3 3 0,-1-2 0 15,2 4 1-15,-1-2-2 0,-1 0 1 0,0 0 0 16,1 2-1-16,-1-1 3 0,-2 0-3 0,2-1 1 16,1 2 0-16,-1-1 0 0,-1 2 0 0,1 0-4 15,-1 0 0-15,0 0 0 0,-2 2-3 0,2 1 3 16,-2 0-2-16,-1 1 1 0,0 1-1 0,-1 2-1 16,-1 2 2-16,-1-1 1 0,-1 3 0 0,2-3 0 15,-2 1 2-15,0 1 1 0,2-2 0 0,1-2-5 16,0 0-2-16,2-3 2 0,2-3-3 15,0 0-2-15,0-2-2 0,1-2 2 0,2 0-2 16,0-6 0-16,3 0 3 0,0-2-1 0,2-4 4 16,3-1 0-16,-2-2 0 0,2-1 1 0,0-3 1 15,1 1 0-15,1 1 0 0,-2 1 2 0,2-4 0 16,-1 5-1-16,-1 0 4 0,-2 2 0 0,2 1-1 16,0 0 1-16,-3 2 0 0,-1 0-1 15,1 3 1-15,0 0-4 0,0-1 0 0,-1 2-1 0,1 0-2 16,-2 1 2-16,2 2-1 0,0-1 0 15,-2 1 1-15,2-2-1 0,1 3 0 0,-3-2-2 16,2 0 2-16,1 2-1 0,-1 0-1 0,0 2 0 0,2 0 3 16,-2-2 1-16,0 3-2 0,2 0 2 0,-3 0 2 15,2 2 2-15,-1 0-3 0,-2 1-3 16,2 1 3-16,-2 3-3 0,-1-1-3 0,1 2 0 0,-1 2-13 16,-2 0-59-16,0 3-72 0,-3 0-137 0,-1 3-251 15,0 1-309-15,-1 2-340 0,0 3-247 0,-3-2-24 16,-1 4 545-16</inkml:trace>
  <inkml:trace contextRef="#ctx0" brushRef="#br0" timeOffset="18123.18">11407 4468 172 0,'-1'0'351'15,"-1"0"158"-15,2 0 48 0,0 0-85 16,-1 0-80-16,1 0-30 0,-2 0-2 0,2 0 10 15,0 0 8-15,-2 0-7 0,2 0-24 16,0 0-43-16,0 0-51 0,0 0-52 0,0 0-37 16,0 2-30-16,0-2-7 0,0 0-4 0,0 0 10 15,0 0 5-15,0 0-5 0,0 0-13 16,0 0-16-16,2 0-22 0,-2 2-22 0,0-2-24 16,2 0-12-16,-1 0-12 0,1 1-9 15,-1-1-3-15,4 1 0 0,-1-1 1 0,1 2 0 16,2 0 1-16,-1-2 2 0,3 0 9 0,1 1 6 15,1-1 5-15,0 0 4 0,0 1 3 0,0-1-1 16,3 2-10-16,-2-2-7 0,0 0-2 16,1-2-5-16,-2 1-2 0,1 1 2 0,0-1 0 15,-3-3 1-15,2 3 2 0,-3 0 6 16,0-3 6-16,-3 3 4 0,2-1 1 0,-2 1-1 16,-3-2 10-16,1 3 8 0,-1-2 10 0,-1 2 11 15,-1 0 12-15,0 0 9 0,-1 0-4 0,-1 0-10 16,2 0-14-16,-3 0-13 0,0 0-13 15,-1 0-9-15,0 0-9 0,-4 0-3 0,3 0 0 16,-3 0 0-16,0 0 1 0,1 0-1 16,-3-2 1-16,2 2 2 0,0 0-1 0,-1 0-1 15,2-3 0-15,-1 3-1 0,-1-1 0 16,5 1-3-16,-3 0-3 0,2-1-1 0,0 1-1 16,2 0 0-16,2 0 0 0,-1 0-2 0,-1 0-1 15,2 0-2-15,-1 0-1 0,2 0-1 16,2 0 0-16,-1 1 0 0,4-1 2 0,-1 1 1 15,1 2 2-15,3-3 0 0,0 2 0 0,3 0 0 16,-1-2 1-16,2 3 1 0,-1-3-1 16,1 0 0-16,1 0 0 0,-1 0 0 0,-1-3-1 15,1 3 0-15,0-2-1 0,-2 0 0 16,-2 2-2-16,0-3-8 0,-3 3-15 0,0-1-25 16,-2 1-58-16,-3 1-82 0,-1 2-163 15,-3-1-275-15,0 0-318 0,-1 4-381 0,-3 0-293 0,-3-1 26 16,1 1 729-16</inkml:trace>
  <inkml:trace contextRef="#ctx0" brushRef="#br0" timeOffset="20720.88">9938 4493 170 0,'2'2'263'0,"-1"0"45"0,-1-1-30 0,2 1-69 16,0-1-57-16,-1 1-32 0,-1-1-21 15,3 1-4-15,-3-1 7 0,2-1 4 0,-2 2 4 16,3-1 6-16,-3-1 9 0,0 0 11 16,2 1 17-16,-2-1 24 0,0 0 36 0,0 0 39 15,1 2 41-15,-1-2 29 0,2 0 16 16,-2 0-1-16,0 0-26 0,0 0-39 15,0 0-53-15,0 0-44 0,0 0-39 0,0 0-32 0,0 0-12 16,0 0 5-16,2 0 24 0,-2 0 27 16,0 0 21-16,1 0 7 0,-1 0-5 0,0 0-20 15,0 0-24-15,0 0-27 0,0 0-24 16,0 0-13-16,0 0-10 0,0 0-5 0,0 0-4 16,0 0 0-16,0 0-2 0,-1 0 2 0,1 0 1 15,-2 0 1-15,2 0 1 0,0 0-4 16,0 2-1-16,0-2-4 0,0 0-2 0,0 0-5 15,0 1-2-15,0-1-2 0,0 0-3 0,2 0-1 16,-2 0-3-16,0 0 0 0,1 0-1 0,-1 0 1 16,0 0-1-16,0 0 0 0,0 0-1 15,0 0-1-15,0 0-1 0,-1 0-3 0,1 0-1 16,-2 0-2-16,2 0-2 0,0 0-1 16,-2-1 0-16,1 1 2 0,-1 0 0 0,2 0 1 15,-3 0 1-15,1 0 1 0,1 0 0 0,-1-2-1 16,-1 2-7-16,1 0-4 0,1 0 0 15,-2 0 0-15,1 0 0 0,-2 0 0 0,2 0 0 16,-1 0 0-16,0-2 0 0,1 2 0 16,-1 0 0-16,0 0 0 0,-1 0 0 0,1 0 0 15,0 0 0-15,0 0 0 0,-2-1 0 16,2 1 0-16,2 0 0 0,-3 0 0 0,3 0 0 16,-2 0 0-16,1 0 0 0,-3 0 0 0,3 0 0 15,-1 0 0-15,-1 0 0 0,2 0 0 16,-1 0 0-16,0 0 0 0,1 0 0 0,-1 0 0 15,0 0 0-15,1 0 0 0,-1 0 0 0,0-1 0 16,0 1 0-16,-2 0 0 0,2-2 0 0,0 2 0 16,0 0 0-16,-1 0 0 0,1 0 0 15,-2-1 0-15,2 1 0 0,0 0 0 0,-1-2 0 16,1 2 0-16,-1 0 0 0,1-1 0 16,0 1 0-16,0 0 0 0,-1 0 0 0,1-2 0 15,0 2 0-15,-1 0 0 0,2-1 0 16,-1 1 0-16,1 0 0 0,-1-2 0 0,1 2 0 15,-1 0 0-15,0-1 0 0,1 1 0 0,-1-2 0 16,0 2 0-16,-1 0 0 0,0 0 0 0,1-2 0 16,0 2 0-16,0-1 0 0,0 1 0 15,-1 0 0-15,1-1 0 0,0 1 0 0,-1-2 0 16,0 2 0-16,1 0 0 0,0-1 0 0,0 1 0 16,0 0 0-16,-1-2 0 0,1 2 0 15,1-1 0-15,-1 1 0 0,-3 0 0 0,3-1 0 16,0 1 0-16,1-2 0 0,-1 2 0 15,0-2 0-15,1 2 0 0,-1-1 0 0,1 1 0 16,-1 0 0-16,-1-1 0 0,2 1 0 0,-1 0 0 16,0-2 0-16,1 2 0 0,-1-2 0 15,0 2 0-15,0 0 0 0,-1-1 0 0,1 1 0 16,2-1 0-16,-1 1 0 0,-2 0 0 0,2-2 0 16,-1 2 0-16,1 0 0 0,-1-2 0 15,1 2 0-15,-1-1 0 0,0 1 0 0,1 0 0 16,-1 0 0-16,0-2 0 0,0 2 0 0,0-1 0 15,0 1 0-15,1 0 0 0,-1-3 0 16,1 3 0-16,-1 0 0 0,0 0 0 0,0 0 0 16,1-2 0-16,-1 2 0 0,0 0 0 15,-2-2 0-15,4 2 0 0,-2 0 0 0,1 0 0 16,-1 0 0-16,1 0 0 0,-3 0 0 0,4 0 0 16,-2 0 0-16,-1 0 0 0,2 0 0 15,-2 0 0-15,3 0 0 0,-2 0 0 0,1 0 0 16,-1 0 0-16,0 0 0 0,-1 0 0 15,1 0 0-15,0 0 0 0,1-3 0 0,-2 3 0 16,-1-1 0-16,2 1 0 0,0 0 0 0,0 0 0 16,-1-1 0-16,-1 1 0 0,2-1 0 15,-3 1 0-15,3 0 0 0,0 0 0 0,1 0 0 16,-1-3 0-16,0 3 0 0,-2 0 0 0,3 0 0 16,-1-1 0-16,0 1 0 0,0 0 0 15,0-1 0-15,0 1 0 0,1 0 0 16,-1 0 0-16,1 0 0 0,-1-2 0 0,0 2 0 15,1 0 0-15,-1-2 0 0,0 2 0 0,0 0 0 16,0 0 0-16,0 0 0 0,1 0 0 0,-1 0 0 16,1-1 0-16,-1 1 0 0,0 0 0 15,1 0 0-15,-1 0 0 0,2 0 0 0,-4 0 0 16,2 0 0-16,1 0 0 0,-1 0 0 0,2 0 0 16,-3 0 0-16,3 0 0 0,-2 0 0 15,1 0 0-15,-1 0 0 0,0 0 0 0,-1 0 0 16,0 0 0-16,2 0 0 0,-1 0 0 15,0 0 0-15,1 0 0 0,-1 0 0 0,0 0 0 16,1 0 0-16,-1 0 0 0,0 0 0 0,1 0 0 16,-2 0 0-16,1 0 0 0,1 0 0 15,-1 0 0-15,-2 0 0 0,2 0 0 0,1 0 0 16,-1 0 0-16,0 0 0 0,0 0 0 0,-2 0 0 16,2 0 0-16,0 0 0 0,1 0 0 15,-1 0 0-15,0 0 0 0,1 0 0 0,-1 0 0 16,1 0 0-16,-1 0 0 0,-1 0 0 0,2 0 0 15,1 0 0-15,-2 0 0 0,1 0 0 16,0 0 0-16,1 0 0 0,-1 0 0 0,0 0 0 16,-1 0 0-16,2 0 0 0,-1 0 0 15,0 0 0-15,-1 0 0 0,3 0 0 0,-3 0 0 16,3 0 0-16,-3 0 0 0,2 0 0 16,1 0 0-16,-2 0 0 0,2 0 0 0,0 0 0 15,-1 0 0-15,1 0 0 0,-2 0 0 0,2 0 0 16,0 0 0-16,-2 0 0 0,2 0 0 15,-1 0 0-15,-1 0 0 0,0 0 0 0,2 0 0 16,-3 0 0-16,3 0 0 0,-1 0 0 0,-1 0 0 16,2 0 0-16,-2 0 0 0,2 0 0 15,0 0 0-15,0 0 0 0,-1 0 0 0,-1 0 0 16,2 0 0-16,0 0 0 0,0 0 0 0,0 0 0 16,0 0 0-16,0 0 0 0,0 0 0 15,0 0 0-15,0 0 0 0,0 0 0 0,0 0 0 16,0 0 0-16,0 0 0 0,0 0 0 15,0 0 0-15,0 0 0 0,0 0 0 0,0 0 0 16,0 1 0-16,0-1 0 0,0 0 0 16,0 0 0-16,0 0 0 0,-1 0 0 0,1 0 0 15,-2 0 0-15,2 0 0 0,0 0 0 0,0 0-22 16,-3 0-288-16,3 0-266 0,0 0-345 0,-3-1-430 16,0 0-514-16,-4 2-33 0,-2 4 914 15</inkml:trace>
  <inkml:trace contextRef="#ctx0" brushRef="#br0" timeOffset="22748.77">4208 1932 49 0,'-17'-5'240'16,"1"2"125"-16,-1-1 121 0,2 1-116 0,0-1-84 15,2 0-21-15,-1 2 23 0,4 2 42 0,1-4 49 16,-2 4 37-16,3-1 18 0,1 1-26 0,0 0-47 15,1 1-65-15,-1-1-58 0,2 0-51 16,2 0-47-16,0 2-38 0,0-2-27 0,1 2-21 16,-1-2-22-16,3 0-17 0,3 0-8 15,-1 0-6-15,1 0 37 0,3 0 31 0,2 0 21 0,2 2 38 16,4 0 17-16,5 1 12 0,0-3-24 0,5 3-21 16,2-3-17-16,4 2-30 0,4-1-15 15,2 0-10-15,7-1-6 0,3 2-4 0,4-1 0 16,4 1 5-16,3-1 3 0,5-1 1 15,3 0 0-15,5 0 1 0,3-1-1 0,2-2-7 0,2 0-5 16,2-2-7-16,3 1-5 0,-1-2-2 16,1 1 0-16,2-1 0 0,0 1-1 0,-1-1 2 15,0 0-1-15,-3 0-1 0,0 2-3 0,-3-2-2 16,-4 2-1-16,-4-1-1 0,-4 1-2 0,-3 0-1 16,-8 0 1-16,-4 3 0 0,-7-2 0 15,-2 3 1-15,-6-2 1 0,-5 2 1 0,-5 2 4 16,-3-2 3-16,-3 2 1 0,-3-1 2 0,-5 2 2 15,0-3 4-15,-4 2 0 0,0-2 3 0,-4 1 3 16,2-1 3-16,-3 0 0 0,1 0 0 0,-3 0-4 16,2 0-3-16,-1-1-6 0,-1 1-5 15,-1-2-6-15,-1 2-3 0,0-2-2 0,1 1-3 16,-1-2 0-16,-1 1-1 0,1 1 0 0,-1 0 0 16,2-1-7-16,-3 0-12 0,2 1-19 0,0-1-25 15,-1 1-56-15,0-2-70 0,-2 1-141 16,-2 2-223-16,2-5-293 0,-4 4-337 0,1 1-292 15,-3 0-104-15,-3 1 548 0,-2 4 641 0</inkml:trace>
  <inkml:trace contextRef="#ctx0" brushRef="#br0" timeOffset="23896.4">5880 2121 20 0,'9'-8'431'0,"-4"-1"383"16,1 1 279-16,-4 3 42 0,-1 0-346 16,2 1-227-16,-3 2-107 0,0 0-57 0,2 1-56 15,0 1-56-15,-1 0-44 0,-1 0-51 16,0 3-63-16,0 2-54 0,0 1-31 0,0 4-18 0,0 2-13 15,-3 5-4-15,3-1-1 0,-2 5-4 0,-1 0-1 16,2 4 3-16,-1-2 3 0,2 3 1 16,-3 1 0-16,3 0 2 0,0 1-1 0,-1 2-2 15,1 2 0-15,0-2 1 0,0 4 2 16,1-1 0-16,-1 0 0 0,3 2-2 0,0-2-2 16,0 1-1-16,2 2-1 0,0 0 0 0,1-1-1 15,4 1 0-15,-1-2 0 0,-1-1 0 0,5 1-2 16,-2-2-1-16,3 0 0 0,0-1 4 0,1-1 0 15,2-1 2-15,-1 1 0 0,1-2 0 16,4-1-1-16,-2 0-2 0,3-2-1 0,0 1-3 16,0 0 1-16,2-3 1 0,1 2 0 15,2-3 7-15,1-1-3 0,-1 1 0 0,2-1 1 16,1-3 10-16,3 1 6 0,-2-2-2 0,4-3 5 16,0 1 3-16,0-3-1 0,3 0-10 0,-3-2-5 15,3-2-4-15,-2 0-1 0,-1-1 5 16,-2 1 3-16,0-2 2 0,-1-1 2 0,-2 2 1 15,0-3-3-15,0 2-5 0,-2-2-2 16,1 3-4-16,-2-2-2 0,-2-2 0 0,1 2 6 16,-1 0 2-16,-2-1 0 0,3-1 1 0,-3 0 1 15,1 0 1-15,-2 0-5 0,2 1-4 16,-2-2 0-16,0 0-7 0,0 1-3 0,0-2-2 16,-1 2 1-16,-2 0 0 0,3 1 1 15,-3 0 5-15,0 0 3 0,0 0 0 0,-3 1-1 16,4-1-1-16,-5 1-1 0,2 1 0 0,-1-1-1 15,1-1 0-15,-2 1 0 0,0 1 0 0,1-1 1 16,0 0-1-16,-2 1 0 0,2-1 0 16,0 1 5-16,-2 0 3 0,-1-1 0 0,2 1 1 15,0 0 1-15,0 1 0 0,-2-1-6 16,1-2-2-16,-1 2-2 0,0-1 0 0,1-1-1 16,0-1 0-16,2 1 1 0,-2-1-2 0,2 1 1 15,0-2 0-15,1 2 0 0,-1-3 0 16,0 2-1-16,-2-1 0 0,3-1 1 0,-2 2 0 15,2-2 0-15,-1 3 0 0,-2 1 0 0,1-2 1 16,0 2 0-16,-2 3-1 0,1-2 1 16,-1 0 1-16,-1 3 1 0,-1-2 1 0,1 1 0 15,-2-1 1-15,0 0-1 0,0 2-1 0,-1-3 0 16,-1 1-1-16,-2-1 0 0,2-2 1 16,-2 2-1-16,1-1 0 0,-2-1 2 0,-1 0 0 15,1-1 1-15,0 4 1 0,1-3 2 0,-3 2 0 16,2-2-1-16,-2 2 0 0,2 0-3 15,-2 1 0-15,2-3-1 0,-1 1-2 0,-2-1-1 16,1 1 1-16,0-2-2 0,-1-1 1 16,-2-1-1-16,3 0 0 0,-3-1 0 0,0 0-1 15,2 0 1-15,-2 0 0 0,0-1 1 0,0 0 0 16,0-3 0-16,0 3 1 0,-2-2-1 16,2 0-1-16,0 1-3 0,-3-1-4 0,3 2-9 15,-2-2-15-15,-1 2-20 0,2-1-41 0,-1 0-71 16,-2 2-84-16,-1-2-152 0,0 4-253 15,2-2-316-15,-2 2-320 0,2 1-197 0,-2 0 54 16,-1 1 604-16</inkml:trace>
  <inkml:trace contextRef="#ctx0" brushRef="#br0" timeOffset="24448.04">8093 4062 326 0,'-2'-3'848'0,"1"-2"346"15,-2 1 16-15,-2-1-270 0,2 2-281 0,2-1-180 16,-1 1-115-16,2 0-74 0,0 0-48 16,0 2-45-16,0-3-55 0,0 3-54 0,2-1-37 15,-1 1-16-15,1-1-8 0,2 1 1 0,-1 1 5 16,2 0 0-16,0 0 7 0,1 3 1 15,-1-2 5-15,3 4 2 0,-2 1-1 0,2 0-4 16,0 2-7-16,1 2-5 0,1-1-8 16,-2 2-7-16,2 1-5 0,0-2-4 0,0 1-2 15,-2 0-1-15,1-2-2 0,1 0 1 0,-4-1-1 16,1-1-2-16,0-1 0 0,-4-1 0 16,2-2 0-16,-2-2 5 0,1 1 5 15,-1-4 7-15,0-1 5 0,0-1 3 0,0-4 0 16,2 1-3-16,-2-1-1 0,0 1-4 0,2-4-3 15,-2 1-1-15,2-2-1 0,0-2-2 0,2 1-1 16,-2-2-2-16,0-3-2 0,0 0-2 0,1-1-1 16,0-4-1-16,1 0-1 0,-1-3 0 15,-1 1 2-15,1-1 1 0,0-4 5 0,1 3 6 16,-2 1 7-16,-1-2 7 0,1 4 5 16,-3 2 4-16,1 3-1 0,-1 1-1 0,0 2-1 15,-2 3-3-15,0 3-3 0,-2 1-5 0,0 2-4 16,2 1-11-16,0 2-8 0,-2 1 0 15,1 0 0-15,1 2 0 0,0-1 0 16,-2 1 0-16,2-1-21 0,0 2-17 0,0 2-20 16,-1-1-35-16,-1 2-73 0,0 0-97 0,-1 2-189 15,-2 0-288-15,0-2-341 0,1 2-391 16,-4 0-191-16,0-1 255 0,-2 1 778 0</inkml:trace>
  <inkml:trace contextRef="#ctx0" brushRef="#br1" timeOffset="36232.66">4566 7572 187 0,'3'-2'294'0,"-1"-1"92"0,-1 3-29 16,2-1-66-16,-1 1-45 0,-1 0-36 0,-1 0-24 16,2 1-22-16,-1-1-24 0,-1 2-23 15,2-1-14-15,-2-1-11 0,0 2-6 0,2 0-1 16,-1-1 2-16,-1-1-2 0,0 0 1 16,0 1 2-16,2-1 7 0,-2 0 9 0,0 0 21 15,1 0 30-15,1 2 26 0,0-2 15 16,-1 0 9-16,3 1 1 0,-1 1-11 0,1-1-18 15,-1 0-16-15,0-1-17 0,2 2-17 0,0-1-24 16,-2 1-22-16,2-2-23 0,0 2-21 16,2-1-9-16,0-1-6 0,-1 1 1 0,-1-1-2 15,4 0 5-15,-2 0-3 0,-1-1-3 0,2 0 29 16,1-1 20-16,-1-1 8 0,2 1 3 16,-2 1 0-16,1 0-3 0,-1-2-26 0,-1 1-23 15,2 1-11-15,-1 0-6 0,0-1-4 16,0 0 3-16,1 1-4 0,1-1 0 0,-1 2-5 15,-1 0 4-15,3 0 1 0,-1 0-2 0,-1 2-2 16,4-1-2-16,-4-1 0 0,1 2 6 0,2 0-1 16,-2-1-4-16,0-1 2 0,0 1 2 15,0 1-2-15,-2-1-3 0,1 1-6 0,1-2 5 16,-2 0-2-16,1 1-1 0,-1-1 3 16,-2 1-1-16,1-1 5 0,1 2 2 0,-1-2-2 15,0 1 3-15,1 1-2 0,-2-2-3 0,2 2-1 16,-2-1 0-16,-1-1 3 0,2 0-5 15,-3 1 5-15,2-1-1 0,1 0-2 0,-4 0 1 16,2 0-1-16,0 0 3 0,-2 0 0 16,4 0 0-16,-3 0-1 0,0 0-2 0,1 0-1 15,0 0-4-15,0 0-1 0,0 0 7 0,2 0-2 16,-2 0 7-16,3 0-5 0,-1 0 2 0,2 2 0 16,-1-2-4-16,0 2 5 0,1-1-7 15,0 1 7-15,1-1 2 0,-2 1-4 16,3-1 1-16,-1 2-6 0,-1-2 2 0,2 1-5 15,-3 0 0-15,3-2 1 0,-2 0 4 0,1 2 1 16,-2 1 1-16,0-2-1 0,1-1 0 16,-1 1 2-16,0 0-3 0,-1 2 1 0,0-3 0 15,1 2 1-15,-1 2 1 0,-1-3-1 0,0 2-1 16,2-2 4-16,-3 2 2 0,1-1-4 16,2 1-2-16,-2-1 0 0,1 0 0 0,-1 0-3 15,1 0-3-15,-1-1 2 0,1-1 1 0,0 0-2 16,-1 0 1-16,1 0 5 0,2 0 2 0,-3 0-3 15,2 0 5-15,0-1 3 0,2 1-7 16,-1 0-3-16,-1-2-1 0,3 2 7 0,-1-2-4 16,1 2-2-16,1 0 3 0,1 0 1 15,-2 0 5-15,3 0-2 0,-1 0-3 0,3 0-2 16,-2-1 1-16,2 1-1 0,-2-1-2 16,3 1-2-16,-2 0 2 0,0-2 6 0,0 2-4 15,0-2 6-15,0 1-3 0,-1-1 3 0,0 1-2 16,0 1-2-16,-1-2 5 0,0 2-6 0,-1-1 3 15,0 1-5-15,0 0 1 0,-2-2-3 0,1 2 1 16,0 0 3-16,-2 0 1 0,-1 0 0 0,3-1 1 16,-3 1-1-16,0-1 1 0,0 1-7 15,1-2 3-15,-1 0 4 0,0 0-1 0,0 2-2 16,0-3-2-16,0 1 4 0,0-2 1 16,-2 2-4-16,3 0-1 0,1-1 5 0,-2 0-1 15,1 0-5-15,1 0-3 0,-2 0 6 0,2 0 0 16,0 2-2-16,0-3 4 0,1 3 1 15,0-1-2-15,0 0-5 0,2 2 2 0,-2-3 0 16,2 3-1-16,1-2 0 0,-3 1 1 16,3 0 2-16,0 1-1 0,0-4 1 0,1 4-4 15,0-1 1-15,-2-1 1 0,0 1 2 16,3 1-3-16,-3-2 3 0,0 2 0 0,2-1 3 16,-1 1 0-16,-1 0-2 0,1 0 1 0,-1 1-5 15,-1 1 6-15,2-2-2 0,-1 1-2 0,1 1 1 16,1-1 1-16,-1-1 3 0,-2 2-5 15,4 0 1-15,-3-2 4 0,0 0 2 0,1 1 0 16,0-1-6-16,0 0 0 0,2 0 5 0,0-1-4 16,-2 1 0-16,3 0-1 0,-1-2 0 15,3 2 3-15,0-2-5 0,-1 2 3 0,2-1-4 16,-1-1 2-16,2 1-1 0,-1-1-1 16,1-1 0-16,3 2-2 0,-2-2 2 0,1-1 4 15,0 0 3-15,0-1-3 0,1 2 4 16,-1-2-5-16,3 0 0 0,-4 1-3 0,2-2 0 15,-1 1 3-15,-2 2-4 0,1-2 6 0,0 3 1 16,0 0-1-16,-4 1 1 0,2 1-3 0,-2 0 0 16,2 0-2-16,-2 3 1 0,-2-2 2 15,1 2-3-15,-3 0 2 0,2 0 4 0,-3 0-1 16,1 0-1-16,-3 2-1 0,2-3-1 16,-1 1 1-16,-2 1-4 0,-2-2 4 0,4 2-3 15,-4-2 2-15,0 1 4 0,0-3 0 0,1 2 0 16,-1 2-6-16,0-3 3 0,2 0-1 15,-2 1-4-15,0-2 2 0,1 1 5 0,2 1-1 16,-1-2-4-16,1 0 2 0,1 0 0 0,1 0 0 16,1-2-2-16,1-1 1 0,0 1 6 15,0-2 0-15,2-1 3 0,-1 3-4 0,-1-4-3 16,3 1 4-16,-1 1-3 0,-1-1-3 0,3 0 0 16,0 1-1-16,-3-1 1 0,4 3-5 15,-2-3 1-15,2 1-1 0,-1 1 4 0,-1-2 4 16,2 2-2-16,1 0 2 0,-2 0-1 15,1 1-1-15,1-2-4 0,-4 2-3 0,2-1 6 0,0 1 0 16,0-2-1-16,0 2 3 0,0 2 5 16,0-2-3-16,-1-1-5 0,-1 1 2 0,3 1 1 15,-2 0 0-15,-1-1-1 0,1 1 0 16,-1-1 4-16,1 2 0 0,-1-1-3 0,0 1 3 16,-3 0 1-16,4 1 0 0,-4-1-2 15,3 2 0-15,-1-2 1 0,0 1-2 0,-2 1-6 16,4-1 0-16,-4-1-1 0,2 1 0 0,-2 1 1 15,0-1 2-15,0 1 3 0,-1 0 2 16,3-2 1-16,-3 0-2 0,1 0-1 0,-1 2 1 16,0-2-2-16,0 0-2 0,1 3-2 15,-2-2 2-15,-1-1 1 0,1 1-5 0,-1-1 1 16,2 1 1-16,-2-1 1 0,0 3 6 0,2-3-1 16,-2 2 0-16,-1-2-1 0,2 2-1 15,-1 0 3-15,0-1-3 0,2 0-4 0,-2 1 2 16,1-1 1-16,-2 1-1 0,3-1-4 15,-1 1 4-15,-1-1 2 0,1 2 0 0,0-1 3 16,-1 1-2-16,2 0 1 0,-2-2-5 0,0 1 6 16,3 1-6-16,-3-3 0 0,-1 1 3 0,4 0 0 15,-3-1 0-15,0 2 0 0,0-2 4 16,0 0 2-16,0 1-4 0,0-1-1 0,-1 2 1 16,2-2 0-16,-2 0-2 0,0 2 0 0,2-1 0 15,-1 0 1-15,-1 1 2 0,1 1-2 16,0-1 2-16,0 1 0 0,0-2 2 15,0 0-4-15,0 1-2 0,0-1 1 0,2 1-2 16,-1-2-1-16,0 0 3 0,0 0 4 0,1 0-2 16,-2 0-5-16,3 0 1 0,-3-2-3 15,3 2 4-15,-3 0 0 0,2 0 5 0,0 0 2 16,-2 0 0-16,1 0-2 0,-2 2-2 0,1-2-4 16,0 0-1-16,0 2 2 0,0-2 1 15,2 0 2-15,-2 0-1 0,0 0 2 0,3 2-4 16,-4 1-1-16,4-2 2 0,-1 0-2 15,-2 0 1-15,5-1 1 0,-4 3-2 0,4-3 1 16,-2 0-1-16,0 0-1 0,1 2-2 16,0 0 1-16,0 0 5 0,0-2 0 0,0 0-3 0,2 1 1 15,-1-1-3-15,0 0-1 0,-2 0 0 16,3 0-1-16,-1 0 1 0,0-1 1 0,0-1 4 16,1 0 0-16,-2 0 0 0,2 2 4 15,-3-3 2-15,3 1-1 0,-2 1-1 16,1-4-1-16,-2 5 1 0,0-2-4 0,0 0 0 15,0 2 4-15,-1-1-2 0,1 1 0 0,-3 0-3 16,1 1 4-16,0-1-2 0,-1 2-1 0,0 0 0 16,-1-2 0-16,-1 2 0 0,1 2-3 0,2-3-1 15,-4 0 0-15,2 2 5 0,1-3 3 16,-2 2 2-16,-1-2-4 0,1 0 0 0,1 0-1 16,0 0-1-16,-1 0 0 0,2 0 0 15,-3-2 0-15,3 2 4 0,-3 0-2 0,2-3 1 16,-1 2-3-16,0 0 0 0,1 1 3 15,-2-1-4-15,3-2-1 0,-2 1-2 0,1 2 2 16,1 0-3-16,-1 0 0 0,-1 0 3 0,3 0 2 16,0 0 4-16,-1 0-4 0,1 0 6 0,0 0-1 15,0 0 0-15,1 0-1 0,-2 0-7 16,3 0 2-16,-1-2-5 0,1 2 1 0,-3 0-1 16,2-2 0-16,1 2 2 0,-3 0 4 15,3 0-4-15,-3 0 3 0,2 0 0 0,-2 0 0 16,0 0-3-16,0 2 3 0,0-2 2 0,-1 0 1 15,-1 2 1-15,1-2-1 0,-1 2 0 16,-1 1 0-16,1-2-5 0,-1 0 4 0,-1 0-3 16,1 2 7-16,-1-3 1 0,-2 2-1 15,2 0 1-15,-1 0-3 0,-1-2 2 0,2 1-5 16,-2 0-3-16,0 1 5 0,0-2-3 0,1 0 2 16,0 1-4-16,1-1 4 0,-2 2 1 0,-1-2-1 15,1 0-1-15,2 0 0 0,0 0 1 16,-2 0-3-16,1 0 4 0,-1 0-3 15,0 0 2-15,1 0-5 0,0 0 6 0,-1 0-2 16,2 1-4-16,-2-1 4 0,2 2 0 0,-1-1 4 16,2 1-1-16,-1-1 1 0,2 2 2 0,-3-1-5 15,2 1 2-15,2-2 0 0,-1 2-3 16,-1 0 6-16,2-2-2 0,-2 2 2 0,1-1-2 16,2 0-4-16,-3-1 0 0,3 0 0 15,-1 1 0-15,-1 0 0 0,1-2 0 0,-1 0 5 16,1 1 32-16,1-1 15 0,-2 0 6 0,-1 0 5 15,3 0 0-15,-3 0-2 0,0 0-30 16,0 0-13-16,1 0-8 0,-2 0-5 0,-1 2-1 16,2-2 1-16,0 0-2 0,-2 0 0 15,-1 1-2-15,3-1 1 0,-2 2 1 0,0-2-1 0,2 0 2 16,-3 1-4-16,2 0 0 0,-1 1-3 16,3-2-1-16,-2 1 2 0,-1 1-3 0,2-2 3 15,-2 0 4-15,2 2 0 0,-2-2-1 16,1 0 1-16,2 0 0 0,-3 0 0 15,-1 0-3-15,3 0-2 0,-3 0 3 0,3 0 0 16,-2 0-3-16,1 0 2 0,-3 0 2 0,1 0-1 16,3 0 3-16,-4 0-2 0,1 0 2 15,0 0-2-15,0 0-2 0,1 2 2 0,0 1-2 16,-1-2 0-16,2-1 2 0,-1 1-1 0,-1 3 2 16,2-4-4-16,-2 2 0 0,0 0 0 15,1 0 1-15,1-1 3 0,-2 0 0 0,2-1 1 16,-2 2-1-16,1-2-3 0,-1 0 1 0,0 1-1 15,1-1 1-15,0 2 2 0,1-2 1 16,-1 0 2-16,-1 0-3 0,0 0-1 0,2 1-3 16,-2-1 0-16,3 0 2 0,-3 0-2 15,3 0 3-15,-2 0 0 0,2 0 1 0,-1 0-1 16,-1 2-1-16,3-2 3 0,-2 0-4 0,-1 1 0 16,2-1 1-16,0 2 2 0,-2-2-2 0,0 2-2 15,2-2 1-15,0 1-1 0,-2-1 0 16,2 1-1-16,1-1-1 0,-2 0 3 0,1 2 1 15,0-2 0-15,0 0 1 0,1 0-1 16,-2 0 1-16,1 0-1 0,0 0 1 0,1 0-1 16,-1-2 1-16,0 2 0 0,0 0 1 0,1-1-1 15,-1 1 1-15,-1-1-2 0,1 1 2 16,1 0-1-16,-1 0-1 0,0 0 3 0,1 0-2 16,-1 0-1-16,0 0-2 0,2 0 1 15,-1 0 0-15,0 0 0 0,1 0-1 0,1 0 2 16,-2 0 2-16,3-2-2 0,0 2 1 0,-1 0-1 15,3 0 0-15,-2-2 0 0,0 2 0 16,1-1 1-16,0 1 0 0,-1 0-1 0,2-2 1 16,-2 1-2-16,0 1 0 0,1-2-2 15,-1 1 4-15,1-1 0 0,0 2 1 0,1-2 0 16,-3 2-2-16,3-2 1 0,-3 0-3 0,3 0-2 16,-2 2 4-16,0 0-2 0,1 0 4 0,-2-3 1 15,0 3-1-15,0-1 0 0,0 1 1 16,0 0-3-16,-1-1 0 0,-1 1 1 0,-1 0 1 15,1-1 1-15,-1 1-2 0,1-3 0 16,-3 1 0-16,1 2-1 0,2 0-1 0,-5 0 0 16,4 0 0-16,-2-2 0 0,-1 2 1 0,2 0-2 15,-3 0-1-15,1 0 1 0,2 0 0 16,0 0 0-16,-2 2 0 0,1-2 0 0,-1 0 3 16,2 0 2-16,0 2-1 0,1-2 0 15,-1 0-2-15,1 3 3 0,1-3-2 0,-1 0 1 16,2 0 1-16,0 0 2 0,-2-3-3 0,2 3-1 15,2-2 0-15,0 2-4 0,-3 0-1 16,3-2 0-16,1-1 2 0,-1 1 2 0,0 1 0 16,1 0 0-16,-1 1 1 0,-1-2 2 15,2 1-2-15,1 1 0 0,-2 0-1 0,1 0 0 16,-1 0 3-16,2 0-3 0,-1 0 0 0,-1 1 0 16,2-1 0-16,-1 2 1 0,1-2-2 0,-1 0 1 15,3 1 0-15,-4-1 1 0,1 0-2 16,1 0-2-16,1 0 3 0,-1 0-1 0,-1 0 1 15,0 0 0-15,0 0 2 0,1 0-1 16,-2 0 0-16,0 0 1 0,1 0-3 0,-2 0 0 16,3 0 1-16,-3 0 1 0,2 1-1 15,-1 1-1-15,1-2 2 0,0 1-1 0,-1 1-1 16,1 0-1-16,1-2 1 0,-1 0 2 0,1 2 0 16,1-2 2-16,0 3 0 0,1-3 1 15,0 0-5-15,0 0-2 0,1 0 1 0,1-3-1 16,0 3 1-16,3-2 1 0,-2 2 3 0,3-2 0 15,-2-1 0-15,1 1 1 0,1 0-1 0,2 0-2 16,0-1-2-16,0 0 1 0,1 0 0 16,0 0-2-16,4 0 3 0,-3-1 1 15,1 1 3-15,3-1 0 0,-3 0 0 0,0 0 0 16,2 1-3-16,-1-2-1 0,-1 2-3 0,0 1 2 16,0-2-3-16,-1 2 3 0,1-2 1 0,-1 3-1 15,1-3 2-15,-2 2-3 0,2 2 2 16,-2 0-2-16,0-2 1 0,-1 2 1 0,-2 2 0 15,4-2 3-15,-5 0-1 0,0 2 1 0,1 1-2 16,0-2 1-16,-1-1 0 0,0 1-2 16,1-1 1-16,-3 0-1 0,3 0 2 0,0 0 0 15,-2 0-2-15,1-1-1 0,1 1 0 16,-1-1-1-16,0-2-1 0,0 1 0 0,1 2 3 16,-2 0 3-16,2-2-3 0,-2 0 3 0,1 1-1 15,-1 1 2-15,2-2-4 0,-4 1 0 16,2 0 3-16,-1-1-3 0,-1 1-2 0,-1 1 0 15,-1-2 2-15,3 2 1 0,-3-1-2 0,0 1 1 16,-2 0 1-16,0 0-2 0,0 0 0 16,2 1-1-16,-5-1-1 0,3 2 0 0,-1-1 3 15,-2 1-1-15,2-1 2 0,-2 2 0 0,1 0 2 16,0-1-1-16,-3 0 0 0,3 2 0 16,-2-2-4-16,0 1 0 0,1-1-1 15,-2 2 1-15,2-2 1 0,0 0 2 0,0 1 2 16,-1 0-1-16,2-2 0 0,-2 1 1 0,1-1-1 15,0 2-2-15,-3-3-2 0,3 2 4 16,-2 0-2-16,1-1 0 0,-2-1 2 0,1 0-4 16,-1 1 0-16,-1-1-1 0,-1 2 1 0,3-2-2 15,-4 0 0-15,2 0 4 0,-1 1 3 16,0 1-2-16,2-2 2 0,-3 1-2 0,1 0 1 16,-1-1-2-16,2 2-1 0,-3-1 0 0,4 1 1 15,-2 0 0-15,-1-1 2 0,2 0 1 16,-3 1-1-16,4 0 0 0,-2-2-2 0,1 1 7 15,-1 1 6-15,2-2 1 0,-2 1 1 16,2-1 3-16,-1 2-1 0,-1-2-3 0,3 0-5 0,-2 1-3 16,-1 0 0-16,2 1 0 0,0-2 0 15,0 1-1-15,-4 1 0 0,3 0 3 0,-1-2 4 16,0 2 2-16,1 1 1 0,-1-2 1 16,-1 0-1-16,-2 3-3 0,3-4-3 0,-3 2-3 15,0-2-2-15,-1 2-1 0,1 0-1 16,-1-2 0-16,-1 1 0 0,-1-1-1 0,0 1 1 15,2-1-1-15,-2 0 1 0,0 2 0 0,2-2-2 16,-1 1 0-16,-1 1 0 0,0 1-1 0,2-2 0 16,0 3-2-16,-1-2 0 0,-1 2 0 15,3-2 0-15,-3 0-1 0,3 1-1 0,-1-1-13 16,-2 0-32-16,0-1-64 0,-2 1-62 0,-4 0-131 16,1-1-217-16,-4 1-302 0,1-1-301 15,-5 2-220-15,0-1-84 0,-1-2 452 0,2-2 576 16</inkml:trace>
  <inkml:trace contextRef="#ctx0" brushRef="#br1" timeOffset="38594.5">9119 2819 35 0,'-3'4'270'0,"0"-1"156"0,1 0 136 0,-1 0-69 15,1-2-151-15,2 1-108 0,0-2-52 16,0 1-24-16,2-1-3 0,-2 0-2 0,0 0-2 16,2 0-15-16,-1 0-23 0,-1 0-22 0,0 0-26 15,2 0-17-15,-2 0 30 0,3 2 54 16,0-2 50-16,2 0 32 0,-2 1 29 0,3-1 8 0,1 2-39 16,-2-1-39-16,1 1-32 0,0-1-31 15,0 0-10-15,1 3-7 0,-1-2-23 0,4 2-6 16,-1-3-3-16,1 2 0 0,1-1-20 0,1 0-10 15,-1 0 12-15,2 1-14 0,0-1-10 16,-2 0 22-16,4 1 26 0,-2-1 16 0,0 2 6 16,-2-4 6-16,2 4-3 0,1-2-25 0,-3 0-26 15,3 0-21-15,-3 1-10 0,1 0-5 0,1-2 1 16,-1 1 1-16,0-1-3 0,1 1 27 16,1-1 17-16,0 1 7 0,-1-1 7 0,1-1 4 15,-1 0 5-15,1 0-25 0,0 0-14 0,-1 0-7 16,1 0-11-16,-1 0-9 0,3 0-1 0,-3 2-2 15,0-2 1-15,2 0-2 0,-3 1 3 0,1 1 3 16,0-1 6-16,3 2 7 0,-4-1 3 16,2 0 2-16,1 2-2 0,-3-2-2 0,1 2-6 15,1-3-3-15,-3 2-6 0,1 0 0 0,0-2-1 16,-1 4 0-16,0-5-1 0,0 2-1 16,-1 0 0-16,-1 1 1 0,2-3 1 0,0 1-1 15,-3 0-1-15,3-1 0 0,-3 1 1 0,2-1-1 0,-1 3-1 16,-1-3-5-16,0 0-4 0,0 0 6 15,0 0-8-15,-2 0 5 0,2 2-5 16,-1-2 6-16,0 0 0 0,1 2-5 0,-2-2 6 0,1 2-5 16,-1-2 7-16,2 1 0 0,-2-1 1 0,2 0 3 15,-3 1-1-15,4-1 5 0,-1 0 3 16,2-1 3-16,-2 1 1 0,1-1 1 0,1-1-1 16,-1 0-5-16,1 0-3 0,-1-1-1 0,1 2-3 15,1 0 0-15,-2 0-1 0,1-2 0 0,2 1 2 16,-2 2-3-16,0-2 2 0,0 2-2 15,0 0 1-15,-2-3-1 0,4 1-1 0,-4 2 0 16,2-1 0-16,-2 1 0 0,3 0 0 0,-2 0 2 16,-1 0-2-16,0 0 2 0,0 0-2 0,0 0 0 15,-2 0 1-15,2 1-1 0,-2-1 0 16,-1 0 0-16,2 2 2 0,-3 1-2 0,1-3 1 16,1 0 7-16,-3 2-3 0,1-2-1 0,0 2 4 15,-2-2 4-15,1 3-4 0,2-2-3 0,-2 0 4 16,2 0 3-16,-2 2-5 0,0-3-4 15,2 4 4-15,0-2-3 0,0 0-2 0,1 2-2 16,1-2 0-16,0 3 0 0,1-2-1 0,0 0 1 0,1 1-3 16,-1-1 2-16,0 0 1 0,3 0-3 15,-3 0 1-15,0 0 1 0,2-2 0 0,-1 3 0 16,-1-3 0-16,0 0 1 0,1 1 2 16,-3 1-1-16,2-3 3 0,-3 3-1 0,2-3 1 0,-1 3-1 15,-2-3 0-15,1 0 0 0,-2 0-2 16,2 0 1-16,-3 0 1 0,1 0-1 0,0 0 1 15,2 0 1-15,-2 0-1 0,0 0 1 0,0-3-1 16,1 3 1-16,-1 0-1 0,0 0 0 0,0 0 0 16,0 0-2-16,-1-2 0 0,2 1 0 15,-1 1 0-15,-3 0 1 0,4 0-1 0,-3 0 1 16,1 0 0-16,1 0 0 0,-1 0-1 0,-1 0 1 16,1 0 0-16,1 0 0 0,0 0-2 0,-1 0 1 15,2 0 1-15,-1 0 0 0,-1 0-1 0,1 0 1 16,1 1 1-16,-1-1-1 0,0 0 1 0,0 2-1 15,0-2 0-15,-1 0-1 0,2 0 1 16,0 0-1-16,-3 0 0 0,2 0 0 0,-1 0 0 16,0 0-1-16,-1 0 1 0,-1 0 1 0,2 0 1 15,-1 0-1-15,-1 0 1 0,0 0 0 0,0 0-1 16,0 0-1-16,0 0 0 0,2 0 1 16,-2 0 0-16,0 0 0 0,2 0 1 0,-1 0 0 15,-1 0 0-15,2 0 1 0,-1 0 0 0,1 0 1 16,0 0-1-16,-1 0 1 0,2 0 0 0,0-2 0 15,0 1 0-15,-1 1 4 0,1 0 3 0,0-1-1 16,2-1 1-16,-1 0 0 0,-1 1-2 16,3 0-3-16,-2-1 4 0,3 0 3 0,-1 0 3 15,-1-2 1-15,4 3-1 0,-4-2 0 0,1 2-5 16,-1-1-5-16,0 1-3 0,-2-2-2 16,2 3 0-16,-4-2 0 0,2 1 0 0,-3 1-1 15,2 0 0-15,0-2 1 0,-2 2-1 0,1 0 1 16,-1 0 1-16,0 0-1 0,0 0 1 0,0 0-1 15,0 0 1-15,0 0-1 0,0 0-1 0,0-1-1 16,0 1 1-16,-1 0 0 0,1-2-1 0,-2 2 1 16,0 0-2-16,2-1 0 0,-1-1-3 0,-1 1-6 15,-2-1-14-15,2 1-21 0,-1 0-50 16,-2-1-75-16,0 2-123 0,-3 0-223 16,2 3-298-16,-5 1-349 0,3 4-316 0,-3-1-117 0,0 4 445 15,0 3 701-15</inkml:trace>
  <inkml:trace contextRef="#ctx0" brushRef="#br1" timeOffset="41134.44">10908 7472 108 0,'0'-5'395'0,"-2"-1"229"16,0-2 180-16,1 1-64 0,-1-1-138 0,1-1-94 15,-1 0-60-15,0 0-49 0,2 1-55 16,-1-1-66-16,1 1-71 0,-2 0-61 0,2 1-37 15,2-1-21-15,-1 1 13 0,-1 1 17 16,2-2 18-16,0-1 16 0,-1 2 7 0,2-1-10 16,-1-1-23-16,0-1-26 0,-1-1-23 15,2-2-19-15,-1 1-14 0,-2-4-6 0,3 2-5 16,-3-3-3-16,3-2-2 0,-3 0-5 0,0-3-1 16,2 1-3-16,-2-1 3 0,0-3 1 15,0 2 2-15,-2-3 4 0,2 0-4 0,0 1 3 16,-3-2 0-16,3 0 1 0,0 0-4 0,0 0-1 15,3-1-3-15,-3-1-4 0,3 0-3 0,-1 2-4 16,-1-1-2-16,1 0-1 0,1 1-3 16,0 0 0-16,-1-2-1 0,1 1-1 0,0 0 0 15,2-2-2-15,0 1 1 0,-2 0-1 16,0-1 0-16,2 0 0 0,-2 0 0 0,0 0-1 16,1 0-1-16,-1 0 1 0,-2-2-1 0,4 2 1 15,-4 1 1-15,2-3 0 0,-1 1 1 0,-2 0 0 16,2-2 1-16,-1 1 0 0,1-1 1 15,-1-2 0-15,-1 2-1 0,2 0 0 0,0-1 0 16,-1 1 0-16,-1 0-2 0,0-1 0 16,2 2 0-16,-2-1 0 0,2 1-2 0,-1-1 0 15,-1 3 0-15,0-1-1 0,3-1 1 0,-3 3 0 16,2-2 0-16,-2 0 2 0,4 1-1 16,-4-1 1-16,0 2 0 0,0 0 1 0,0-1 0 15,0 2 0-15,0-1 0 0,0 1 1 16,0-1-1-16,0 2 1 0,0 0 0 0,0 1-1 15,0 1 0-15,0 0-1 0,2-1 0 16,-2 1 0-16,1 1 0 0,-1-1 0 0,0 2 0 0,2 1 0 16,0-1-1-16,-1 0 1 0,-1 3-1 15,2 0 0-15,0 0 0 0,-1 1-1 16,1-1 0-16,-1 1 0 0,1 0 1 0,0-1-2 16,-1-1 0-16,2 0 2 0,-1-2 0 0,1 2 0 15,-2 0 0-15,1-1 2 0,-1 1 1 0,1 0 0 16,1 0 0-16,-3-1 0 0,2 3 0 15,0-1-1-15,-1-1 1 0,2 2-1 0,-1 1 0 16,1 1-7-16,-1-2 4 0,-1 2-4 16,3 0-4-16,-2 1 0 0,2-1-1 0,-3 1 5 15,2-1-4-15,-1-1 6 0,1 1 2 16,-1 0 0-16,-1 0 1 0,1 0 1 0,-2 1-1 16,2-1 7-16,-2 0-4 0,1 1 0 0,-1-2 5 15,0 3 2-15,0-2 3 0,0 1-6 0,-1 0 2 16,1-2 1-16,-2 3-5 0,2-1-3 15,0-3-1-15,-2 4-1 0,2-3 1 0,0 1-3 16,-1 1 0-16,1 0 0 0,-2 0 0 16,2-1 2-16,0 2-1 0,-1 1 2 0,-1-3 1 15,2 5 1-15,0-2 1 0,-2-2-1 0,2 3 0 16,-3 1 0-16,3-1 0 0,-1 1-7 0,1 0-4 16,-2-1-1-16,0 3-1 0,2-2-1 15,0 1 0-15,-2 0 5 0,2 0 4 0,0 1 0 16,0-1 3-16,2 0-1 0,-2 3 0 0,0-1 0 15,4 0 0-15,-4 0 0 0,0 1 0 16,1 1 2-16,1 1-1 0,-1-2 2 0,-1 1-1 16,2-1 0-16,0 1 0 0,-1-3-1 15,1 2 0-15,-1-1 0 0,-1 0 0 0,2 0 0 16,1-1-1-16,-1-2 0 0,-1 2-1 16,1-1 1-16,2 3 1 0,-4-3-1 0,2 2 1 15,0 1 1-15,-1-1-1 0,-1 2 0 0,0 0 0 16,0-1 1-16,0 2 1 0,0-1-1 0,0 1 1 15,0 0 0-15,0 0-1 0,-3-1 0 16,3 1-1-16,-2-3-1 0,2 2-1 0,-4 0 1 16,4 0 1-16,-2 0 0 0,1 1-1 15,-1 1 0-15,2-2 1 0,0 3 1 0,-1 0-1 16,1 0 1-16,-2 2 0 0,2-2 0 16,0 2 1-16,-2-2-2 0,2 2 1 0,0-1-1 15,-1 1 0-15,1 2 2 0,-2 0-2 0,2-2 3 16,0 2 0-16,0 0-1 0,0 0 0 15,0 0 2-15,0 0-1 0,0-3-2 0,-1 3 0 16,-1-2 0-16,2 1-1 0,0 0-2 0,-2-2 1 16,2 1 0-16,0-1-2 0,0 1 0 0,-1 0 2 15,-1 0 1-15,2 0 0 0,0 1 0 16,0 1 0-16,-1-1 2 0,1-1-2 0,0 2-1 16,0 0 1-16,0 0 0 0,0 0 3 15,0 0 0-15,0 2 2 0,0-1 4 0,0-1 3 16,0 0 2-16,0 1 1 0,-2 1 1 0,0 0 0 15,2 0-3-15,-4 2-1 0,2 2-3 16,-2 1-3-16,0 0-1 0,-2-1-1 0,1 4 1 16,0 0-1-16,-2 1-1 0,0-1 1 15,-1 2 0-15,0-1 0 0,-1 0 1 0,1 1-1 16,0-4 1-16,0 3 0 0,1-4 0 0,0 0 0 16,-1 0-1-16,3-3 1 0,-1 2 1 0,1-4 0 15,2 0-1-15,-2 1-1 0,2-3 0 16,0 1-2-16,0 0-1 0,1-1-1 0,1-1-1 15,-1 0-2-15,2-2 0 0,0 1-1 0,0-3-1 16,2-1 1-16,1-2 0 0,2-2 1 16,-1 0 0-16,4-2 2 0,0-1-1 0,0 0 2 15,3-4 0-15,-3 3 0 0,3-3 0 16,-1 0 0-16,-1 2-1 0,2 1 5 0,-3-1 3 16,0 1 1-16,1 2 0 0,-2 1 2 0,-1 2-1 15,-1 2-4-15,0 2-3 0,-2 1-1 16,1 1-1-16,0 0 0 0,-1 3 0 0,0 0-3 15,0 0 1-15,2 3-1 0,-2 0-3 0,2 1 0 16,1 2 0-16,0 2 5 0,-1 2-3 16,2 0 7-16,-1 0 4 0,0 1 3 15,-1 1 1-15,0 0 0 0,-1-2 0 0,3 2-3 0,-4-1-1 16,3-1-3-16,-1-2-2 0,-2 1-2 16,0-4-1-16,2 3-1 0,-3-2-2 0,-1 3-1 15,1-5-6-15,-2 5-21 0,-2-2-72 16,-3 3-88-16,-1 2-218 0,-2 2-284 0,-3 5-352 15,2-2-427-15,-4 1-228 0,2 1 237 16,-2 4 884-16</inkml:trace>
  <inkml:trace contextRef="#ctx0" brushRef="#br1" timeOffset="42164.99">10925 5113 108 0,'-2'-2'352'0,"-1"2"207"0,0-1 175 16,0-2-53-16,3 2-79 0,-2 1-47 0,2 0-42 15,-1 0-63-15,-1 0-66 0,1 0-77 0,1 0-76 16,-2 0-75-16,2 1-48 0,2-1-27 16,-2 0-16-16,1 2-7 0,2-2 16 0,-1 1 25 15,0-1 20-15,2 1 15 0,-1 1 2 16,2-2-2-16,1 0-21 0,1 0-18 0,2 0-21 16,-1-2-17-16,0 1-11 0,2-2-9 0,2 2-7 15,-2-2-10-15,-1 0-8 0,2 0-3 16,0-2-3-16,-1 2-3 0,-1-1 0 0,-1 1-2 15,0-1 0-15,-1 0-12 0,-1 2-49 16,-5 0-62-16,-2 2-119 0,-1 0-208 0,-4 3-299 16,0 0-329-16,-2 0-277 0,-2 2-136 0,-2-1 391 15,-1 0 638-15</inkml:trace>
  <inkml:trace contextRef="#ctx0" brushRef="#br1" timeOffset="45833.09">9080 5072 156 0,'1'2'353'0,"-1"0"164"0,2 0 96 16,-2-2-122-16,3 0-56 0,-3 0-10 15,2 0 6-15,-1 0 0 0,1 0-13 0,0 0-34 16,-1 0-51-16,-1 1-70 0,0-1-56 16,0 0-37-16,0 1-22 0,0-1-9 0,0 0 6 15,2 0 11-15,-1 0 6 0,-1 0-6 0,2 0-23 16,1 0-25-16,-2 0-26 0,-1 0-29 15,2 0-22-15,-1 0-13 0,-1 0-6 0,0 2-4 16,0-2-1-16,2 0 2 0,0 0 7 0,-1 0 3 16,1 0 2-16,1 2 5 0,-1-2 1 15,1 1 2-15,0-1-1 0,0 0-1 0,3 1-1 16,-4-1-4-16,4 2 0 0,-2-2-5 0,0 0-1 16,1 1 1-16,0-1 0 0,1 0 1 15,0 2 0-15,-1-2-1 0,2 1 2 0,-1-1 1 16,0 0 0-16,-1 1 1 0,0-1 5 0,-1 0 4 15,1 0-2-15,0 0 0 0,3-1-1 16,-2 1 2-16,-1-1-4 0,1-1 0 0,1 2-1 16,0-1-4-16,0-1-3 0,-1 1-1 15,-1-2-5-15,3 0-2 0,-1 2-2 0,-2-1-3 16,0 0 1-16,2 1-2 0,-1 0 0 16,0-1 0-16,0 2 0 0,-1-2 0 0,2 2 0 15,-3-1 1-15,2 1-1 0,-1 0 0 0,2-2 1 16,-3 2-2-16,1-1 0 0,0 1 1 0,3 0-2 15,-4-3 1-15,3 3 1 0,-2 0-2 16,0 0 1-16,-1 0 0 0,2-2 1 0,-1 2 0 16,1 0 1-16,-1 0 1 0,0 0 0 15,1 0 2-15,0 0-2 0,-2 0 0 0,0-3-1 16,1 3 0-16,0 0-1 0,0 0-1 0,2 0-1 16,-3 0 1-16,1 0-1 0,-1-2-1 15,1 2 0-15,-2 0 0 0,3 0 1 0,-1 0-1 16,-2 0 1-16,1 0-1 0,0 0 1 15,0 0 0-15,0 0 0 0,2 0-1 0,-2 0 1 16,0 0 0-16,1 0 0 0,0 0 0 0,-2 0-1 16,2 0 1-16,1 0 0 0,-1 0 0 0,0 0 0 15,-1-1 0-15,0 1-1 0,-1-1 5 16,0 1 3-16,3 0 1 0,-3 0 1 0,0 0 1 16,1 0 0-16,-1 0-3 0,0 0-4 15,0 0 1-15,2 0-2 0,-2 0-1 0,2 0 1 16,-1 0-1-16,0 0-1 0,-1 0 0 0,3 0 0 15,-2 1 1-15,0-1 1 0,2 1-1 16,-1 1 2-16,0-2 1 0,0 3-1 0,0-3 1 16,-1 2-1-16,4-2-1 0,-5 0 0 15,2 3 0-15,0-2-2 0,-2 1 0 0,3-2 0 16,-2 1 0-16,0 1-1 0,-1-2 1 0,0 2 0 16,1-2 1-16,0 0-1 0,-2 1 0 0,1-1 0 15,0 1 0-15,1-1 0 0,0 0 0 16,-1 2 1-16,0 0-1 0,-1-2 1 0,3 1 0 15,-2-1-1-15,0 0 0 0,-1 1-1 0,1-1 1 16,0 2 0-16,3-2-1 16,-3 0 0-16,-1 2 1 0,3-2-1 0,-2 1 1 0,0-1-1 15,2 1 0-15,1 1 1 0,-3-2 0 16,2 1 1-16,0-1-1 0,0 0 0 0,0 2 1 16,-1-1-2-16,2-1 0 0,-1 1 0 15,0 1 0-15,-2-2 1 0,4 0-1 0,-3 2 1 0,2-2-1 16,-1 1 2-16,0-1-1 0,1 0 0 15,-1 2 0-15,0-2 0 0,4 0 0 16,-4 1-1-16,1-1 0 0,2 2 1 0,-2-2-1 16,1 0 1-16,-1 1 0 0,-1-1 0 15,1 0 1-15,2 2 0 0,-2-2 0 0,-1 0 0 16,0 0 1-16,0 0-1 0,-2 1-1 0,3-1 0 16,-3 0 0-16,2 2 0 0,-2-2-1 0,0 1 1 15,1-1 0-15,-1 0-1 0,0 0 1 16,0 1 0-16,2-1-1 0,-2 2 1 0,0-2 0 15,0 0-1-15,0 2 1 0,1-2-1 16,-1 1 0-16,0-1 0 0,0 0 0 0,2 1 0 16,-2-1 0-16,0 0 1 0,0 2-1 15,-1-2 1-15,3 2-1 0,-2-2 1 0,2 0-1 16,1 1 0-16,-2-1 0 0,1 1 0 0,-1-1 0 16,0 0-1-16,1 3 1 0,-2-3 0 15,3 0 1-15,-1 1 0 0,0-1 0 0,-2 0 0 16,2 0 0-16,-2 0 0 0,2 0-1 0,-2 0-1 15,2 1 1-15,-1-1 0 0,0 0 0 16,0 0 0-16,-2 0 0 0,3 0 1 0,-2 0 0 16,3 0-1-16,-3 1 1 0,0-1-1 0,2 0 0 15,-2 2 0-15,2-2 0 0,-1 0 0 0,0 0 0 16,1 0 0-16,-1 3 0 16,-2-3 1-16,3 0-1 0,-2 0 0 0,0 0 0 0,1 0 0 15,-1 0 1-15,0 0-1 0,1 0 0 16,-1 0 0-16,-1 2 1 0,1-2-1 0,1 0-1 15,-1 0 1-15,0 0 1 0,0 0-1 0,0 0 0 16,-1 0-1-16,2 0 2 0,-1 0-1 16,-1 0 0-16,1 0 0 0,-1 0-1 0,1 0 1 15,0 0 0-15,-1 0 2 0,1 0 1 16,-1 0 1-16,1 0 1 0,-1 0 0 0,0-2-1 16,0 2-1-16,1 0-1 0,-1 0-1 0,-1 0 0 15,1-3-1-15,1 3 1 0,-1 0-1 16,1-2 0-16,-1 2 0 0,1-1 0 0,-2 1 0 15,1 0 1-15,2-1-1 0,-2 1 1 0,1 0-1 16,0-1 1-16,-1 1-1 0,1 0 0 16,0 0 0-16,-1-3-1 0,1 3 1 0,0 0 0 15,-1 0-1-15,1 0 1 0,0 0 0 16,0 0 0-16,-1 0-1 0,1 0 2 0,-1 0-1 16,1-1 0-16,-2 1 0 0,3 0 0 0,-3 0 0 15,3 0 0-15,-1-1 1 0,-2 1-1 16,2 0 1-16,-1 0-1 0,-1 0 0 0,2 0 0 15,-1 0 0-15,0 0-1 0,-1 0 0 16,2 0 1-16,-1 0 0 0,-2 0 0 0,3 0 0 16,-1 0-1-16,0 0 2 0,-1 0-1 0,1 0-1 15,-1 0 1-15,1 0 1 0,-2 0-1 0,3 0 0 16,-2 0 0-16,2 0 0 0,-3 0 0 16,2 0 0-16,0-2 0 0,-1 2 0 15,1 0 0-15,-2 0 0 0,3-2 0 0,-1 2 0 16,-1 0 0-16,1 0 0 0,-2 0 0 15,2 0-1-15,-1 0 1 0,1 0 0 0,-1 0 0 0,-1-1 0 16,2 1 0-16,1 0 0 0,-2 0 0 16,-1 0 1-16,2 0-2 0,-2 0 1 0,1 0 0 15,-1 0 0-15,0 0 0 0,2 0 0 16,-2 0 0-16,0 0 0 0,0 0 0 0,0 0 1 16,2 0-1-16,-2 0 0 0,1 0 0 0,-1 0 0 15,0 0 0-15,2 0 0 0,-2 0-1 16,0 0 0-16,2 0 1 0,-2 0 1 0,1 0-1 15,-1 0 1-15,0 0 0 0,2 0 0 16,-2 0 0-16,0 0-1 0,0 0 1 0,0 0-1 16,0 0 2-16,1 0 0 0,-1 0 2 15,0 0 1-15,2 0 0 0,-2 0 0 0,0 0 0 16,2 0-1-16,-1 0-2 0,-1 0-1 0,3 0 1 16,-3-1 0-16,2 1 2 0,1 0-4 15,-2 0 0-15,-1 0 0 0,2 0 0 0,-1 0 0 16,-1 0 0-16,2 0 0 0,-2 0 0 0,0 0 0 15,2 0 0-15,-2 0 0 0,0 0 0 16,0 0 0-16,0 0 0 0,0 0 0 0,0 0 0 16,0 0 0-16,0 0 0 0,0 0 0 0,1 0 0 15,-1 0 0-15,0 0 0 0,0 0 0 0,0 0 0 16,0 0 0-16,0 0 0 0,0 0 0 16,0 0 0-16,0 0 0 0,2 0 0 0,-2 0 0 15,0 0 0-15,2 0 0 0,-2 0 0 16,1-2 0-16,-1 2 0 0,0 0 0 0,2 0 0 15,-2 0 0-15,1 0 0 0,-1 0 0 16,0 0 0-16,0 0 0 0,0 0 0 0,0 0 0 16,0 0 0-16,0 0 0 0,2 0 0 0,-2 0 0 15,0 0 0-15,0 0 0 0,3 0 0 16,-3 0 0-16,2 0 0 0,-2 0 0 0,1 0 0 16,-1 0 0-16,0 0 0 0,2 0 0 0,-2 0 0 15,0 0 0-15,0 0 0 0,0 0 0 16,0 0 0-16,0 0 0 0,0 0 0 0,0 0 0 15,0 0 0-15,0 0 0 0,0 0 0 16,0 0 0-16,0 0 0 0,0 0 0 0,0 0 0 16,0 0 0-16,0 0 0 0,2 0 0 0,-2 0 0 15,0 0 0-15,0 0 0 0,2 0 0 0,-2 0 0 16,0 0 0-16,0 0 0 0,0 0 0 16,0 0 0-16,0 0 0 0,0 0 0 0,0 0 0 15,0 0 0-15,0 0 0 0,0 0 0 16,0 0 0-16,0 0 0 0,0 0 0 0,0 0 0 15,0 0 0-15,0 0 0 0,0 0 0 16,0 0 0-16,0 0 0 0,0 0 0 0,0 0 0 16,2 0 0-16,-2 0 0 0,0 0 0 0,2 0 0 15,-1 0 0-15,1 0 0 0,-1 0 0 16,-1-2 0-16,0 2 0 0,2 0 0 0,-2 0 0 16,0 0 0-16,2 0 0 0,-1 0 0 0,-1 0 0 15,0 0 0-15,0 0 0 0,0 0 0 16,0 0 0-16,2-1 0 0,-2 1 0 0,1 0 0 15,-1 0 0-15,2 0 0 0,-2 0 0 0,2 0 0 16,-1 0 0-16,1-1 0 0,-1-1 0 16,-1 1 0-16,2 1 0 0,-2-2 0 0,2 4 0 15,-2-2 0-15,1 0 0 0,-1 0 0 16,0 0 0-16,3 0 0 0,-3 0 0 0,0 0 0 16,2 0 0-16,-1 0 0 0,-1 0 0 0,0 0 0 15,0 0 0-15,3 0 0 0,-3 0 0 0,2 0 0 16,0 0 0-16,-1 0 0 0,-1 0 0 15,2 0 0-15,-1 0 0 0,-1 0 0 16,0 0 0-16,2 0 0 0,-2 0 0 0,0 0 0 16,0 0 0-16,0 0 0 0,0 0 0 0,0 0 0 15,2 0 0-15,-2 0 0 0,0 0 0 0,0 0 0 16,1 0 0-16,-1 0 0 0,0 0 0 16,0 0 0-16,2 0 0 0,-2 0 0 0,0 0 0 15,0 0 0-15,0 0 0 0,0 0 0 16,0 0 0-16,0 0 0 0,0 0 0 0,0 0 0 15,0 0 0-15,0 0 0 0,0 0 0 16,0 0 0-16,0 0 0 0,0 0 0 0,-2 0 0 16,2 0 0-16,-3 0 0 0,1 0 0 0,-2 0 0 15,0-2 0-15,-2 2 0 0,-2-1-84 16,0 1-216-16,-1-3-253 0,-2 1-324 0,0-1-410 16,-1 3-483-16,0 0-92 0,1 5 736 0</inkml:trace>
  <inkml:trace contextRef="#ctx0" brushRef="#br2" timeOffset="60596.31">13388 6385 216 0,'5'-1'468'16,"-3"-2"192"-16,-1 0 122 0,1 0-187 15,-1 1-141-15,1-1-57 0,-2 3-17 0,2-1-2 16,-1 1-21-16,-2-2-49 0,-1 1-61 16,0-1-55-16,-2 2-34 0,-1 0 12 0,-2 0 25 15,0 0 18-15,-3 2 1 0,2-2-6 0,-3 1-22 16,0-1-41-16,0 0-42 0,-1 0-29 15,-3 0-18-15,3-1-13 0,-3-1-8 0,1 1-5 16,1-2-6-16,-1 0-4 0,-3 0-3 16,0 0-3-16,1-1-1 0,-3 1-4 0,1 1-1 15,-1-1 0-15,0 0-3 0,-3-2-1 0,2 2 0 16,-2 0-1-16,-1-1 0 0,1 0 1 0,-3 2 2 16,1-3 2-16,0 2-1 0,-1 0 1 15,0-1 0-15,-2 1-1 0,0-2 0 0,0 2 1 16,-3-1 0-16,-1-1-1 0,-2 3 0 15,-1-4 0-15,-1 3 2 0,-3 1 2 0,2-1 3 16,-3 0-1-16,1 3 2 0,-2-2 1 0,0 2-4 16,1-3 0-16,-2 3-1 0,0 0 1 15,-2 0 0-15,2 3 1 0,0-3 0 0,-2 0-1 16,0 2-2-16,1-2 0 0,-1 0-1 16,0 0-1-16,-1 0-1 0,1 0-1 0,1 0 0 15,-1 0-3-15,2-2-1 0,-2 2 1 0,2-3 1 16,1 1 2-16,-2 1 1 0,1-2 2 15,0 0 0-15,-3 0 0 0,2 0-1 0,-2 0 0 16,1 0 1-16,-1 0 0 0,-2 0 1 0,0 2 0 16,-3-2 0-16,1 0 1 0,0 0-1 15,-1 0-1-15,1 0 0 0,0 0-2 0,1 0 0 16,0 0-2-16,1-2-1 0,1 3-2 0,0-3 1 16,3-1 1-16,-1 4-1 0,0-4 0 15,1 1-1-15,0 1 0 0,1 0-1 0,0-1 3 16,0 1 1-16,0-4 2 0,-2 2 0 0,2 0 0 15,0 0 1-15,2-2-4 0,-1 1 0 16,0 1-2-16,1-5-1 0,-1 4-1 0,2-2 0 16,0 2 0-16,1-2 2 0,-1 2 0 0,1-3 2 15,1 1 3-15,-1 0 3 0,0 0 1 16,0 0 0-16,2 2 1 0,-1-2-1 0,1 0-4 16,-4 1-1-16,3 0-2 0,-3-3-2 0,1 3 0 15,0-1-1-15,-4 0-1 0,4 0 1 16,-2 0-2-16,-1-1 0 0,2 0 0 0,-1 2 0 15,2-2 2-15,-1 0 0 0,2 0 3 0,1-1 2 16,-1 1 3-16,1-2 2 0,0 0 3 16,3 1-4-16,0-1-2 0,1 0-3 0,0 0-2 15,2 0-2-15,2 0-4 0,-2 0 3 16,0 2 0-16,1-2 4 0,-1 1 2 0,0 1 1 16,0 0-1-16,0 0 4 0,3 1 1 0,-3 0-3 15,0 0-2-15,0 2 0 0,0-1-4 16,-2 0-2-16,1 1 0 0,-1 1 0 0,0-1 0 15,-2 1 0-15,5-2 0 0,-4 2 0 16,3-1 0-16,1 1 0 0,-1 0 0 0,2 0 0 16,-1-2 0-16,3 2 0 0,-1-1 0 15,0 1 0-15,2 0 0 0,-2 0 0 0,3 1 0 0,-1-2 0 16,-2 1 0-16,0 0 0 0,0 0 0 16,-1 0 0-16,1 0 0 0,1 0 0 15,-1 1 0-15,1-1 0 0,-1 0 0 0,0 2 0 16,0-1 0-16,-1 1 0 0,1-1 0 15,1 2 0-15,-2-2 0 0,-1 3 0 0,1-3 0 0,-2 2 0 16,0 0 0-16,0 0 0 0,0 2 0 16,0-1 0-16,0 1 0 0,3 1 0 0,-1 0 0 15,2 0 0-15,2 0 0 0,1 0 0 16,-1 1 0-16,4-1 0 0,0 2 0 0,0-2 0 16,4 1 0-16,-3 1 0 0,2-1 0 0,1-1 0 15,-1 1 0-15,1-1 0 0,0 2 0 16,0-2 0-16,-1 2 0 0,2-2 0 0,-2 1 0 15,1-1 0-15,-1 1 0 0,1 1 0 16,-1 0 0-16,-2-1 0 0,3 0 0 0,-3 1 0 16,1 1 0-16,-2 0 0 0,1 0 0 0,0-1 0 15,-1 4 0-15,0-1 0 0,-2-1 0 16,0 2 0-16,-1 0 0 0,0 1 0 0,-2-1 0 16,0 0 0-16,0 2 0 0,-2-1 0 0,0 2 0 15,3-1 0-15,-3 0 0 0,2 0 0 16,0 0 0-16,-1 2 0 0,4-2 0 0,-3 1 0 15,1-1 0-15,-1 3 0 0,1 0 0 16,0-2 0-16,-1 1 0 0,0 1 0 0,3-1 0 0,-1 1 0 16,0 2 0-16,1-2 0 0,0-1 0 15,1 2 0-15,0-1 0 0,3 1 0 0,0-2 0 16,-1 1 0-16,2 0 0 0,-1 1 0 16,2-3 0-16,-1 2 0 0,0 1 0 15,3 0 0-15,-2-1 0 0,0 1 0 0,0 0 0 0,0 0 0 16,2-1 0-16,0 1 0 0,-1 1 0 15,3-2 0-15,-1 2 0 0,1-3 0 0,1 2 0 16,-1 0 0-16,0 0 0 0,2 2 0 16,1 0 0-16,-2-1 0 0,1 1 0 0,-1 2 0 15,0 0 0-15,0 1 0 0,3-1 0 16,-3 0 0-16,2 3 0 0,-1 0 0 0,-1-1 0 16,3 1 0-16,-1 0 0 0,-2 2 0 0,4 0 0 15,-1-1 0-15,-1 4 0 0,1-1 0 16,0-1 0-16,0 3 0 0,3 0 0 0,-2 0 0 15,0 1 0-15,2 1 0 0,1 0 0 16,-1 2 0-16,0-1 0 0,2 2 0 0,0-1 0 0,0 0 0 16,1 3 0-16,-1-2 0 0,3 0 0 15,-2 0 0-15,1 0 0 0,1-2 0 0,0 3 0 16,0-3 0-16,1 1 0 0,1-1 0 16,0 0 0-16,-1 0 0 0,3-1 0 0,0 1 0 15,2-1 0-15,-1 0 0 0,0 2 0 0,1-1 0 16,1 0 0-16,0 1 0 0,0 0 0 15,-1-1 0-15,2 1 0 0,1 1 0 0,-1-2 0 16,0 1 0-16,2 0 0 0,2 1 0 16,-2-4 0-16,4 3 0 0,-1-2 0 0,1-2 0 15,2 2 0-15,3-2 0 0,-2-1 0 16,4 1 0-16,-2-1 0 0,3-2 0 0,0 1 0 16,3 0 0-16,-2-3 0 0,2-1 0 15,0 3 0-15,2-3 0 0,0 1 0 0,1-1 0 0,-1 1 0 16,3-2 0-16,0 0 0 0,0 1 0 15,-1 1 0-15,4-2 0 0,-2 0 0 0,1 1 0 16,1-2 0-16,-1-1 0 0,1 1 0 16,0-3 0-16,2 1 0 0,-2-2 0 0,4-1 0 15,-1-2 0-15,3-1 0 0,0 0 0 0,0 0 0 16,2-2 0-16,-1-1 0 0,1 2 0 16,1-3 0-16,1 1 0 0,2 0 0 0,0 0 0 15,-2-1 0-15,4 0 0 0,-4 1 0 0,1 0 0 16,-1 0 0-16,-2-1 0 0,2 1 0 15,-4-1 0-15,1 2 0 0,2-1 0 0,-2 2 0 16,0-2 0-16,2-1 0 0,-2 1 0 16,1 0 0-16,0 0 0 0,0 0 0 0,-1-2 0 15,2 1 0-15,0 0 0 0,0 0 0 16,2-3 0-16,-1 0 0 0,1 4 0 0,-2-3 0 0,1 0 0 16,0 0 0-16,-1 0 0 0,1 0 0 15,-1 0 0-15,1 0 0 0,1-2 0 0,-3 2 0 16,2-2 0-16,-1 1 0 0,1 0 0 15,-3-1 0-15,2-1 0 0,1 0 0 0,-2 0 0 16,2-1 0-16,-2-1 0 0,2 0 0 0,-4 0 0 16,1-1 0-16,1 0 0 0,-2 2 0 15,-2-3 0-15,1 2 0 0,1-2 0 0,-1 0 0 16,-1 2 0-16,-1-1 0 0,0 2 0 0,2-2 0 16,0-1 0-16,-1 1 0 0,-1 1 0 15,2-3 0-15,1 2 0 0,-1-3 0 0,0 2 0 16,2-1 0-16,-1 1 0 0,-1-1 0 15,0-1 0-15,-1 2 0 0,0-1 0 0,-2 1 0 16,0 0 0-16,0-1 0 0,0-1 0 0,-2 4 0 16,2-3 0-16,-2 3 0 0,0-2 0 0,2 2 0 15,-4 0 0-15,1 0 0 0,0 1 0 16,-1 0 0-16,-1-1 0 0,0 0 0 0,0 2 0 16,0 0 0-16,0-1 0 0,-1 1 0 15,1 1 0-15,2-1 0 0,-2 2 0 0,3-2 0 16,-2 3 0-16,1-2 0 0,0 3 0 15,-1-4 0-15,1 5 0 0,-1-3 0 0,1 2 0 16,3 0 0-16,-2-1 0 0,0 1 0 0,2 1 0 16,0 0 0-16,0-3 0 0,1 3 0 0,0-2 0 15,-1 1 0-15,2-1 0 0,-1-1 0 0,1-1 0 16,0 1 0-16,1-2 0 0,2-2 0 16,-2 1 0-16,3-3 0 0,-2 2 0 0,0-3 0 15,1 1 0-15,-2 0 0 0,2-1 0 16,0-1 0-16,2 0 0 0,-2 2 0 0,1 0 0 15,3 2 0-15,-3-3 0 0,2 3 0 16,-2 0 0-16,3 1 0 0,0 0 0 0,-1-1 0 16,4 0 0-16,-2 0 0 0,2 0 0 15,-1-1 0-15,1 2 0 0,-2-4 0 0,2 2 0 16,-1 0 0-16,1-1 0 0,0 0 0 0,0-1 0 16,-3 0 0-16,3-1 0 0,-2 2 0 15,2-1 0-15,-1 0 0 0,0-1 0 0,0 2 0 16,1 0 0-16,-1-1 0 0,1 1 0 0,-2-2 0 15,2-1 0-15,-1 2 0 0,-2-1 0 0,1 0 0 16,0-2 0-16,0 1 0 0,-1-2 0 0,0 1 0 16,1 0 0-16,0 0 0 0,-2-2 0 15,1 1 0-15,-1-1 0 0,0 1 0 0,1-2 0 16,1 1 0-16,-2 0 0 0,2-1 0 16,1 1 0-16,-4 0 0 0,-2-1 0 0,2 1 0 15,-2-1 0-15,-2 2 0 0,0-2 0 16,0-1 0-16,-3 1 0 0,-2-2 0 0,0 0 0 15,-1-1 0-15,-2-1 0 0,0 1 0 0,-2-3 0 16,-1 2 0-16,-2-2 0 0,-1 0 0 16,0 2 0-16,0-2 0 0,-2 2 0 0,-3 0 0 15,3 0 0-15,-2 2 0 0,-2-1 0 16,2 1 0-16,-2-1 0 0,1 2 0 0,-2 0 0 0,1 0 0 16,-1-1 0-16,-1 1 0 0,1-2 0 15,-1 0 0-15,0 1 0 0,-2-2 0 16,0-1 0-16,-1-1 0 0,-2 0 0 0,2-1 0 15,-4-2 0-15,2 1 0 0,-3-1 0 16,0 0 0-16,-1-2 0 0,-3-2 0 0,4 2 0 0,-3 1 0 16,-1-1 0-16,0 1 0 0,-1 0 0 15,0-1 0-15,0 1 0 0,-1 3 0 0,2-1 0 16,-1 0 0-16,-1-1 0 0,3 3 0 16,-2-2 0-16,0 0 0 0,-1 0 0 0,1 2 0 15,2-3 0-15,-1 1 0 0,1-2 0 16,0 1 0-16,-2-1 0 0,2 0 0 0,0 2 0 15,-2-2 0-15,3 0 0 0,-3 0 0 16,0 0 0-16,1 1 0 0,-3 1 0 0,-1-1 0 0,0-1 0 16,-1 4 0-16,1-2 0 0,-4-2 0 15,0 3 0-15,0 1 0 0,-2-2 0 0,0 1 0 16,0 2 0-16,-1 0 0 0,-2 0 0 16,3 1 0-16,-2 0 0 0,1 2 0 0,-4-2 0 15,3 2 0-15,0 0 0 0,0 0 0 0,-1 1 0 16,1-2 0-16,0 1 0 0,-3 0 0 15,3 3 0-15,-1-3 0 0,1-1 0 0,-5 2 0 16,2 2 0-16,1-3 0 0,-2 2 0 16,1 2 0-16,-2-2 0 0,1 1 0 0,0 1 0 15,-3 0 0-15,0 1 0 0,1 2 0 0,-2-1 0 16,-1 1 0-16,1 4 0 0,-1-4 0 16,-2 5 0-16,1-3 0 0,0 3 0 0,0 1 0 15,-1 0 0-15,-1 0 0 0,0 1 0 0,0 1 0 16,-2 1 0-16,1 0 0 0,-1 2 0 15,-1-2 0-15,-3 2 0 0,2 0 0 0,-1 1 0 16,-2 0 0-16,0 0 0 0,-1 0 0 0,-2 0 0 16,0 1 0-16,0 1 0 0,0 0 0 15,-2-1 0-15,1 1 0 0,-3 1 0 0,1 0 0 16,1-2 0-16,-1 1 0 0,0 1 0 16,3-2 0-16,-2 0 0 0,2-1 0 0,0 1 0 15,3-1 0-15,-1-4 0 0,0 3 0 0,1-1 0 16,0-3 0-16,1 0 0 0,-1 1 0 0,-1 0 0 15,3-2 0-15,-2 0 0 0,2 0 0 16,-2 0 0-16,4 0 0 0,0 0 0 0,-1 1 0 16,2 0 0-16,1 1 0 0,-1-1 0 15,0 4 0-15,2-1 0 0,-4 2 0 0,-1 1 0 16,-4 5 0-16,-1 1-11 0,-3 4-145 0,-2 0-146 16,-3 1-254-16,-3-2-322 0,-3 2-407 0,-5-2-486 15,0-1-70-15,-5-1 759 0</inkml:trace>
  <inkml:trace contextRef="#ctx0" brushRef="#br2" timeOffset="62196.1">6499 7243 53 0,'-12'6'333'0,"-2"0"215"16,1-1 183-16,-1-1 5 0,3-1-191 0,1 2-96 15,-1-2-16-15,5-2-17 0,-1 1-29 0,1 1-41 16,-2-3-40-16,4 1-19 0,0 0-21 15,1-1-16-15,0 0-17 0,1 0-21 0,1 0-28 16,-1 0-41-16,2 0-45 0,0 0-38 16,0 0-27-16,0 0-17 0,3 0-11 0,-1 2-7 15,0-2-6-15,2 0 3 0,1 0 3 0,4 0 4 16,1 0 5-16,1-2 4 0,6 2 3 0,-1-1 2 16,3 0 3-16,3-2 7 0,-1 1 4 15,4 1 2-15,2-2 2 0,0 0 4 0,5 0 2 16,-1-2-6-16,2 1-4 0,2-2-4 15,-1-1-1-15,0 1 0 0,2-1-2 0,-1 0-1 16,-2-1-2-16,2 1-1 0,-1-1 5 0,0-1-5 16,-2 2-4-16,0 0-2 0,-1-3-1 15,1 3 2-15,-2-1-6 0,-2 1-2 0,2-1-2 16,-1-1 1-16,-2 2-1 0,1-1-1 0,-1-1 1 16,-3 1-6-16,1-3 4 0,0 0 1 15,1 1 2-15,-3-2 0 0,1 0-1 16,0 0 5-16,-2 0-4 0,0-2-2 0,-1 3-2 15,-1 0-1-15,-1 0-1 0,-1 0 0 0,0-1 0 16,-3 3 1-16,2-1-2 0,-1 1 1 0,1 0-2 16,-1-1 2-16,0 1 1 0,-2 0-1 0,2-1 2 15,0-1 0-15,1-2 2 0,-2 0 1 16,0 0 0-16,1-2-1 0,1-1 1 0,-4-2-2 16,3 1 0-16,-2 0-1 0,0 0-1 15,-2 1 0-15,0 1 0 0,1 0 0 0,-2 2 0 16,0-3 0-16,0 3 0 0,1 0 0 0,-2-1-1 15,1-1 0-15,3 2-1 0,-3-2 2 16,1-1 0-16,2 2 1 0,-1-3 0 0,0 1 1 16,2-1 1-16,0-1-1 0,-2 0-1 15,3 0 0-15,-3-1 1 0,0-2 0 0,-1 1-2 16,-1-3 2-16,0 1-2 0,-1-3 1 0,-2 1 0 16,-2-4-1-16,0 3 1 0,-1-1 0 0,-2 0 2 15,0 0-2-15,-1 3 0 0,-2 1 1 16,1 3-2-16,-1-1 0 0,2 3 0 0,-2 1-1 15,0 3 0-15,2 1-1 0,-1 0-1 16,1 1-1-16,1 3-1 0,0 0-1 0,2 3-3 16,-1-2-13-16,1 2-19 0,0 2-63 0,2 1-69 15,-1 2-126-15,1 4-241 0,0 0-303 16,1 5-353-16,-2-1-265 0,3 3-98 0,-2 2 482 16,1 2 681-16</inkml:trace>
  <inkml:trace contextRef="#ctx0" brushRef="#br2" timeOffset="63791.32">11453 6259 125 0,'0'0'371'0,"-2"-3"202"0,2 1 158 16,-1 2-113-16,1 0-132 0,0 0-89 15,1 2-35-15,-1 1-17 0,0-1-9 0,2 1-18 16,-2 1-35-16,0 0-27 0,2 3-36 16,-2-1-28-16,1 0-29 0,-1 1-16 0,3-1 12 15,-1 0 9-15,1 1-1 0,0 1-12 0,-1-2-7 16,4 2-20-16,-3 0-26 0,0-1-27 0,-1 0-16 16,1 2-7-16,2 0-8 0,-2 0-4 15,2 1-5-15,-2 1 2 0,2 2-1 0,-1-3-3 16,-2 3-3-16,3-1-2 0,0 0-2 15,0 3-7-15,-1-5-2 0,2 3-4 0,-1-3 1 16,1 4 0-16,1-3 2 0,2 1-1 0,-1 1 2 16,2 0 1-16,-1-1 3 0,2 0-1 15,0 1 2-15,-1-1 0 0,2 3 2 0,0-2-3 16,2 2 0-16,-3-2 0 0,0 2-3 0,3 1 0 16,-1-2-2-16,-1 1-1 0,1 1-2 15,-2 1 0-15,0-1-1 0,0 3 2 0,-1-3 4 16,2 3 3-16,-2 0 1 0,-2 2 1 15,1 0 2-15,-1-1-2 0,-1 2-2 0,-1 1-3 16,1-1-2-16,0 1-4 0,-1 0-2 0,1 1-3 16,0-2-1-16,1 0-2 0,-1-1 0 15,2-2-1-15,-1 0 1 0,3 0 0 0,-1-4 2 16,2 1 2-16,1-2 2 0,0 0 3 0,3-1 2 16,-2-1 3-16,3-2-17 0,0 0-1 15,1 1 0-15,1-1 0 0,-2-1 0 0,4 1 0 16,-2-1 0-16,0-1 0 0,1-1 0 15,-2 0 0-15,2-1 0 0,-1 0 0 0,0 0 0 16,-1-1 0-16,-2 0 0 0,2-2 0 0,-2 0 0 16,2 3 0-16,-1-4 0 0,-3 1 0 0,3 0 0 15,-2 0 0-15,2 0 0 0,-2 0 0 16,0 1 0-16,0-2 0 0,0 1 0 0,0 0 0 16,0 0 0-16,1 0 0 0,0 0 0 15,0-2 0-15,1 3 0 0,-1-1 0 0,1-2 0 16,-1 1 0-16,2-1 0 0,0 2 0 0,-3-2 0 15,2 1 0-15,-1 0 0 0,0 0 0 16,0 1 0-16,-1-2 0 0,-2 0 0 0,3 0 0 16,-3-1 0-16,-1 3 0 0,2-3 0 0,-4 0 0 15,4 0 0-15,-3 0 0 0,-1-3 0 16,1 2 0-16,-2-1 0 0,1-3 0 0,-1 3 0 16,1-3 0-16,-1 1 0 0,-1 0 0 15,1 0 0-15,1 0 0 0,-2 1 0 0,1-1 0 16,-1 1 0-16,-1 0 0 0,1 2 0 0,-1-3 0 15,1 3 0-15,0-1 0 0,-1-1 0 0,0 2 0 16,1-2 0-16,-3 1 0 0,3-1 0 16,-3 2 0-16,3 0 0 0,-4-3 0 0,3 2 0 15,-2 2 0-15,-1-3 0 0,0 2 0 16,0 0 0-16,-1 1 0 0,0 0 0 0,-1 0 0 16,1 0 0-16,-3 1 0 0,2 0 0 15,-1 2 0-15,-1-3 0 0,-1 4 0 0,1-1 0 16,-2 0 0-16,1 0 0 0,-1 0 0 0,-3 0-24 15,-1-2-257-15,1-1-246 0,-1-1-315 16,1-1-400-16,-1 1-477 0,-2-2-164 0,3 0 617 16,-1 0 869-16</inkml:trace>
  <inkml:trace contextRef="#ctx0" brushRef="#br2" timeOffset="71226.66">12541 4131 27 0,'-2'6'396'15,"1"-1"310"-15,-3-1 203 0,3 1 31 16,-1-4-366-16,2 0-250 0,0 3-142 0,0-4-98 16,0 0-48-16,0 2-26 0,2-2-7 15,-1 0-3-15,4 0 0 0,0 0 38 0,4-2 42 16,-1 2 71-16,2-4 49 0,5 2 28 0,0-3 7 16,2 1-35-16,2 0-35 0,3-2-44 15,2-1-34-15,1-1-24 0,1 0-15 0,4-2-8 16,0 1-7-16,2-2-12 0,-1 1-12 15,4-2-4-15,-1 1-6 0,1 0 28 0,2-1 38 16,1 0 18-16,1 2 13 0,1-3 5 16,1 3 2-16,1-2-24 0,0 0-30 0,1 1-14 0,2 2-15 15,-2-2-7-15,3 4-4 0,-4-2 1 16,1 2 0-16,1 0-9 0,-2 2 4 0,2 1 2 16,-5-1 2-16,4 0 21 0,-1 1 8 15,-2 1 11-15,1 1-2 0,0 0 2 0,1 0 0 16,-4 0-20-16,2 0-11 0,0 2-5 0,0 0-5 15,1-3-2-15,1 2-2 0,3 0 12 16,2 0 8-16,2-2 5 0,2 1 2 0,2-2-3 16,1 2 1-16,2-3-14 0,2 1-6 0,1-1-5 15,1 0-3-15,1 2 3 0,4 1 0 16,2-1 0-16,4-1 0 0,1 0 0 0,1 0-2 16,3-1-2-16,0 1-2 0,3 0 0 0,-3-2 0 15,5 2 2-15,-4-1 2 0,2 1 4 16,3-1 1-16,-1 3 0 0,1-3-1 0,0 4-3 15,-2-3-4-15,2 2-2 0,-5 0-1 0,2 0 1 16,-3 1 0-16,3 1 5 0,-3-2 1 0,3 2 1 16,0 0-2-16,0 2-1 0,0-2 0 15,-1 0-2-15,2 1-2 0,-2-1-1 0,2 0 2 16,1-1 4-16,-2 1 0 0,3-2 2 0,0 1 2 16,1-2-2-16,-1 2-2 0,0-2-2 15,-3 2-4-15,2-1 0 0,-3-1 0 0,0 3 3 16,0-2 2-16,1 1 3 0,-3-1 2 0,5 2-2 15,-3-1 0-15,-2-1-3 0,2 1-5 16,-4-1-1-16,2 1-1 0,-2-1 5 0,-1 1-1 16,0 0 4-16,0-1 3 0,-4 0 1 15,4 0 2-15,-2-2-4 0,0-1-2 0,-1-1-2 16,1 1-1-16,-1-5-2 0,-2 1-1 0,1-2 2 16,2-1 3-16,0-4 1 0,-1 1 2 15,1-1 3-15,0 0-1 0,-1-1 0 0,0 0-3 16,-1 0-2-16,-3 0-2 0,1 1-2 0,-2 0-4 15,-4 2-1-15,1-2 3 0,-4 2 3 16,1 0 3-16,-4 1 1 0,-2-2 2 0,0 3 3 16,-1-3-2-16,0 1 0 0,-2-1-3 0,-2 1 1 15,-1-2-2-15,-2 1-1 0,-2-1-2 16,-2 1-3-16,2-3 1 0,-5 1-1 0,-2-1 0 16,1 2 2-16,-1-2-1 0,-3 1 3 15,-2-1 9-15,1 0 3 0,-2 1 3 0,0 1 1 16,-1 0 4-16,-4-1-1 0,1 1-6 0,0 0-3 15,0-2 1-15,-3 2-1 0,0 1-1 16,0-1-1-16,1 1 0 0,-1-2-8 0,-2 2-4 0,1 0-4 16,0 0 0-16,0 2-2 0,-2 0-1 15,-2 1 6-15,-2 2 2 0,3 1 2 0,-6 1 1 16,3 0 2-16,-7 1 1 0,-1 2 10 0,1 2 6 16,-2 1 9-16,-2-3 7 0,0 4 7 0,-4 0 3 15,1 1-5-15,-1-2-5 0,1 2-6 16,1 0-7-16,-3 0-5 0,0 0-6 0,0 0-2 15,1 0-3-15,-1 0-2 0,0 0 0 0,0 0-2 16,0 0 0-16,0 0 0 0,-1 0 0 0,1 0-1 16,0 0 0-16,-3 2-1 0,1-2-1 0,1 1 0 15,-1 0-2-15,-3 4-7 0,1-3-8 16,-1 3-17-16,-3-3-46 0,-1 4-66 0,-3-1-73 16,1 0-127-16,-1-3-192 0,0 1-308 0,-2-1-280 15,3-1-218-15,2-2-70 0,-4-2 402 0,4 0 550 16</inkml:trace>
  <inkml:trace contextRef="#ctx0" brushRef="#br2" timeOffset="71688.84">21891 2571 193 0,'0'0'826'0,"-3"-2"441"0,-2 2 40 0,1-5-168 15,-1 5-417-15,2-1-272 0,1 1-128 16,-1-1-69-16,2 1-42 0,-1 0-36 0,0 0-47 16,2-2-51-16,0 2-32 0,0 0-28 0,0 0-18 15,4 0-8-15,-1 2-1 0,3-2 5 0,3 0 3 16,3 1 1-16,4-1 1 0,1 0-1 16,3 0 1-16,1 0-1 0,4 1-1 0,1 4 11 15,2-3 7-15,0 2 7 0,1 3 3 0,1 1 5 16,-2 1 3-16,2 3-4 0,0 0-5 15,0 2 8-15,-4 1 3 0,-1 0-2 0,0-2-1 0,-3 2 2 16,-4 0 2-16,-1-1-6 0,-1-2-2 16,-3 0 2-16,-4 0 4 0,-1-2 3 0,1 1 2 15,-5-3 0-15,-1 2 3 0,-3-2-2 0,-2 2-2 16,1-1-2-16,-6 1-4 0,-2 0-4 0,0 1-7 16,-3 1-4-16,-2 1-4 0,1 1-6 0,-4 0-2 15,1-1-3-15,1 2 0 0,-1-2-1 0,-3 0-2 16,2 0 0-16,2-1-1 0,1 0 0 0,0-1-2 15,2-2 0-15,0 2-2 0,4-4-9 16,0 0-15-16,2-1-24 0,0 2-58 0,3-4-87 16,1 2-180-16,2-1-276 0,2-3-329 15,1 2-398-15,-2-4-307 0,4-2 99 0,-1-2 807 16</inkml:trace>
  <inkml:trace contextRef="#ctx0" brushRef="#br2" timeOffset="73106.02">23594 1296 119 0,'5'0'401'0,"-2"0"255"0,3-2 243 16,-3 2-54-16,-1-3-134 0,0 0-112 0,-2 1-56 16,0-2-32-16,1 1-69 0,-1-1-83 0,2-1-62 15,-2-1-48-15,-2 2-52 0,2-3-54 0,-1 0-32 16,-3 1-19-16,1 0-15 0,-3 0-9 0,2-1-7 15,-3 0-8-15,2 4-9 0,-1-2-6 0,-2 0-9 16,0 2-6-16,-1 0-7 0,1 2-5 0,-5 1-3 16,4 0-4-16,-5 2-1 0,2 2-3 0,0 3 0 15,-2 0-1-15,-1 4-2 0,1 3 1 0,1 0 0 16,-1 4 0-16,2 5-1 0,0-2 2 0,2 3-1 16,0 3 6-16,2 1 2 0,0-1 4 15,4 2 2-15,-1 1-5 0,3 2-2 0,0-2-6 16,6 3-2-16,-3-1-3 0,4 0-2 0,3 0 5 15,0 0 2-15,1-2 2 0,4 1 0 16,0-3-1-16,1-1 0 0,3-2-1 0,0-5 0 0,3 1 1 16,2-6-1-16,0 0 2 0,0-3-1 15,3-3 1-15,2-3 0 0,0-2 0 0,0-2 0 16,-2-4 1-16,-3 1 1 0,0-2 1 0,-3-3-1 16,-3 2 2-16,1-2 0 0,-4-1 4 0,0-3 4 15,-4 1 8-15,1 0 5 0,-4 0 7 0,2-2 4 16,-3 1 2-16,-4 0-1 0,-1-2-6 0,-1 0-5 15,-4-1-5-15,-3 1-6 0,0-2-6 16,-1 0-3-16,-4 1-2 0,-1-2-2 0,-2 1-2 16,0 2 1-16,-1-1-1 0,-1 2 0 0,1 1 3 15,0 1 2-15,-2 1 2 0,2-1 0 0,-1 5 0 16,1-2 0-16,2 2-2 0,1 0-2 16,1 1-1-16,4 2-1 0,-2-1-1 0,5 1 0 15,-1-1 0-15,2 1-2 0,2-1 0 0,-3 2-2 16,5-2 0-16,-1 2-1 0,1-1 0 0,1 1 0 15,0 0-1-15,1 1 0 0,2 1 1 16,3 0 1-16,-1-2-1 0,1 1 2 0,3 1-2 16,0-1-7-16,-1-1-9 0,1 2-14 0,4-1-17 15,-4 2-29-15,3-3-58 0,-2 2-69 0,2-1-125 16,-3 0-202-16,4 1-294 0,-2 1-341 16,0 0-272-16,-2 1-108 0,1 2 446 0,-2 1 639 15</inkml:trace>
  <inkml:trace contextRef="#ctx0" brushRef="#br2" timeOffset="73591.17">24186 2071 386 0,'7'3'944'0,"-4"-3"338"0,1 2 29 16,-1-1-247-16,-1-2-323 0,1-1-246 16,-2 1-143-16,-1-3-78 0,2-1-71 0,0-2-65 15,-2-1-42-15,0-2-25 0,1-3-11 0,1-2-13 16,1-2-8-16,1-3-9 0,0-6-8 0,0-2-8 16,1-4-6-16,3-4-3 0,0-3-2 15,1-1-3-15,3-2 0 0,-3-1-1 16,5 0 2-16,-2 3-1 0,1 2 0 0,-1 1 2 0,2 3-1 15,-5 5-1-15,3 1 0 0,-2 6 0 0,-2 3 1 0,-1 3 0 16,-1 3-1-16,-3 2 1 0,3 4-1 16,-2 1 1-16,-1 2-1 0,0 1 1 0,0 3 1 15,4 1 2-15,-3 4 0 0,1 1 1 0,3 2 2 16,-2 5-1-16,2 0 2 0,-1 5 0 0,2 0 1 16,-1 6 0-16,2-3 1 0,-1 3 0 0,0 3 1 15,1-1-1-15,1 1 0 0,-3 0-3 16,0-2-1-16,0 0-2 0,1 0 0 0,1 0-1 15,-2-1-2-15,-2-3 0 0,3-1-2 0,-2-1-1 16,-1-1-1-16,0-2 0 0,0 0-1 0,-2-2 0 16,-1-3 1-16,-2 0-1 0,1-2-5 15,-4-1-11-15,1-2-18 0,-2 1-31 0,-3 0-63 0,-2-3-76 16,0 2-118-16,-6-4-164 0,2 0-263 16,-2 0-306-16,-2-2-241 0,2-2-126 0,-3-1 287 15,1 0 537-15</inkml:trace>
  <inkml:trace contextRef="#ctx0" brushRef="#br2" timeOffset="73809.5">24338 1769 241 0,'-2'-4'778'0,"0"3"397"0,2 0 41 0,-1 1-282 15,1-2-312-15,0 2-221 0,1 2-140 0,6 0-50 16,0 3-6-16,5-1 6 0,-1 0-15 0,4 1-20 16,-2 0-33-16,4-1-34 0,1 0-36 15,-1 0-17-15,2-2-21 0,0 0-14 16,0 0-9-16,0-1-6 0,0 0 1 0,0-1-3 0,-1 2 0 15,-1-2-4-15,-3 0-16 0,2-2-43 16,-3 1-55-16,1 0-64 0,-6-4-112 0,1 0-156 16,-1-2-195-16,0 0-268 0,-2-2-229 0,-1-1-148 15,0-3 184-15,0 0 438 0</inkml:trace>
  <inkml:trace contextRef="#ctx0" brushRef="#br2" timeOffset="76903.53">24927 1471 145 0,'8'-2'540'0,"-3"0"401"16,-2-1 227-16,-1 3-180 0,1-1-238 0,-2-1-139 15,-1 2-115-15,2 0-92 0,0 2-71 0,-2-2-51 16,1 1-48-16,-1-1-63 0,0 3-59 16,2 0-40-16,-2 1-20 0,0 5-9 0,-2 3-3 0,2 6-2 15,-1 3 4-15,1 5 1 0,-2 3-3 16,2 5-7-16,-2 1-6 0,2 3-1 0,2-1-5 16,0 1-6-16,-1-3-3 0,7-2-3 0,-4-5 3 15,3-1-1-15,-1-4-2 0,4-5-1 0,-1-2 1 16,1-4 0-16,-1-1-1 0,2-7 8 0,0 0 6 15,1-8 6-15,2-3 4 0,-1-6 3 0,0-3 0 16,0-5 0-16,1-1-1 0,-1-4 1 16,-3 2-2-16,0-4-2 0,-1 3-4 0,-5 2-5 15,0-1-6-15,-1 0-1 0,-2 1-4 0,3 3-1 16,-4-2-10-16,0 6 0 0,0-1 0 0,0 4 0 16,0 2 0-16,0 2 0 0,0 2 0 15,0 1 0-15,0 2 0 0,0 2-13 0,2 0-13 16,2 4-12-16,-1-1-21 0,2 2-30 0,-1 0-71 15,1 3-81-15,2 0-158 0,0-4-279 0,0 4-322 16,1-1-380-16,1-1-217 0,4 2 79 16,-2-3 708-16</inkml:trace>
  <inkml:trace contextRef="#ctx0" brushRef="#br2" timeOffset="77251.19">25612 1549 236 0,'-5'-5'1104'0,"2"0"565"0,-3-1-132 15,-1 1-313-15,-2-2-460 0,-2 2-287 0,0 0-201 16,-2 0-99-16,-1 0-50 0,2 0-34 0,-1 4-29 16,0-2-21-16,0 3-14 0,4 0-10 0,-3 3-7 15,3-2-7-15,1 4-2 0,0 0-3 0,3 2-2 16,2-1-1-16,0 2-1 0,3 1 0 0,2 0-1 16,1 1 1-16,3 1 0 0,2 0 1 15,0 1 1-15,6 2 2 0,-2-2-1 0,3 1 1 16,0 3 0-16,2-3 0 0,-3 4 1 0,3-2-2 15,-1-1 2-15,-2 3-1 0,-1-2 0 0,0 3 1 16,-5 0 0-16,-4 0 2 0,0 0 1 0,-4 3 0 16,-4 0 1-16,0 0 0 0,-9 0 0 15,2 2-1-15,-3-2-1 0,-4 1-1 0,-2-1-1 16,-1 2 0-16,-1-4-1 0,-1 0-1 0,3-1-1 16,0-4 4-16,3 0-12 0,2-4-19 0,2-4-27 15,4-1-68-15,3-4-73 0,1-4-138 16,3-5-178-16,6-2-300 0,4-5-337 0,4-3-236 15,2-4-122-15,7-4 373 0,0-4 594 0</inkml:trace>
  <inkml:trace contextRef="#ctx0" brushRef="#br2" timeOffset="77607.08">25828 1483 65 0,'10'-12'666'0,"-5"2"719"0,0 2 214 0,-4 1-217 15,-1 2-426-15,-1 2-351 0,-4-2-199 0,-2 3-154 16,-1 0-84-16,-1 2-48 0,-2 2-34 0,0-1-22 15,-3 4-17-15,-1 2-12 0,0-1-10 0,0 3-7 16,0 3-8-16,2-1-3 0,0 2-3 0,4-1-3 16,1 2-1-16,0 1-1 0,3 0-5 0,4-2-4 15,2 2-1-15,4 0 3 0,3 0 3 0,0-1 0 16,3-1 6-16,3 1 3 0,0-1 2 16,4 1-3-16,-2-2-3 0,-1 1 0 0,0 2 0 15,0-1-1-15,-2 1 1 0,-1 0-1 0,-2 0 1 16,0 0 1-16,-1 1 0 0,-3 1 0 15,-1 1 0-15,-2-3 0 0,1 1 1 0,-4 0 0 16,0 2-1-16,-4-1 0 0,1-2 1 0,-3 3 1 16,-1-1 0-16,0-2-1 0,-3 1 1 0,0-1-2 15,0 0-1-15,2-1-1 0,-4 0-8 0,3-3-14 16,0 1-22-16,1-3-46 0,0-2-75 0,-2-1-113 16,4-1-176-16,1-4-293 0,4-2-335 15,-1-2-320-15,4-1-166 0,1-4 283 0,2-1 657 16</inkml:trace>
  <inkml:trace contextRef="#ctx0" brushRef="#br2" timeOffset="77867.1">26036 1828 194 0,'7'2'834'0,"-2"0"426"0,0-1 88 0,0 2-87 15,3 0-452-15,1 0-316 0,-1 0-151 16,2 0-71-16,0-2-67 0,2 1-77 0,-1-2-36 15,4 0-22-15,0-2-20 0,2 1-15 0,-1-2-10 16,1 0-11-16,4 0-4 0,-4 0-3 0,2 0-4 16,-3 0-1-16,1 0-2 0,-1 1 0 15,-2-2 0-15,-1 4-4 0,-2-2-8 0,-1 2-33 16,-6 0-66-16,0-3-72 0,-3 1-147 0,-1 1-236 16,-3-2-317-16,-2 1-314 0,0 0-227 0,-1 0-18 15,0-1 538-15</inkml:trace>
  <inkml:trace contextRef="#ctx0" brushRef="#br2" timeOffset="78050.27">26318 1570 447 0,'-4'0'1063'0,"-1"5"368"0,-1-1-25 16,1 4-313-16,0 1-422 0,-1 3-242 0,-2 3-132 15,2 1-90-15,-2 2-71 0,0 5-42 16,-1-1-24-16,-1 3-19 0,0 5-14 0,1-4-9 15,-1 4-11-15,2-1-6 0,-1 0-8 0,4 0-2 16,-3-1-27-16,4 1-81 0,-1-4-130 0,0 0-260 16,1-1-290-16,-1-2-379 0,2-2-408 15,-2-1-103-15,-2-4 582 0</inkml:trace>
  <inkml:trace contextRef="#ctx0" brushRef="#br2" timeOffset="78905.08">26764 1524 355 0,'10'-5'759'0,"1"-1"335"15,-5 1 79-15,1 1-315 0,-2 0-244 0,-1-1-144 0,1 2-89 16,-1 2-58-16,0-1-55 0,-1 1-36 16,-2 1-33-16,3 0-43 0,-3 0-48 0,3 0-38 15,-4 1-17-15,1-1-7 0,1 3-1 0,-1 0 2 16,-1 2 3-16,2 1 4 0,1 2 1 0,-2 5-5 16,-1 2-5-16,0 3-4 0,0 3-3 0,-1 3-3 15,-4 4-2-15,1 2-4 0,-3 3-3 0,1 2 0 16,-2 3-3-16,-3 0-2 0,0 3-3 15,-2-1-1-15,2-1 1 0,0 3-2 0,-2-6-3 16,4 0-2-16,-1-3 0 0,3-1-2 0,0-4-5 16,4-2-3-16,0-4-1 0,3-4-1 0,0-1 1 15,1-2 0-15,4-5 1 0,4-1 1 0,3-4 0 16,2-4 0-16,3-2 1 0,7-5-3 0,-2-5-4 16,7-2-2-16,1-4-1 0,1-1-1 15,-1 0-2-15,2-2 2 0,-2 3 3 0,-1-3-1 16,-1 4-7-16,-1-2-14 0,-4 0-23 0,3 0-47 15,-6 3-71-15,2-3-110 0,0 1-172 0,-2 1-290 16,-2-1-326-16,1-1-307 0,-3 1-181 16,1 2 269-16,-4-2 645 0</inkml:trace>
  <inkml:trace contextRef="#ctx0" brushRef="#br2" timeOffset="79225.72">27378 1746 372 0,'-7'18'780'0,"-3"1"350"0,2 5 60 0,-2 3-265 15,-1 3-197-15,3 5-161 0,2 2-132 0,-2 1-107 16,3-1-68-16,1 1-70 0,6-4-65 16,2-3-47-16,4-1-25 0,1-4-10 0,5-5-6 0,2-3-9 15,3-3-4-15,0-6-2 0,2-3-2 16,1-6-5-16,0-3 6 0,-1-3 2 0,2-5 1 16,-2-5-4-16,-2-2 0 0,0-1 6 0,-3-3 0 15,-2-1 2-15,-6-2 2 0,0 2 5 16,-7-4-2-16,-1 1-6 0,-3-4-7 0,-3 0-6 15,-6 0 0-15,0 0-6 0,-2 1-4 0,-2 4-1 16,-2 3-2-16,1 4 0 0,-1 4-8 0,1 4 1 16,0 2 1-16,0 7-2 0,-2 4-1 15,1 3-4-15,1 4-10 0,2 5-18 0,0 2-35 16,4 3-66-16,-2-1-80 0,5 1-146 0,5 2-228 16,1-1-305-16,2-2-314 0,5 0-223 15,0-1-3-15,6-1 539 0</inkml:trace>
  <inkml:trace contextRef="#ctx0" brushRef="#br2" timeOffset="79810.36">27840 1851 419 0,'9'-23'953'16,"-1"2"345"-16,-5 2 34 0,2 1-295 0,-2 3-314 15,0 4-232-15,0 0-148 0,-1 5-90 16,0 2-82-16,-2 2-66 0,1 4-39 0,-1 4-19 0,0 4-14 15,2 8-4-15,-2 1 1 0,1 5 1 0,-1 4 1 16,0 4-7-16,0 2-1 0,0 0-3 16,0 2-8-16,2 2-3 0,0-2-3 0,0-3-2 15,2 0-2-15,-1-3 5 0,-2-3 2 0,4-3 2 16,-2-2 0-16,1-8 0 0,-1 0 3 16,2-3-1-16,-4-5 5 0,4-1 3 0,-1-5-5 15,1-5-2-15,2-2-3 0,1-5-4 0,1-2-8 16,-3-6-4-16,2 0 4 0,0-4 1 0,0 1 0 15,-2-7 0-15,1 2 0 0,-2-5 0 0,4-1-2 16,-5-2 0-16,5-3-1 0,-1 3-1 16,1-2 0-16,0 4 0 0,4 4-1 0,0 1-2 15,-2 5 1-15,0 4-1 0,1 4 1 0,-2 5-1 16,0 0 2-16,0 3 0 0,0 4 1 16,-2 2 0-16,1 2 2 0,-1 0 0 0,-1 0 0 15,-1 5 0-15,2-2 1 0,-4 2 0 0,3-1 0 16,-2 4 1-16,0-1 0 0,-2 2 0 0,-3 1 1 15,0 2 1-15,-2 2 2 0,-3 4 0 0,-3 0 1 16,-4 2 1-16,1 5 2 0,-5 0 3 16,-3 2 3-16,0 1 3 0,0 3 2 0,-2 0 0 15,3-2 0-15,-2 0-5 0,2 1-3 0,1 1-4 16,2-5 1-16,0 4 1 0,2-5 0 0,1 0-2 16,4-4 1-16,1 0-1 0,0-1-3 15,4-5-5-15,1 2 0 0,2-4-2 0,0-1 0 0,4-2-1 16,1-2 0-16,4-2 1 0,-1-4-1 15,5-2 0-15,0-1-5 0,5-5-9 0,3-1-13 16,0-4-19-16,2-2-34 0,2-2-68 16,0 0-66-16,1-4-110 0,-3 2-168 0,0-1-295 15,-1-3-304-15,0 4-221 0,0-1-145 0,-3 1 310 16,1 0 580-16</inkml:trace>
  <inkml:trace contextRef="#ctx0" brushRef="#br2" timeOffset="80078.57">28575 1794 106 0,'-4'-2'706'0,"0"4"506"16,-5 0 209-16,2 3-110 0,1 2-419 0,1 4-314 15,-4-2-185-15,1 5-101 0,0-1-87 16,0 2-61-16,-3 3-37 0,3 1-24 0,0 2-17 16,-1 2-13-16,1 1-5 0,3 0-7 0,0 0-8 15,2 2-8-15,-1-1-6 0,4 2-4 0,0-1-7 16,4-2-6-16,-1 0-2 0,3 0-2 15,1-2 1-15,2-2 0 0,1-3 0 0,2-1 0 16,2-2 0-16,3-4 0 0,0-3 1 0,0-1 0 16,5-4-6-16,0-2-9 0,2-5-16 0,-2-1-27 15,0-2-61-15,0-4-63 0,-2-4-88 0,-3 1-160 16,-3-1-263-16,0-2-303 0,-4-3-249 16,-2 2-203-16,-1-3 116 0,-3-1 596 0</inkml:trace>
  <inkml:trace contextRef="#ctx0" brushRef="#br2" timeOffset="80297.31">28526 1602 74 0,'-11'5'697'0,"1"-1"593"16,-1 0 145-16,6 1-171 0,2 1-372 16,3 1-354-16,2 1-195 0,1-1-120 0,3 2-57 15,4 0-42-15,2 2-33 0,1 0-22 0,4-3-11 16,2 3-12-16,1-2-10 0,2 0-11 15,-1-1-9-15,2 3-9 0,1-5-3 0,-2 2-3 0,0-2-2 16,-5 1-20-16,-1-1-75 0,-3-1-96 16,-5-2-194-16,-2 1-284 0,-6-1-339 15,-5 0-381-15,-1 2-199 0,-5-3 247 0,-5 2 735 0</inkml:trace>
  <inkml:trace contextRef="#ctx0" brushRef="#br2" timeOffset="80470.47">28412 1969 211 0,'0'9'721'16,"1"-1"363"-16,2-2 112 0,2 0-149 0,3-2-389 16,2-1-273-16,4 0-128 0,0 0-78 0,5-3-64 15,2 2-49-15,1-2-29 0,2 1-15 0,2-1-10 16,3 2-8-16,3-1-4 0,-2 2-20 0,0-2-124 16,-4 4-265-16,0 0-273 0,-5-1-270 15,-1 2-278-15,-1-1-120 0,-8 2 442 0</inkml:trace>
  <inkml:trace contextRef="#ctx0" brushRef="#br2" timeOffset="81677.11">29182 1726 80 0,'4'-5'656'16,"0"4"490"-16,-3 1 143 0,3-1-130 0,-3-1-387 15,1 2-345-15,-2 3-165 0,1 0-37 16,1 5-13-16,-2 5-23 0,0 2-11 0,-2 4-7 15,1 5-19-15,-1 6-48 0,1-1-31 0,-4 6-12 16,1 1-9-16,0 1-2 0,-2 2-4 0,1-1-6 16,0 1-6-16,0-5-7 0,0-1-5 0,2-3-11 15,2-5-6-15,-4-2-3 0,5-3-2 16,-1-6 1-16,1-3 1 0,-2 0 7 0,2-5 4 16,2-4 3-16,-2-4 2 0,1-4-2 15,4-5 0-15,-1-4-6 0,1-4-2 0,2-3-8 0,-1-3-3 16,-1-3-3-16,1-2-1 0,-1 0-1 15,0-2-2-15,-4-1 5 0,1 0 0 0,-1 0 3 16,-1 3 0-16,2 4 1 0,-2 1 0 0,2 6 0 16,-2 4-1-16,0 4-2 0,0 2-2 0,0 5 0 15,0 4-1-15,1 3 0 0,1 6 2 16,-1 4 2-16,4 3 1 0,-4 6 2 0,2 0-2 16,1 2 7-16,1 2 5 0,-2 2 2 0,2-1 1 15,-1 0 0-15,2-2 1 0,2-2-6 0,0-3-4 16,0-2-2-16,2-5 0 0,-1-1 1 15,-1-5 3-15,3-1 1 0,-1-4 3 0,-1-4 2 16,4-4 4-16,-4-4 4 0,1-2 4 0,2-3 7 16,-4-5 5-16,0 2 6 0,0-4 2 0,-2 0 0 15,1-3-4-15,-6-1-6 0,3-4-8 16,-4-2-8-16,1 0-6 0,-1-4-7 0,0 4-1 16,-1-1-4-16,1 3 0 0,0 3-1 0,0 3 1 15,-2 2-1-15,0 5-2 0,2 2-1 0,2 4-2 16,0 2-1-16,-2 3-1 0,4 2 0 0,1 2 1 15,2 2-6-15,2 5-8 0,0 1-19 16,4 1-24-16,0 5-59 0,-4-3-73 0,5 3-142 16,-3 0-231-16,1 3-300 0,-2-1-349 0,2 1-286 15,-4 2-81-15,2-2 567 0</inkml:trace>
  <inkml:trace contextRef="#ctx0" brushRef="#br2" timeOffset="81890.31">29898 1786 166 0,'3'6'780'0,"-1"2"459"0,-2-1 120 16,-2 5-109-16,2 3-426 0,-3 3-300 0,0 1-160 15,0 4-89-15,-3 2-72 0,-1 1-69 0,1 3-45 16,-1 0-27-16,1 0-21 0,-2 3-14 0,4-2-3 16,0-3-4-16,0 0-5 0,4-2-4 15,-4-2-5-15,4-2-10 0,0-5-52 0,0 1-74 16,-1-5-85-16,-1-3-158 0,1-3-280 0,-3-4-326 15,0 1-300-15,1-3-186 0,-4-3 123 0,3 1 602 16</inkml:trace>
  <inkml:trace contextRef="#ctx0" brushRef="#br2" timeOffset="82106.91">29663 1710 313 0,'1'-8'731'0,"2"2"276"0,1 2 45 0,2 1-219 16,0 0-278-16,4 3-201 0,4-2-108 0,2 2-38 16,2 2-30-16,2-2-46 0,2 2-42 15,1-1-28-15,1 2-16 0,0 0-23 0,1 1-14 16,0 0-5-16,1 3-4 0,-3 0 0 0,0 1-11 16,-1-1-46-16,-2 2-111 0,-4 0-164 0,0 0-296 15,-5-1-271-15,0 2-258 0,-2-1-75 0,-4 3 329 16,0-3 471-16</inkml:trace>
  <inkml:trace contextRef="#ctx0" brushRef="#br2" timeOffset="82517.5">30175 1699 447 0,'5'0'919'0,"-2"0"266"0,2-1-16 0,-1 1-327 0,4 0-292 16,-2 0-228-16,4 0-125 0,0 1-46 15,0 2-11-15,2 2-9 0,-3 1-18 0,5 0 21 16,-2 1 12-16,0 0-9 0,-1 4-29 0,-1-2-11 16,0 1-5-16,0 0-26 0,-3 2-13 0,2-2-5 15,-5 2 1-15,1 0-4 0,-3 1 1 0,0-1 5 16,-4-1 0-16,0 1 5 0,-3 2 2 0,-4-1 1 16,1 2-2-16,-3 0 1 0,-4 0-1 15,-2 3-2-15,-3 0 5 0,0 2 1 0,-1 1-3 0,-3 1-5 16,2 3-8-16,1-2-8 0,3 1-12 15,-1 0-11-15,3 0-6 0,2 0-4 0,2 1-2 16,4-5-2-16,4 1 0 0,-1 0 0 0,5-4-1 16,5-1 0-16,1-1 0 0,2-1-1 0,2-1 1 15,4-4-1-15,-1-1 1 0,4 1 0 0,-1-3 0 16,3-2 1-16,-1-1-2 0,2 0-3 0,-2-1-5 16,2-1-6-16,-2-1-10 0,0 0-11 0,-1-1-17 15,-1 1-19-15,-3-2-41 0,1 1-66 0,-5-2-76 16,-2 0-139-16,-1 0-219 0,-3-2-309 0,-1 1-297 15,1 0-206-15,-6-2-7 0,1 2 520 0</inkml:trace>
  <inkml:trace contextRef="#ctx0" brushRef="#br2" timeOffset="82950.63">30021 1957 43 0,'-1'1'628'0,"-1"3"611"16,1-3 178-16,1-1-179 0,3 1-339 0,0 1-336 16,3 1-194-16,6-3-122 0,5 2-68 0,0-2-30 15,6 0-47-15,2 0-34 0,3-2-20 0,4 2-17 16,-1-3-4-16,3 1-4 0,-1 1-1 0,0-2-5 15,0 3-6-15,-3 0-4 0,-1 0-3 0,-2 2-3 16,-2-1-2-16,-3 5-2 0,-4-4-1 16,-1 2-6-16,-3 3-22 0,-2-1-60 0,-3 0-59 0,-5-1-96 15,-4 1-150-15,-1-1-205 0,-2 1-308 0,-2-1-235 16,-3 1-204-16,-3 2 92 0,0 1 462 16</inkml:trace>
  <inkml:trace contextRef="#ctx0" brushRef="#br2" timeOffset="84726.57">24141 2562 27 0,'4'-6'243'0,"-3"1"143"0,1 0 121 0,-2 1-71 16,1 1-113-16,1 0-62 0,0 2-18 0,-2-2 42 16,1 3 65-16,1-2 51 0,-1 2 29 15,-1 0 1-15,2-1-26 0,-2 1-68 0,-2 0-50 16,2 0-40-16,0 0-24 0,0 1-4 0,2 1-7 15,-2-1-12-15,0 2-19 0,0 0-23 0,-2 2-27 16,2 1-31-16,-3 4-22 0,2 5-17 0,-1 4-10 16,-1 3-7-16,0 6-3 0,-2 2-3 0,-2 6 4 15,0 5 7-15,0 2 2 0,1 2-1 0,-2 4-2 16,0 0-3-16,-1 2-8 0,1-1-10 16,0 1-3-16,-2 4-3 0,1-3-2 0,1 3-4 15,-1-4-4-15,1 1 7 0,1-5-1 16,1-3-2-16,1-1-1 0,-1-6-2 0,1-1-1 15,4-5-4-15,-3-4-4 0,3-1 0 16,-1-7 5-16,2 1 3 0,-1-3 4 0,-1-4 4 16,0-1 1-16,2-3 2 0,-1-2-3 0,1 1-3 15,0-4-2-15,-2-1-2 0,2 0-3 16,0 0-1-16,0-2-3 0,0 1-2 0,0-2 0 16,0 0-1-16,0 0-2 0,0 0 0 0,0-2 0 15,2 1 0-15,-2-2-1 0,1 0 0 0,-1 0-1 16,2-1 1-16,0-1 0 0,-1 2 1 15,2-1-1-15,-1-2 0 0,1 1 1 0,-3 1-2 16,3-1-1-16,-1 1-5 0,1-1-5 16,-2 0-9-16,1 2-11 0,-1-2-15 0,-1 1-22 15,0 0-32-15,0 0-62 0,-1-1-61 0,-1 1-84 16,-2-3-130-16,1 2-173 0,0-1-277 16,-1 0-217-16,1 0-204 0,2 0 3 0,-3-1 393 15,1 1 472-15</inkml:trace>
  <inkml:trace contextRef="#ctx0" brushRef="#br2" timeOffset="85145.59">23843 3488 64 0,'0'-2'402'0,"0"0"330"0,0 0 280 0,-2 2 1 15,2 0-226-15,0-3-192 0,0 6-151 0,0-3-113 16,2 2-74-16,-2 0-35 0,1 1-16 16,2 3-6-16,1 1-3 0,2 2-11 0,-3 1-19 15,2 4-41-15,1 3-26 0,0 1-22 16,-1 3-6-16,3 1-5 0,-2 1-5 0,1 2-3 16,-1 1-8-16,2 0-6 0,0-3-9 0,0 1-7 15,-2 0-5-15,3-1-4 0,-1-2-1 16,0-3-3-16,0 1-3 0,1-2-2 0,0-3-1 15,-1 0-2-15,1-3 0 0,-1-3 0 0,1 1 4 16,-1-5 5-16,3-3 5 0,0-2 2 16,2-2 3-16,1-4-1 0,1-4 0 15,0-4-1-15,3 0-4 0,1-3-1 0,-1-3-2 0,0 0-1 16,3-1-3-16,-3-3-3 0,2 1-3 16,-2-1-3-16,2 1-1 0,-3-2-2 0,-3 4-1 15,0 1-1-15,-4 2-6 0,-2 3-14 16,-2 2-30-16,-1 3-82 0,-5 0-146 0,-4 4-258 15,0 0-317-15,-5 3-401 0,-1 4-458 0,0 1-75 16,-4 2 734-16</inkml:trace>
  <inkml:trace contextRef="#ctx0" brushRef="#br2" timeOffset="100823.15">21116 5597 39 0,'-4'6'313'0,"-2"-2"221"16,3 2 221-16,-1-3 42 0,1-1-130 0,2 0-80 15,-1-2-59-15,0 0-71 0,-1-3-60 16,1 0-48-16,2-1-40 0,2-1-34 0,-2-1-33 15,2-1-22-15,-1-4-28 0,3-1-34 0,0-1-36 16,1-4-34-16,3-2-27 0,-2-4-18 16,2-1-8-16,2-4-5 0,2-6-2 0,-1 1-4 15,5-5 1-15,-2-3-7 0,-1-2-5 16,4-2-9-16,1 0-7 0,-5-2-4 0,1 2 5 16,2 0 19-16,-5 2 7 0,1 5 6 0,-1 1 3 15,1 4 2-15,-5 6-3 0,0 3-9 0,-1 4-3 16,-3 5-4-16,2 2-2 0,-2 4-4 15,0 3-4-15,0 3-2 0,0 3-7 0,1 6-5 16,0 5 1-16,1 3-2 0,0 4 1 0,3 6 0 16,0 3 16-16,-2 4 9 0,2 3 4 15,0 1 4-15,0 5 2 0,0 0 2 0,-2 1-9 16,3 0-5-16,-2 3-2 0,-2-2-2 0,3-1-1 16,-4-2-3-16,4 0-1 0,-2-3 0 15,1 0-2-15,-1-2 0 0,1-4-3 16,0-2 0-16,1 0-2 0,-1-5 0 0,-1-3-2 15,3-2 0-15,-2-1 0 0,-3-4-1 16,1-1 0-16,-2-3-1 0,2 0-3 0,-2-4-8 0,-3-1-19 16,-3-1-35-16,0-3-71 0,-2-1-84 15,-1-5-150-15,-2-2-253 0,-5-1-314 0,2-3-324 16,-2-1-204-16,-4-2 40 0,0-3 580 16</inkml:trace>
  <inkml:trace contextRef="#ctx0" brushRef="#br2" timeOffset="101073.15">21196 5194 137 0,'-2'3'773'0,"2"2"492"0,-1-4 61 0,1 0-188 16,0 1-369-16,1-2-296 0,3 3-154 0,0-3-89 15,5 0-39-15,1 0-16 0,1-3-43 0,5 3-45 16,3 0-28-16,0-2-14 0,5 1-14 15,-1 1-15-15,1-1-8 0,3 0-7 0,2 1 0 16,-1 0-4-16,0 0-1 0,-1 1-4 0,-2 0-51 16,1 0-67-16,-6 4-122 0,-1-3-197 15,0 4-300-15,-6 0-342 0,-2 0-275 0,-3 3-121 16,-4 0 391-16,-4 1 619 0</inkml:trace>
  <inkml:trace contextRef="#ctx0" brushRef="#br2" timeOffset="101524.33">21673 5522 116 0,'-2'31'678'0,"-1"2"450"0,-3 4 120 16,0-1-105-16,1 0-358 0,0 0-252 0,2 0-144 16,1 0-87-16,-1-3-53 0,2-2-48 0,1 1-60 15,0-3-55-15,0-4-36 0,1 1-19 16,2-5-11-16,-1-2-7 0,0-2-2 0,-1-2-5 15,1-3 3-15,0-5 5 0,-1-1 8 0,-1-3 5 16,0-4 3-16,0-4 2 0,0-7-4 0,2-2-7 16,-2-8-7-16,1-3-5 0,1-7-5 15,0-4-2-15,-1-7 0 0,2-5-1 0,3-7-2 16,-1-3-2-16,2-5 0 0,1-1 3 16,2-1-1-16,2 4 3 0,0 1 0 0,2 6 3 15,-1 4 0-15,1 6-2 0,1 7-1 0,-1 4-1 16,-2 6-1-16,1 5-1 0,1 2 0 0,-1 5 0 15,3 2 1-15,-3 4-1 0,2 4 3 16,0 3 0-16,0 3 4 0,0 2 4 0,-1 4 3 16,-2 4 4-16,0 2 5 0,-2 4 4 15,-2 2 2-15,1 4 2 0,-8 1 1 0,1 3-2 16,-4 3-1-16,-3 0-2 0,-3 4-3 0,-3-1-5 16,-3 2-4-16,-2 1-3 0,-1-2-5 15,0 1-3-15,-3-2-2 0,2-1-3 0,-2-1-2 16,2-5-5-16,0-2-15 0,4-5-26 15,3-2-73-15,-2-9-84 0,5-3-156 0,3-7-266 16,2-3-316-16,5-6-360 0,3-3-212 16,3-3 62-16,6 0 622 0</inkml:trace>
  <inkml:trace contextRef="#ctx0" brushRef="#br2" timeOffset="101928.45">22203 5286 370 0,'6'-5'1271'0,"-2"0"427"0,-3 0-181 15,-4 0-320-15,-2 2-480 0,0 1-271 16,-3 1-169-16,-1 1-84 0,-1 3-53 0,-1 0-38 16,1 2-29-16,-3 2-19 0,-3 5-16 15,2 2-9-15,-4 4-7 0,2 2-5 0,1 3-4 16,0 1-3-16,3 0-3 0,2 2-7 0,4-4 0 16,3-1 0-16,3-1 0 0,1-2 0 15,4-4 0-15,3-1 0 0,4-4-3 0,1-5 0 16,4-1 0-16,0-6 0 0,1-1 0 15,0-5-1-15,2-4 1 0,-1-1 0 0,-3-3-1 16,3-1 1-16,-4 0 1 0,-2 0 1 0,-1 3 0 16,-3-3 1-16,-1 3 1 0,-2 2 0 0,-2-1 1 15,0 4 1-15,-2 0 0 0,0 4 0 16,-2 0-1-16,0 4-2 0,0 0 0 0,-4 4-1 16,1 4 0-16,2 1 0 0,-4 7 1 15,-2 1 0-15,1 4 1 0,-2 3-1 0,4 2 1 16,-3 2-2-16,1-2-5 0,1 2-9 0,2-2-14 15,2-4-19-15,1-1-26 0,1-4-53 16,4-5-76-16,1-3-96 0,-1-5-164 0,1-2-271 16,2-6-327-16,4-3-298 0,-2-1-165 15,1-7 181-15,3-1 629 0</inkml:trace>
  <inkml:trace contextRef="#ctx0" brushRef="#br2" timeOffset="102258.2">22480 5242 45 0,'8'-10'570'15,"-5"2"480"-15,0 4 217 0,1 1-33 0,-2 4-305 16,0 3-277-16,-2 3-199 0,0 3-108 16,0 2-68-16,-2 3-65 0,0 0-69 0,0 3-43 0,2 3-26 15,0 0-16-15,-2 2-11 0,2 2-10 16,0-1-8-16,2 2-8 0,-2-1-6 0,2-1-5 16,2-1-4-16,0-4-2 0,1-1-1 15,0-3-1-15,0-5 0 0,1 1 7 0,0-5 9 16,1-3 5-16,-1-4 4 0,1-5 2 0,2-2 3 15,-1-5-3-15,0-2-4 0,-2-3-2 0,2-3-3 16,0 1-1-16,-3-3-4 0,-2 0-4 16,0-1-4-16,-1 0-1 0,-1-1-2 0,1 1-2 15,-2 1 0-15,1 2 0 0,-1 3-2 16,0 4 0-16,0 2-4 0,0 3 0 0,0 5-2 16,0 2-7-16,2 4-14 0,1 2-23 0,-3 4-51 15,1 0-76-15,2 2-98 0,-3-1-164 16,5 4-246-16,-1-2-324 0,0-1-284 0,1 1-173 15,4-4 127-15,3 1 580 0</inkml:trace>
  <inkml:trace contextRef="#ctx0" brushRef="#br2" timeOffset="102556.58">22875 5269 141 0,'1'-3'854'0,"-1"0"675"0,-1 3 72 15,-2 0-277-15,-1 0-456 0,-3 3-329 0,0 0-192 16,-1 1-132-16,0 4-75 0,-2 1-42 0,2 4-31 15,-1-2-19-15,0 4-13 0,1 2-10 16,3-2-7-16,2 4-6 0,2-2-5 0,1-1-4 16,1-2-3-16,6-5-1 0,1 0-1 0,6-5 0 15,-1-5 0-15,4-4-2 0,-3-4 0 16,5-4-2-16,-1-2 1 0,-3 0-1 0,-2 0 1 16,1 3 2-16,-4 0 2 0,-2 2 2 15,-1 3 0-15,-2 4 0 0,-2 2 0 0,-1 2 0 0,-4 5 0 16,1 3 1-16,-3 3 1 0,0 3 1 15,-2 4 1-15,-1 3-1 0,1 2 0 0,-1 1-2 16,3 1-2-16,-1-1-5 0,4-1-19 16,-1 0-47-16,2-1-81 0,0-4-161 0,0-1-269 15,2-1-328-15,-1-4-399 0,4 2-370 16,1-3 5-16,2-3 762 0</inkml:trace>
  <inkml:trace contextRef="#ctx0" brushRef="#br2" timeOffset="103324.32">23201 4778 114 0,'7'-17'484'0,"-4"3"362"16,1 2 261-16,-1 2-80 0,-1 1-286 15,-1 3-166-15,1 0-106 0,-1 3-79 0,1 1-78 0,0 1-58 16,-1 2-35-16,2 1-36 0,1 4-37 16,0 1-32-16,1 7-13 0,0 0-8 0,-2 8-7 15,2 5-10-15,-2 4-5 0,-2 7-8 16,3 3-9-16,-4 5-9 0,0 4-6 0,0 1-8 16,-2 4-6-16,0 1-5 0,-1-1-5 0,2-2-2 15,-1 0-3-15,0-3-3 0,2-4-2 16,-1-1-2-16,1-4-2 0,1-5-3 0,-1-7 0 15,0-1 0-15,2-6 0 0,-2-4-2 16,0-3 1-16,0-4-6 0,0-4-13 0,-2-3-22 16,-1-6-54-16,2-4-71 0,-4-6-94 0,0-5-161 15,-1-2-268-15,0-4-316 0,-2-3-278 16,-1 0-176-16,-1-4 137 0,0-2 589 0</inkml:trace>
  <inkml:trace contextRef="#ctx0" brushRef="#br2" timeOffset="103543.05">23099 5136 135 0,'0'4'806'16,"0"1"588"-16,0-3 79 0,0 0-234 0,2 2-424 15,0-3-344-15,-2 0-179 0,1 1-111 16,2 0-65-16,2-1-25 0,1 2-24 0,4-2-11 16,1-1-12-16,5 2-12 0,-2-1-7 0,3-1-13 15,4 1-5-15,-2 1-5 0,1-2 0 16,2 3-1-16,1-1-1 0,-1 1 0 0,1 1-4 15,-2 0-11-15,0 2-60 0,-3 0-66 0,0-1-113 16,-1 3-193-16,-1-2-304 0,-2 1-338 16,-1-1-248-16,0 2-135 0,-4-1 355 0,-1-2 611 15</inkml:trace>
  <inkml:trace contextRef="#ctx0" brushRef="#br2" timeOffset="103869.37">23585 5238 94 0,'0'0'702'0,"-2"3"540"0,-3-1 155 0,1 3-116 15,-1 1-388-15,0 1-342 0,2 1-182 0,-2 1-106 16,0 2-66-16,2 3-62 0,-1-1-39 16,2 2-26-16,-1 0-19 0,3 0-11 0,0 0-13 15,3-2-7-15,2 1-8 0,-1-2-5 0,1-2-4 16,3-1-3-16,-1-3 0 0,3-1 0 16,0-3 1-16,3-6 2 0,3-3-1 0,0-1 0 15,1-4 1-15,2-4-1 0,-2 0-1 0,4-3 0 16,-7 2 1-16,3 0 0 0,-4 3 0 15,1 2-2-15,-4 2 1 0,-1 1-3 16,-1 4 0-16,-3 2 1 0,0 3-1 0,-1 1 3 16,1 6-1-16,-2 2 1 0,-1 3 3 0,-2 4 0 15,0 3 2-15,-2 4 1 0,1 1-1 16,-1 2-1-16,1 1-4 0,-1-2-2 0,2 0-4 16,2 0-12-16,-2-4-39 0,1-2-71 0,2-3-72 15,-1-3-133-15,0-2-201 0,0-5-317 16,2-5-300-16,0-1-208 0,0-5-60 0,0-2 430 15,1-6 549-15</inkml:trace>
  <inkml:trace contextRef="#ctx0" brushRef="#br2" timeOffset="104257.81">23990 5305 42 0,'4'-1'548'0,"1"4"461"0,-5 0 221 0,3 3-68 0,-3 1-355 15,2 2-267-15,1 5-160 0,-2-1-74 16,2 2-42-16,-1 3-34 0,1 0-36 15,1 1-41-15,0 1-36 0,1 1-33 0,0-1-26 0,1-1-16 16,0 1-11-16,-1-1-7 0,3-2-11 16,-1-1 2-16,0 0 2 0,1-3 0 0,-1 0 0 15,1-2 1-15,-2-4 1 0,0-1 1 16,0-1 4-16,3-5 6 0,-3-4 4 0,1-2 2 16,2-4 1-16,-1-4-3 0,1-1-6 0,-1-4-5 15,0-4-2-15,0 0-4 0,-1-4-2 16,1 0-2-16,-1-2-3 0,-1 1 2 0,1-1 2 15,0 1 0-15,-2 2 0 0,-2 2 1 0,4 3-1 16,-4 1-5-16,0 4-3 0,-1 3-2 16,-1 4-3-16,4 0-2 0,-5 3-2 0,1 2-1 15,2 0 0-15,-3 3 0 0,4 2 0 0,-1 1 2 16,2 1 0-16,-2 3-1 0,3 0 0 16,0 1-5-16,2 1-11 0,0 1-21 0,0-1-49 15,3 2-74-15,-1-1-95 0,-1 2-170 16,4-3-293-16,0 1-327 0,0 0-299 0,4 0-162 15,0-1 188-15,2-2 645 0</inkml:trace>
  <inkml:trace contextRef="#ctx0" brushRef="#br2" timeOffset="104653.26">24704 5273 289 0,'-1'-7'1225'0,"-4"1"518"0,-2 2-165 15,-3-2-350-15,-2 3-469 0,1 1-306 16,-3 2-186-16,-2 2-94 0,1 1-56 0,-1 4-35 15,-2 2-23-15,2 3-16 0,1 2-12 0,0 4-7 16,3 1-7-16,2 5-5 0,2 1-3 16,5 0-3-16,0 0-4 0,8 0-1 0,1-5-2 15,4-2 0-15,5-3-2 0,1-4 1 0,5-5-1 16,0-5 0-16,2-3 1 0,-1-5 0 16,2-4-2-16,-2-2 1 0,-1-2 0 0,-3-2 1 15,-1-2 0-15,0 0 1 0,-6-2 2 16,0 3 1-16,-5 0 2 0,1 1 4 0,-6 2 2 15,1 3 7-15,-2 2 5 0,-2 1 5 16,1 1-13-16,-3 1-14 0,3 5 0 0,-4 2 0 0,2 0 0 16,-3 2 0-16,3 4 0 0,-4 1 0 15,4 4 0-15,-2 2 0 0,2 2 0 0,0 0 0 16,-2 4 0-16,4-2 0 0,-1 3 0 16,1-1 0-16,1 1 0 0,1-1 0 0,-1 0 0 15,3 1 0-15,2-2 0 0,-2 0 0 0,2 0 0 16,1 0-18-16,1 1-116 0,-3-5-112 0,2 1-244 15,1 0-304-15,-1-2-386 0,2 5-468 16,3-4-198-16,-1 1 477 0,2 1 930 16</inkml:trace>
  <inkml:trace contextRef="#ctx0" brushRef="#br2" timeOffset="106310.57">28282 2951 125 0,'-1'-3'347'0,"-1"1"172"15,1 0 157-15,-1 2-119 0,0 0-83 0,1-3-17 16,1 3 2-16,-2 0-11 0,1 0-23 15,-1 0-59-15,0 3-70 0,1-3-77 0,-1 2-62 0,0-2-41 16,2 5-36-16,-3-2-20 0,3 2-6 16,-1 1-2-16,1 0 2 0,-5 3 19 0,5 0 26 15,0 3 33-15,-1 1 8 0,1 2 4 16,-2 2-5-16,2 3-30 0,0 1-30 0,0 3-33 0,2 1-11 16,-2 3-10-16,1 4-6 0,-1 1 15 15,0 3 3-15,0 1 4 0,0 5-2 0,-1-1-1 16,-1 6 1-16,1 3-5 0,-1 2 6 15,-1 3-3-15,1 4 0 0,-1 0-3 0,0 3-1 16,-1 3 0-16,0 1-8 0,-2 2 0 0,-1 3 0 16,3 3 1-16,-5-1 6 0,0 2 1 0,1-1 1 15,0 0-5-15,-1-4-3 0,0 2-5 16,-1-1-4-16,2-1-3 0,-1-1-1 0,1-1 7 16,0 1 6-16,-2-2 3 0,1-1-3 0,2-4-2 15,-1 0-1-15,2 0-4 0,0-3-4 16,1-3-2-16,0 4 1 0,4-3-2 0,-2 0 0 15,-1 0-1-15,3-2-2 0,-1 0 0 16,0-1-1-16,2-3-2 0,-1 1-1 0,-1-3-1 16,1 0 0-16,1-3 0 0,-5-1 0 0,4-1 0 15,-1-3 0-15,1-1 0 0,-3-3 0 16,3-1-1-16,-2-1-1 0,-1-3 0 0,3-3-1 16,-3 0 0-16,1-2-1 0,-3-2 1 15,3-1 0-15,-2-1-1 0,2-3 0 0,-2 0 1 0,0-4-1 16,1 1 0-16,-1-2 0 0,1-2 0 15,-1 1 0-15,1-1 0 0,0 2 0 0,0-4 0 16,1 3-1-16,0-1 1 0,-1 1 0 16,1 3-1-16,-2-1-1 0,1 1 1 0,0 1-1 15,-3 4 0-15,0-1 0 0,0-1 0 16,1 4 1-16,-1-2 0 0,-1 0 1 0,1-1 1 16,0 2 0-16,1-2 1 0,-1 0 0 15,3 0-1-15,-2-2 1 0,-1 1-1 0,3-4 2 0,0 3 2 16,-1-5 1-16,2 1 1 0,2-1 1 15,-4-4-1-15,4 0 0 0,1-1-3 0,-3 0 0 16,3-1-2-16,0-2-1 0,0-1-1 0,0-2 0 16,0 0 0-16,0 0-1 0,0-2 0 15,0 1 0-15,0-2 1 0,0 1 0 0,1-1-1 16,1 2 0-16,-2-2 0 0,0 0 1 16,1 0-1-16,-1-2 0 0,0 2 0 0,0-1 0 15,0 1 1-15,0 0-1 0,0-2 0 0,0 1-2 16,0 0-3-16,0-3-6 0,-1 1-7 15,-1 0-11-15,1 0-16 0,-3-1-17 16,1 1-29-16,0-2-56 0,-2-1-68 0,0-1-86 16,-2 2-146-16,2-1-230 0,-2-2-307 0,3 2-248 15,-3 1-181-15,0-1 73 0,0-2 526 16</inkml:trace>
  <inkml:trace contextRef="#ctx0" brushRef="#br2" timeOffset="106623.92">27633 6894 425 0,'-4'-5'979'0,"3"1"364"0,-2 1-12 15,-1 1-286-15,4 2-355 0,0 0-237 0,0 2-119 16,4 1-88-16,-1 4-64 0,2 1-51 0,-1 3-31 16,5 3-20-16,3 3-15 0,-1 1-10 15,5 3-6-15,-2 0-4 0,5 3-6 16,0 1-6-16,0 1-7 0,1 1-5 0,4 0-7 15,-2 1-3-15,0-5-4 0,4 1-1 16,-4-3-3-16,-2-1 0 0,2-4-1 0,-1-4 0 0,-3-2 1 16,0-4 1-16,-2-1 4 0,0-5 0 15,-2-5 3-15,0-1-1 0,-1-4 1 0,3-4-3 16,-3-4-3-16,1-1-3 0,0-4-2 16,2 0-2-16,-4-3-1 0,1-1-3 0,1-1-13 15,1 3-24-15,-3 0-75 0,-2 0-92 16,-2-1-182-16,-1 4-289 0,0-5-335 0,-2 3-397 15,-2 1-211-15,-3-3 183 0,1 2 750 0</inkml:trace>
  <inkml:trace contextRef="#ctx0" brushRef="#br2" timeOffset="108022.4">21393 6171 357 0,'7'-6'788'15,"-6"1"347"-15,-1-1 66 0,2 2-262 16,-1-1-180-16,-1 1-159 0,0 1-133 0,-1-1-89 16,-1 0-63-16,2 2-68 0,-1 0-74 0,-3 0-47 15,1 0-35-15,2 4-25 0,-5 0-21 16,3 4-15-16,-2 1-10 0,-2 8-6 0,1 3-5 16,1 7-1-16,-3 6 1 0,4 5-1 15,0 6 0-15,1 3-2 0,3 4-1 0,0 2-2 16,0 2-1-16,3-1-2 0,1-1-1 0,2-1-1 15,2-5 0-15,-2-3 1 0,2-5 1 0,0-4-1 16,3-3 1-16,-2-2 1 0,1-5-1 16,-1-3-2-16,-1-1 1 0,0-6-1 0,0 0 0 15,-2-3-1-15,1-1 0 0,-2-2 1 16,-1-1-1-16,1-1 0 0,0 0 0 0,-1-4-2 16,1 2-8-16,-2 0-17 0,1-3-31 15,-3 2-70-15,2-4-77 0,-3-1-146 0,2 0-229 16,-2-1-308-16,0-3-342 0,0 1-221 0,-2 1-35 15,1-2 527-15</inkml:trace>
  <inkml:trace contextRef="#ctx0" brushRef="#br2" timeOffset="109158.46">21744 6766 288 0,'0'0'751'0,"-1"1"369"0,-1-1 81 15,1-1-272-15,1 1-266 0,-2 0-176 0,2 0-135 16,0-3-90-16,2 0-52 0,-1-1-38 16,1-4-25-16,3-1-30 0,-1-2-22 0,1-6-10 15,4-2-6-15,-1 0-7 0,1-3-13 16,0-2-7-16,0 0-7 0,-1-1-1 0,0-1 3 16,1 5 0-16,-4 0 4 0,0 4 4 0,-2 3 0 15,1 2-2-15,-3 5-7 0,1 3-9 16,-2 2-9-16,-2 5-9 0,1 5-7 0,-3 5-5 15,1 6-3-15,0 3-1 0,0 3-3 16,-1 3 0-16,3 3-2 0,1-3 0 0,0 2-1 16,1-1 1-16,3-3 1 0,1-4-1 0,-4-1 0 15,6-3 0-15,-3-4 0 0,2-2 0 0,1-5 1 16,-1-1 1-16,1-5 1 0,2-2 2 16,-1-5 0-16,1-5 2 0,3-4 0 15,2-3 0-15,-3-3 0 0,3-2-2 0,-1-1 0 16,1 1-6-16,-5 3 2 0,1 1-4 0,-2 2-2 15,-1 4-1-15,0-1-2 0,-4 7 5 0,2 0 2 16,-2 1 1-16,0 2 2 0,-1 3 1 16,2 2 6-16,-2 3 4 0,3 2-3 0,-4 2 3 15,3 3 1-15,-1 1 0 0,0 2-5 16,-1-1-3-16,1 5-4 0,-2-3 0 0,4 1 0 16,-4 1-1-16,2-2-1 0,-1-2 1 0,1 1-1 15,1-2-1-15,-3-1 0 0,2 0-1 16,1-1 0-16,-3-1-2 0,2 1-5 0,3-3-20 15,-4-1-53-15,1-1-74 0,-1-1-135 0,-1-2-238 16,1-1-313-16,0-1-360 0,-1-1-309 16,2-4-83-16,1-1 541 0,-1-1 670 15</inkml:trace>
  <inkml:trace contextRef="#ctx0" brushRef="#br2" timeOffset="109339.47">22239 6595 134 0,'5'-7'764'16,"3"5"501"-16,-7 2 133 0,2 3-116 0,-3 2-408 15,2 2-340-15,0 2-172 0,-2 2-100 16,0-1-75-16,0 6-70 0,0-3-47 0,0 2-30 16,1 1-17-16,-1-3-10 0,4 2-7 15,-3 0-8-15,2-4-4 0,-1 0-11 0,1-2-60 0,-1-2-66 16,-2-2-132-16,0-1-215 0,-2-4-303 16,1-2-349-16,-1 0-259 0,-3-4-109 15,0-4 472-15,0 0 619 0</inkml:trace>
  <inkml:trace contextRef="#ctx0" brushRef="#br2" timeOffset="109524.72">22214 6298 53 0,'0'-26'704'0,"-1"4"708"0,-4 3 169 0,1 4-238 16,0 3-402-16,-3 2-400 0,1 2-204 0,3 3-148 16,0 2-80-16,1 2-47 0,1 1-29 15,1 2-18-15,1 5-11 0,3 1-5 0,0 3-11 16,2 3-57-16,2 1-66 0,-1 1-98 0,-1 2-162 15,5 3-289-15,-3 0-331 0,2 3-269 16,0 2-173-16,0 2 211 0,0 1 587 0</inkml:trace>
  <inkml:trace contextRef="#ctx0" brushRef="#br2" timeOffset="109803.95">22540 6691 273 0,'22'6'603'0,"-5"-1"354"15,0-4 197-15,1-1-254 0,-1-1-164 16,-2-3-93-16,0-2-108 0,1-2-112 15,-2-3-89-15,-1-1-58 0,0-2-61 0,-4-2-56 0,1 0-30 16,-4-1-16-16,0 1-10 0,-1 1-6 16,-5 1-6-16,-2 1-10 0,-2 1-9 0,-4 0-12 15,-2 3-11-15,-1-1-10 0,-1 6-10 16,-3 2-8-16,-3 3-7 0,1 6-4 0,-1 4-3 16,-1 4-4-16,1 4-2 0,1 4-1 15,4 1-1-15,-1 2 0 0,5 4 0 0,2-2-3 16,2 1 1-16,2 1-2 0,3-4 0 0,0 0 1 15,5-3 0-15,1-3 0 0,3-2-7 0,1-4-11 16,3-1-22-16,0-3-37 0,3-5-85 16,1-2-148-16,-1-4-262 0,2-4-315 0,0-2-390 15,3-3-410-15,-4 0-32 0,4-2 706 16</inkml:trace>
  <inkml:trace contextRef="#ctx0" brushRef="#br2" timeOffset="110856.98">23065 6466 191 0,'-2'-3'434'0,"0"1"268"0,2 1 232 0,-3 1-126 16,3 0-139-16,0 0-91 0,-1 0-86 15,1 3-103-15,0 0-92 0,0 3-87 16,0 3-48-16,1 4 9 0,2 3 14 0,2 6-6 15,2 5-12-15,1 3-7 0,1 8-20 16,0 1-43-16,3 4-33 0,0 1-20 0,-1 0-10 0,3 1-9 16,-3 2-5-16,1 0-6 0,0-4-1 15,-4 0-2-15,2-4 3 0,-1-3 6 0,-3-2 2 16,-1-4 7-16,-2-5 7 0,1-4 9 16,-3-3 8-16,-1-5 3 0,-1-4-1 0,-3-1-6 15,0-6-6-15,-5-4-10 0,0-6-14 0,-2-6-8 16,1-3-5-16,-3-5-3 0,0-5-2 15,-1-4-1-15,2-2-1 0,0-7 0 0,-2-1 0 16,6 0 0-16,0-4 1 0,2 1 1 0,1 0 0 16,5 3-1-16,3-1 0 0,3 1 0 15,2 2-2-15,2 1-1 0,5 1-1 0,1-1 0 16,5 4-2-16,-2 0 0 0,3 3 0 0,0 3 1 16,-2 5 2-16,0 3-1 0,-2 2 1 15,-3 6 2-15,0 3 0 0,-3 1 1 0,0 4 1 16,-4 2 2-16,-2 6 7 0,-1 0 3 15,-1 3 3-15,-6 5 0 0,-1 3-1 0,-4 5-1 16,1 1-5-16,-6 3-2 0,0 1-2 0,-2 1-3 16,0 1 1-16,-1-2-2 0,1 1-1 15,0-2-1-15,2-5 0 0,0 0-1 0,4-5-2 16,-1-2-3-16,4-4-15 0,1-1-22 16,-1-4-61-16,3-2-68 0,0-2-106 0,4-5-167 15,1 0-292-15,1 0-324 0,2-3-259 0,2 4-171 16,3-3 225-16,-2 0 606 0</inkml:trace>
  <inkml:trace contextRef="#ctx0" brushRef="#br2" timeOffset="111202.93">23517 6567 174 0,'14'5'540'0,"2"-1"343"16,-4 0 231-16,0 0-133 0,2-2-273 0,-3 1-174 15,1-1-98-15,1-1-36 0,2-2-60 16,-3-1-51-16,-1-2-31 0,3-3-35 0,-3-4-38 15,2-2-56-15,-2 0-30 0,-1-3-16 0,-4 0-12 16,2-1-3-16,-4-2-5 0,-2 5-5 0,-4-3-8 16,-1 1-8-16,-3 1-12 0,-2 0-8 15,-1 0-8-15,-5 3-5 0,-1 0-3 0,0 2-2 16,0 2-2-16,0 3 0 0,-1 2-2 0,-2 6 0 16,4-1-2-16,-2 9-1 0,2 3 0 15,0 3-1-15,3 3 0 0,-1 6 1 0,0 1 0 16,4 6 2-16,0-3-2 0,2 4 2 15,0 0-1-15,1-1-1 0,3-1 0 0,2-3-2 16,2-1 0-16,3 0-1 0,1-6 0 0,2-1-2 16,0-4-12-16,1-2-18 0,4-2-32 15,0-4-71-15,-1-3-68 0,1-3-115 0,1-3-163 16,0-3-282-16,-1-1-305 0,3-4-210 16,0-2-148-16,-1-4 259 0,0 1 562 0</inkml:trace>
  <inkml:trace contextRef="#ctx0" brushRef="#br2" timeOffset="111792.72">23819 6417 184 0,'2'-3'733'0,"0"-2"439"0,-2 2 118 16,0 1-142-16,0 1-302 0,0 1-253 0,2 0-182 15,0 1-100-15,-2 4-72 0,0-3-70 16,0 5-56-16,0 4-33 0,-2 4-18 0,0 2-13 15,2 6-7-15,-2 2-9 0,2 1-10 0,-2 3-8 16,0 1-6-16,2 1-6 0,0-1-3 0,2-1-2 16,2-2-1-16,3-2-1 0,-2-2-1 15,3-1 0-15,2-4 3 0,2-1 0 0,-3-2 1 16,5-5 0-16,1 1 1 0,-1-4 1 16,2-3 0-16,-2-1-1 0,2-2 0 0,-1-2 1 15,-2-4-1-15,4 3 1 0,-4-5-1 0,2-1 2 16,-1 0-1-16,-2 0 1 0,2 0-1 15,-2-1 1-15,0-1 0 0,-2 1 0 0,-1-2 1 16,-1-1 1-16,1 0 1 0,0-1 0 16,-1-2 0-16,-4-3 1 0,4-2 5 0,-3-1 5 15,-2-2 5-15,-1 1 4 0,-2-3 1 0,-2 1 0 16,-1-2-6-16,-2 1-5 0,-3-3-6 16,0 2-3-16,0 0-4 0,-1 3-2 0,0-1-2 15,0 4 0-15,1 5-3 0,2-1-10 0,-1 8-22 16,2 0-45-16,1 4-72 0,0 2-83 15,0 4-144-15,1 2-208 0,2 1-309 0,1 6-285 16,-2 1-204-16,2 2-13 0,2 1 466 0,-1 3 531 16</inkml:trace>
  <inkml:trace contextRef="#ctx0" brushRef="#br2" timeOffset="112489.72">24187 6742 313 0,'6'-1'788'0,"-1"-2"360"0,-2-3 55 0,2-4-267 16,-2-1-229-16,4 0-174 0,0-4-132 0,1 0-83 16,4-2-54-16,-3-5-48 0,4 1-62 15,-2-3-55-15,3-1-29 0,-1-1-16 0,2 0-9 16,0 1-9-16,0-3-5 0,-2 4 2 0,-2 1-1 16,2 4-4-16,-4 2-5 0,-2 4 1 15,0 2 2-15,-2 4 0 0,-2 1 2 0,-3 6 5 16,0 4 3-16,0 5-3 0,-3 5-3 15,-2 4-4-15,1 4-5 0,-1 3-6 0,-1 3-3 16,1 2-3-16,0 0-3 0,0 1-2 0,1 0-2 16,1-3-1-16,1-3-1 0,2-2-2 15,2-4 0-15,-1-2-2 0,4-5 1 0,-1-3 1 16,3-4 1-16,1-4 1 0,2-5 2 0,0-3 2 16,3-5-1-16,1-4 1 0,1-3-1 15,0-4-1-15,1 0-2 0,0-2-1 0,-2 1 1 16,0-2-1-16,-1 2-1 0,-2 2 2 15,-2 1 0-15,0 1-1 0,-1 4 2 0,-4 3 0 16,0 2 0-16,2 2 0 0,-5 1 0 16,1 5-2-16,-1 0 0 0,-1 5-3 0,0 0 2 15,0 4-2-15,0 0 2 0,-1 4 0 0,1-2 1 16,0 4 0-16,0-1 0 0,0 3-1 0,1-2 0 16,-1 1-2-16,4 0-5 0,-3-1-11 15,4-1-14-15,0 0-26 0,2-1-47 0,-2 1-65 16,3-2-55-16,0 2-53 0,3-3-64 15,-1 0-48-15,-1-1 11 0,4 1 61 0,-4-1 46 16,3 0 50-16,-2 3 66 0,2-3 61 16,0 1 41-16,1-1 36 0,-4-1 36 0,5-1 36 15,-2-1 42-15,-1-2 44 0,1-4 27 0,-1 1 8 16,-1-5 7-16,1-2 41 0,-2-2 49 16,0-1 18-16,0-2 2 0,-5-2-5 0,0 0-18 15,-3-1-42-15,-1 0-51 0,0-2-34 16,-3-1-28-16,-2 0-19 0,-2-1-17 0,-1-1-16 0,-2-1-13 15,-2-1-10-15,-1 2-10 0,2 1-6 16,-3 1-7-16,2 4-5 0,-2 1-2 0,3 3-3 16,-2 6-1-16,1 3-3 0,1 4-1 15,-2 3-2-15,5 5-1 0,0 3-2 0,2 0-6 16,1 4-12-16,1 1-18 0,2 2-28 0,1-3-63 16,1 3-76-16,0-2-119 0,0-2-187 15,3 2-297-15,-2-2-337 0,5-1-252 0,1-2-138 16,-1 0 349-16,1 0 644 0</inkml:trace>
  <inkml:trace contextRef="#ctx0" brushRef="#br2" timeOffset="112747.59">25121 6385 150 0,'0'-13'977'15,"0"2"641"-15,-1 3-40 0,-2-1-309 0,-2 1-444 16,2 6-330-16,-2-3-221 0,4 3-112 15,-3 2-61-15,1 1-39 0,2 2-27 0,1 2-18 16,-2 6-8-16,2 2-4 0,2 3-2 16,-2 4-3-16,1 3 0 0,-1 3 0 0,2 2 0 15,-2 4-1-15,-2-1 1 0,1 5-2 16,-3-2 1-16,1 2-1 0,-4-2-3 0,0-1-2 16,-1-1-8-16,0-2-17 0,-2-7-47 0,-2 0-74 15,1-6-91-15,-3-5-169 0,3-5-260 16,-2-7-326-16,2-6-289 0,3-6-170 0,2-6 148 0,-2-6 601 15</inkml:trace>
  <inkml:trace contextRef="#ctx0" brushRef="#br2" timeOffset="112929.89">25058 6067 793 0,'-3'-6'1610'0,"-4"4"65"0,0 3-343 0,-1 2-373 15,-3 2-429-15,3 3-272 0,2 0-121 0,-1 0-61 16,6 3-31-16,-1 3-20 0,4-1-12 0,-1 2-7 15,6 3-5-15,1 0-12 0,-2 5-57 16,3-1-76-16,1 4-158 0,-2 0-273 0,1 2-314 16,2 2-385-16,-1 0-291 0,1 1 9 0,0 0 689 15</inkml:trace>
  <inkml:trace contextRef="#ctx0" brushRef="#br2" timeOffset="113089.46">25366 6739 550 0,'4'22'1507'15,"-4"3"241"-15,0-1-302 0,-4 0-345 0,0 1-486 16,-1-2-292-16,1 2-140 0,0-3-73 0,3 0-44 16,-2-4-30-16,3-3-19 0,0-5-17 0,3-2-32 15,0-7-83-15,0-5-116 0,5-7-216 16,-4-2-297-16,1-7-365 0,0-1-415 0,-2-7-159 16,1 0 412-16,-3-6 774 0</inkml:trace>
  <inkml:trace contextRef="#ctx0" brushRef="#br2" timeOffset="113219.47">25411 6355 192 0,'-6'-12'1038'16,"1"5"573"-16,-4 2-88 0,1 1-314 0,1 2-460 15,2 0-323-15,0 1-213 0,1 0-105 0,4 1-55 16,0 1-45-16,1 0-88 0,4 1-119 16,0 0-238-16,1 2-283 0,1-1-336 0,2 5-384 0,-3-3-136 15,2 5 410-15,0 0 734 0</inkml:trace>
  <inkml:trace contextRef="#ctx0" brushRef="#br2" timeOffset="113988.81">25479 5848 135 0,'8'-6'466'0,"-2"2"267"0,1 2 252 16,-1 2-31-16,2 3-231 0,3 5-158 16,2 2-92-16,0 4-15 0,4 4-64 0,0 3-74 15,0 1-47-15,2 5-34 0,0 2-30 0,0 0-47 16,0 3-35-16,-1 3-20 0,1 0-14 15,-2 6-11-15,-3 2-15 0,-1 1-12 0,-2 4-12 16,-5 4-12-16,1-1-8 0,-4 4-10 16,-2-1-6-16,-2-2-3 0,-1-1-3 0,-1-1-3 15,-2-4 1-15,2-2-2 0,0-3-1 0,-2-4-10 16,1-4-20-16,-3-5-47 0,6-4-77 0,-6-3-118 16,4-2-208-16,-2-6-299 0,0-3-339 15,1-1-327-15,-1-3-127 0,0 0 386 0,1-1 680 16</inkml:trace>
  <inkml:trace contextRef="#ctx0" brushRef="#br2" timeOffset="131801.5">25891 8040 93 0,'2'-7'402'0,"0"0"263"16,-2 1 238-16,0 0 8 0,0 0-181 16,-2 2-139-16,0-1-64 0,2 0-21 0,0 4-53 15,2 0-78-15,0 0-69 0,-2-2-48 16,0 3-58-16,0 0-62 0,0 0-44 0,0 4-30 15,0-2-18-15,1 5-10 0,-1 2-3 0,0 6-2 16,2 4 1-16,0 6-1 0,-1 5 1 16,2 2-3-16,1 5-3 0,-1 2-5 0,0 4-1 15,1-1-1-15,3-1-2 0,-4 2-1 16,2-3-2-16,0-1-1 0,-1-1-2 0,2-5 4 16,-2 1 0-16,-1-6 2 0,-2 0 3 0,3-4 1 15,-4-3 2-15,1-6-5 0,-1 3-2 0,2-6 2 16,-2-2 0-16,0-2 5 0,0-2 2 15,-2-2 0-15,2-2-1 0,-3-4-5 0,0-2-4 16,-2-5-6-16,-3-4-5 0,4-2-4 16,-3-7-1-16,1-3-1 0,-1-5-1 0,0-5-1 15,2-2 1-15,-1-4 2 0,1-2 1 16,0-4 0-16,2 1 2 0,-2 1 0 0,4-1 0 16,1 5-2-16,0 2 0 0,1 4-1 15,4 2 0-15,-2 5 0 0,2 4 0 0,0-1 1 16,1 6-1-16,0 0 1 0,3 3-1 0,0-1 1 15,-1 2 0-15,2 1 0 0,-2 1 1 0,4 1-1 16,-2-1 0-16,2 2 0 0,0 0 0 16,2 1 1-16,1 1-1 0,2 0 0 0,-1 1 0 15,3 2 1-15,1 4 0 0,1-2 0 16,1 3 0-16,2 1 0 0,-2 1 0 0,0 0 0 16,0 4 0-16,0 0 0 0,-2-1-2 15,-2 4 0-15,0-2-1 0,1 0 0 0,-6 1 0 16,2-1-1-16,-4 2 0 0,2-1 0 0,-5 0-6 15,-2 2-14-15,-1-1-20 0,-3 0-39 0,-2-1-73 16,-5 2-99-16,-3-2-158 0,-2 3-265 16,-4-3-320-16,0 1-338 0,-5 3-206 0,0-7 126 15,-5 5 624-15</inkml:trace>
  <inkml:trace contextRef="#ctx0" brushRef="#br2" timeOffset="132017.35">25994 8143 253 0,'-3'12'728'0,"2"-4"356"16,1-1 99-16,-2 1-232 0,4-3-299 0,-2 3-182 16,4-2-94-16,1 0-56 0,3 0-54 0,1-2-27 15,3 1-34-15,2-1-45 0,0-2-53 16,3 0-36-16,3-2-17 0,-2 0-20 0,4 0-13 16,1-2-9-16,-1 2-4 0,0-2-4 15,-1 2-2-15,1 0-4 0,-4 0-1 0,0 2-1 16,3 0-25-16,-4 2-66 0,-1 1-67 0,-5-2-142 15,1 3-253-15,-2-1-314 0,0-1-324 16,-3 1-222-16,0-1-4 0,-3-3 552 0</inkml:trace>
  <inkml:trace contextRef="#ctx0" brushRef="#br2" timeOffset="132236.56">26546 8250 503 0,'0'15'1059'0,"0"2"296"15,-1 2-18-15,-1 2-289 0,0 1-371 0,-1 1-226 16,2 1-123-16,-3 0-78 0,0-1-76 0,2 3-62 16,-1 1-37-16,2-2-25 0,1 0-19 15,0-1-12-15,1-2-9 0,1-1-6 0,3-3-4 16,1-1-5-16,-2-5-13 0,4-1-34 0,-1-6-71 16,-1-2-73-16,0-6-145 0,-1-2-223 15,-2-8-312-15,0 0-318 0,-1-3-207 0,-2-4-25 16,-2-2 510-16</inkml:trace>
  <inkml:trace contextRef="#ctx0" brushRef="#br2" timeOffset="132426.46">26562 8089 147 0,'0'-6'753'0,"-1"2"477"0,-3 1 138 0,1-1-134 15,2 4-412-15,-1 0-311 0,0-3-175 0,-1 3-101 16,3 0-78-16,0 0-64 0,0 0-48 15,2 3-29-15,-1-1-9 0,3 4-9 0,0-1-9 16,1 3-54-16,3-1-54 0,-2 0-87 0,1 2-153 16,-1-1-254-16,2-1-315 0,0 0-239 15,1 2-189-15,2-2 129 0,-1-1 524 0</inkml:trace>
  <inkml:trace contextRef="#ctx0" brushRef="#br2" timeOffset="132731.7">26828 8168 309 0,'6'2'601'0,"2"2"304"0,-2-3 186 16,2 0-255-16,0 1-210 0,1 1-140 0,3-2-81 15,-3 0-68-15,3 1-43 0,0 1-44 0,-1 0-20 16,1-1-23-16,0 1-21 0,0 1-27 16,-2 1-36-16,-1-1-14 0,-1 4-14 0,-2-1 0 15,1 4-5-15,-6 1-6 0,2 1-4 0,-4 2-9 16,-2 3-8-16,-4 3-8 0,0 0-7 15,-5 5-6-15,0 0-5 0,-2 0-7 0,-2 4-6 16,0-1-4-16,3-1-6 0,-1-2-6 0,6-2-4 16,0-3-2-16,3-4-2 0,1-1-2 15,2-2 0-15,4-6-2 0,2-1 0 0,3 0-1 16,1-6-6-16,1-4-13 0,5-3-19 0,2-4-35 16,2-2-76-16,-1-4-89 0,2-2-156 15,1 0-250-15,0-2-320 0,0-1-349 0,2 0-202 16,-1-1 54-16,1-3 611 0</inkml:trace>
  <inkml:trace contextRef="#ctx0" brushRef="#br2" timeOffset="133164.35">27255 8272 318 0,'4'-6'867'0,"0"3"388"15,-4 2 104-15,0 1-233 0,-2 3-323 0,-1 3-262 16,-2 3-152-16,0 2-90 0,-1 3-88 0,-3 3-68 16,0 2-40-16,0 3-25 0,0 3-19 15,1 0-14-15,0 0-12 0,3 0-11 0,2-5-10 16,3-2-6-16,3-2-4 0,3-7-3 15,2-2-1-15,6-5 0 0,1-5 1 0,3-5 0 16,-1-5 0-16,3-2-1 0,2-2 1 0,-3 0 1 16,3-3-2-16,-1-1 2 0,-4 1 0 0,0 1 0 15,0 0 0-15,0 2 0 0,-6 2 1 16,1 2-1-16,-2 0 1 0,-2 2-1 0,-2 4 0 16,2 0 0-16,-3 2 0 0,-2 1 0 15,-1 2 0-15,1 2 0 0,-2 2 0 0,-1 2 1 16,4 2-1-16,-4 4 1 0,0 0-3 0,1 5 2 15,-1 0-1-15,3 1 0 0,-1 4 1 0,2 0 1 16,-2 1 1-16,0 2 1 0,-1 3 0 16,1 0 0-16,-2 3 0 0,0 2 0 0,-2 0 2 15,-3 0 2-15,-1 4 6 0,-2-1 3 0,-3 0 7 16,-3 1 3-16,-4 0 1 0,0 0-3 16,-6 1-4-16,-3-4-5 0,2 1-6 0,-5-3-3 15,0 0-4-15,-1-7-2 0,5-2-1 16,0-5-1-16,5-1-7 0,3-6-16 0,2-4-31 15,7-2-79-15,4-7-102 0,5-7-191 16,5-2-295-16,4-4-343 0,7-5-389 0,2-3-175 0,3-2 266 16,5-1 732-16</inkml:trace>
  <inkml:trace contextRef="#ctx0" brushRef="#br2" timeOffset="133866.95">27675 7953 118 0,'1'-12'386'0,"-1"1"251"0,0 3 242 15,4-1-42-15,-4 2-115 0,1 1-113 0,-1 0-82 16,0 2-55-16,2-1-48 0,0 3-60 0,-1 0-55 16,1 2-38-16,-1-2-34 0,-1 2-44 0,2 0-45 15,-2 2-29-15,2-1-17 0,-2 2-10 16,1 3-8-16,1 2-5 0,-1 2-4 0,3 3-7 16,-2 3-7-16,3 2-9 0,-3 4-6 15,1 4-6-15,-1 2-8 0,1 1-6 16,-2 5-6-16,3-1-5 0,-4 2-5 0,3 1-4 15,0-3-3-15,0 0-1 0,2-1-1 0,-1-3 0 16,1-2 0-16,3-4 0 0,-1 0-1 0,2-6 0 16,-3-2-2-16,2-4 0 0,0-4 1 15,5-2 0-15,-5-5-1 0,1-5 1 0,4-3 1 16,0-5 1-16,-1-2-1 0,1-3 1 0,-4-1 1 16,4-2 1-16,-4-1-1 0,-1 2 1 15,0 1 0-15,-3 1-1 0,0 4 0 0,-4 2 1 16,1 3-1-16,-2 0 0 0,-2 3-1 0,1 4-1 15,-3 2 0-15,0 2-1 0,-6 7-1 16,2 3 0-16,0 1 0 0,-4 7 0 0,1 1 1 16,-2 3 0-16,1 1 1 0,-1 4-1 0,0-1 1 15,2 1 0-15,3-2-1 0,2 0 0 16,0-4-1-16,6 1-1 0,6-7-6 0,3 0-11 16,7-7-22-16,5-4-32 0,9-6-80 0,1-6-107 15,8-4-182-15,6-7-292 0,3-4-344 16,1-5-386-16,3 0-168 0,-5-4 255 0,0 1 719 15</inkml:trace>
  <inkml:trace contextRef="#ctx0" brushRef="#br2" timeOffset="134169.68">28455 8233 8 0,'-4'-11'796'0,"-4"6"834"15,-7 1 85-15,-6 4-330 16,-3 4-398-16,-4 1-407 0,-7 6-256 0,-1 3-124 0,0 1-58 16,1 3-35-16,0-1-22 0,5 4-19 0,3-1-14 15,7-1-11-15,4 0-12 0,6-2-10 16,4-2-8-16,8-2-6 0,7-3-4 0,7-4-2 15,6-6-2-15,6-6-1 0,5-4-1 0,4-4 1 16,-1-4 0-16,4-2 2 0,-2-2 1 16,-4 1 1-16,-2 0 1 0,-3 3-1 0,-4 0 0 15,-4 3 1-15,-4 4-1 0,-3 0 1 16,-1 3 0-16,-5 6 0 0,0-1 0 0,-2 6 0 16,-2 5-1-16,0 3 0 0,-3 2 0 0,2 4-2 15,-1 3 1-15,0 1-1 0,-1 2 1 0,1 3 0 16,0-2 0-16,1 3-4 0,3-2-12 15,-2 0-22-15,1-2-41 0,-2-2-83 0,2-1-153 16,-1-2-266-16,0-2-327 0,1-1-400 16,-5 1-413-16,0-2-20 0,-5 0 740 15</inkml:trace>
  <inkml:trace contextRef="#ctx0" brushRef="#br2" timeOffset="135439.6">25406 9049 51 0,'22'-8'279'0,"1"-1"172"0,-1 2 174 16,-4 0-23-16,0-1-49 0,-1 2 0 0,-2 1 6 15,-1-1-29-15,-1 0-42 0,-3 1-25 0,2 2-17 16,-3 0-53-16,-1 1-56 0,0 2-36 16,-2-5-30-16,-3 5-42 0,2-1-51 0,-1 0-33 15,-1 1-21-15,-2 0-17 0,2-1-15 16,-1-2-11-16,-1 2-10 0,-1 1-6 0,0-3-6 15,2 1-5-15,-2 1-3 0,-2-2-18 16,2 1-33-16,-3 0 0 0,-1-1 0 0,-3-2 0 16,-1 1 0-16,-1-1 0 0,-4 1 0 0,0 0 0 15,-4-2 0-15,-2 1 0 0,-5 2 0 0,-1-2 0 16,-5 1 0-16,-5 4 0 0,-1 0 0 16,-7 0 0-16,-3 0 0 0,-2 4 0 0,-2 1 0 15,-5 1 0-15,-2 0 0 0,-3 1 0 16,-2 2 0-16,-1-1 0 0,-3 1 0 0,-1-1 0 15,-4 3 0-15,2-5 0 0,-1 2 0 0,0-1 0 16,-1 1 0-16,3-1 0 0,-1 2 0 16,-1 0 0-16,-1 0 0 0,1 3 0 0,1 2 0 15,-4 1 0-15,2 1 0 0,0 1 0 0,3 1 0 16,0 2 0-16,3 0 0 0,4 2 0 16,2 0 0-16,3 0 0 0,3 4 0 0,2-2 0 15,5 3 0-15,2-1 0 0,3 4 0 16,1-1 0-16,4 4 0 0,1 0 0 0,2 3 0 15,3-3 0-15,-1 3 0 0,2 2 0 16,-1 0 0-16,3 1 0 0,0 2 0 0,0 0 0 16,0-1 0-16,0-1 0 0,1 1 0 0,1 0 0 15,-1-2 0-15,2 1 0 0,-3-1 0 0,2-1 0 16,0-1 0-16,-2 2 0 0,0-1 0 16,2 0 0-16,-4-3 0 0,2 1 0 0,2-2 0 15,-2-3 0-15,4-4 0 0,0 0 0 16,3-3 0-16,1-3 0 0,3-4 0 0,2-1 0 15,3-4 0-15,1-3 0 0,3 0 0 0,0-2 0 16,4-2 0-16,-2-1 0 0,4 0 0 16,-1-2 0-16,0 3 0 0,1-4 0 0,1 1 0 15,-2-1 0-15,0 1 0 0,2-1 0 0,0 2 0 16,0-2 0-16,-1 0 0 0,1 2 0 16,0-2 0-16,0 1 0 0,-2-1 0 0,2 0 0 15,0 0 0-15,-1 0 0 0,1 0 0 0,0 1 0 16,0-1 0-16,0 0 0 0,0 2 0 15,0 0 0-15,1-1-3 0,-1-1-105 16,0 0-51-16,0 0-69 0,0-3-114 0,-1 0-179 16,1-3-295-16,-3-1-336 0,1-4-289 0,-1 1-137 15,3-2 370-15,-3-3 648 0</inkml:trace>
  <inkml:trace contextRef="#ctx0" brushRef="#br2" timeOffset="135786.31">22146 10345 128 0,'-3'0'744'0,"0"5"471"0,-4-2 93 16,1 1-160-16,1-1-368 0,1 2-280 15,-3-1-136-15,4 1-72 0,-2-1-46 0,0 2-30 16,1-2-44-16,-1 7-51 0,4-4-36 0,-3-1-23 16,1 6-12-16,2-1-10 0,1 1-2 0,-2 2-3 15,2 1 0-15,0 0 1 0,2 1 1 16,-2 1 2-16,1 1-2 0,1-1 0 0,1 3-2 15,-1 1-2-15,1-2-4 0,2 3-3 0,-3 0-1 16,3 1-3-16,0-1-2 0,0 2-2 16,0-1-2-16,1 0-3 0,2 0-3 0,0-3-3 15,1-1-2-15,4-1-2 0,-1-2-1 16,4-3 0-16,0-4-1 0,4-2-1 0,1-4-1 16,5-3 0-16,0-6-3 0,4-4 0 0,4-6 0 15,-1-5-1-15,3-4 0 0,5-3-1 16,0-5-2-16,1-2-13 0,2 2-21 0,-1-6-46 15,-1 3-77-15,-1-1-142 0,1 1-267 0,-2 3-316 16,-3-1-378-16,-2 3-364 0,-4 3-54 16,-2 2 652-16</inkml:trace>
  <inkml:trace contextRef="#ctx0" brushRef="#br2" timeOffset="137091.2">18451 11350 29 0,'2'-19'525'0,"1"0"481"16,-2 4 237-16,-1 0-46 0,0 4-272 15,0 2-261-15,0 1-171 0,-1 4-104 0,-1-1-63 0,2 3-50 16,-3-2-73-16,1 2-59 0,1 2-39 16,-1 2-30-16,-3 2-23 0,2 3-16 0,-2 2-12 15,-2 5-9-15,2 7-3 0,-1 7 0 16,-1 5 2-16,1 5 3 0,-2 3 2 0,0 6 1 15,3 3-2-15,-1 0-2 0,-2 0-4 16,4 0-4-16,-1-5-4 0,2-2-1 0,-1-6-1 16,1-4-2-16,3-4 0 0,-2-6 0 0,2-5-1 15,0-1 0-15,-1-6 1 0,1-2 0 0,0-2 0 16,0-2 1-16,0-4 0 0,-2-2 2 16,2-6-1-16,0-3 1 0,0-6 0 0,2-6 0 15,-1-5-1-15,-1-2-2 0,2-4 0 16,-2-3-1-16,3-3 0 0,-1-2-2 0,0 1 1 15,-2-2 1-15,1 1 1 0,1 3 0 0,-2-1 1 16,1 3 1-16,-1 4 0 0,2 0 0 0,-2 5-2 16,2 2 0-16,-2 2 1 0,0 6 0 15,1-2-1-15,-1 4 0 0,0 3 0 0,0 3 0 16,2 2 0-16,-2 0 0 0,0 3-1 16,1 2 0-16,-1 2 0 0,5 0 0 0,-1 2 0 15,3 6 0-15,3 4 3 0,0 3-1 0,3 4 2 16,4 3 1-16,-1 8 4 0,2 0 2 15,-1 7 0-15,4 0 2 0,-4 4 0 0,2 1-1 16,1 0-3-16,-3-3-3 0,0-3-2 0,-1-5-1 16,-1-2 0-16,0-6-2 0,-1-2 1 15,-3-6 0-15,-3-2 2 0,1-3 3 0,-2-4 7 16,-3-3 6-16,0-4 3 0,1-3 0 0,-4-7 0 16,-1-5-3-16,2-1-6 0,-2-7-5 15,-2-2-4-15,1-4-2 0,-3-1-2 0,1-6 0 16,-2 0 1-16,-1-3-1 0,-2-1 1 15,4 1 1-15,-1-2 0 0,0 2-1 0,2 3-1 16,-1 6-2-16,4 2 0 0,-1 6-1 16,1 5-2-16,1 4 1 0,3 3-1 0,-1 6-3 15,3 5-8-15,5 2-13 0,0 5-20 0,1 7-32 16,3 0-76-16,0 4-104 0,0 3-182 16,3 1-286-16,1 3-338 0,3 0-393 0,-3 0-190 15,4 4 247-15,-1-2 744 0</inkml:trace>
  <inkml:trace contextRef="#ctx0" brushRef="#br2" timeOffset="137453.87">19185 11566 632 0,'-7'-6'1488'0,"-4"0"202"16,0 2-283-16,-2 1-369 0,-1 0-432 0,1 2-253 16,-2 2-143-16,0 2-68 0,2 3-41 15,0 3-30-15,0 2-19 0,0 6-16 16,4 2-8-16,-2 5-9 0,5-1-4 0,1 2-4 0,3 0-5 15,1-3-5-15,2-1-3 0,4-3-2 16,1-4-2-16,5-5 1 0,4-5 0 16,0-7 3-16,3-7 0 0,2-5 1 0,4-8 1 15,-2-4 0-15,4-2-2 0,-3-2 0 0,2 1-1 16,-5 1 0-16,0 3 0 0,-3 3 1 0,-4 1 2 16,-2 8 1-16,-2 2 0 0,-2 3 1 15,-4 3 0-15,0 4 0 0,-3 3-1 0,-3 4-1 16,1 4 0-16,-2 5 1 0,-1 2 0 15,0 6 0-15,-2 1 0 0,0 5-1 0,2 2 0 16,0 1 0-16,2 2-1 0,-3 0-2 0,3 1-8 16,2-2-18-16,1-4-34 0,0-2-77 15,1-3-94-15,1-5-171 0,2-4-291 0,1-5-333 16,1-5-366-16,2-4-186 0,0-4 165 16,3-11 689-16</inkml:trace>
  <inkml:trace contextRef="#ctx0" brushRef="#br2" timeOffset="137853.97">19474 11559 72 0,'9'1'570'0,"-4"7"451"0,0 2 198 0,-2 5-73 0,4 4-348 15,-3 4-229-15,2 4-135 0,-1 2-91 0,2 3-60 16,-3 4-48-16,0 3-52 0,0 2-59 16,1 1-48-16,-2 2-28 0,0 1-17 0,0-1-8 15,-1-1-8-15,0-3-4 0,-1-3-4 16,-1-2 0-16,0-5 4 0,-1-4 4 0,-1-7 3 15,0-2 3-15,-3-6 1 0,2-5-3 0,-1-3-5 16,-1-8-3-16,0-5-6 0,1-4 0 0,-1-7-3 16,0-4 1-16,2-9 0 0,-3-4-2 0,3-5-1 15,-1-7 0-15,3-4-2 0,2-2-2 16,3-4 1-16,0 1-1 0,5 0 0 16,1 6-1-16,1 1 1 0,0 5-1 0,2 8 3 15,-1 3-1-15,1 4 0 0,0 6 0 0,-1 3 1 16,0 4 0-16,-3 5 0 0,0 3 2 0,1 5 1 15,-2 4 3-15,0 2 1 0,0 5 1 16,-4 5 2-16,0 1 1 0,-3 4-1 0,-1 4-1 16,0 3-2-16,-3 3 0 0,0 1-1 0,0 6-1 15,-4 0-3-15,0 3-2 0,0-1-14 16,-1 1-50-16,0-1-70 0,-1-4-85 0,1-1-164 16,2-7-294-16,-1-3-324 0,2-6-285 15,-1-3-176-15,3-7 158 0,2-6 624 0</inkml:trace>
  <inkml:trace contextRef="#ctx0" brushRef="#br2" timeOffset="138526.5">19761 11416 139 0,'4'0'800'0,"-1"6"549"16,0 2 136-16,-1 1-192 0,-1 3-430 15,1 3-331-15,0 2-181 0,-2 0-111 0,1 1-84 16,-1 3-54-16,3-1-38 0,-1 1-26 0,2 0-14 15,0-2-10-15,0 0-6 0,3-3-4 16,-2-3-2-16,1-3-2 0,2-1 0 0,-2-5 0 16,0-2 0-16,1-6 0 0,-1-2 0 15,3-3 1-15,-1-1-1 0,-1-4-1 0,1 1 1 0,1-1-1 16,-3 0 0-16,3 2 0 0,0 1 1 16,-3 0 0-16,2 1 0 0,0 3 0 15,1 0 1-15,-1 3-1 0,0 2 0 0,0 2 1 16,2 3 0-16,-1 0 0 0,-1 4 1 15,0 0 0-15,3 1 1 0,-1 2-1 0,-1-1-1 16,2-2-1-16,0 2-1 0,2-3-2 0,-4-1 1 16,3-2-1-16,-2-3 1 0,0-3 1 15,-2-2 1-15,-2-1 1 0,0-3 0 0,-1-1 0 16,-2 1 3-16,-3-3-2 0,-1 0 1 0,-3 1 2 16,0 0 6-16,-4 1 11 0,2 1 8 15,-1 3 7-15,-1 0 4 0,2 1-1 0,0 3-5 16,-1 2-9-16,4 0-9 0,-2 1-7 15,2 3-5-15,2 1-2 0,1 1-1 0,0 2-1 16,1 3 1-16,2 2 0 0,2 1-1 0,0 1 0 16,2 4-1-16,-1 1 2 0,3 5 0 0,-1-1-1 15,3-1-1-15,0 5 1 0,-1-3-1 16,3 0-1-16,-3-3-1 0,3-3 0 0,0-2 1 16,-1-3-1-16,-2-3 1 0,2-3 0 15,0-5 1-15,0-3 0 0,-1-5 0 0,1-5 0 16,0-5 0-16,1 0 0 0,1-3-1 0,-1-2-1 15,-1-2-2-15,4 2-3 0,-2 1-4 16,0-2-2-16,-1 0-1 0,1 1 0 0,-3 4 2 16,-1 1 4-16,-1 3 4 0,-1 2 2 0,-3 6 3 15,2 3 2-15,-6 4 2 0,2 3 4 16,-3 5 5-16,0 5 2 0,0 2 1 0,-3 3 1 16,2 3-3-16,-3 3-3 0,3 1-4 15,-3-1-6-15,4 1-2 0,-1-3-13 0,1 0-28 16,1-5-84-16,-1-5-124 0,0-4-238 15,2-2-306-15,1-8-375 0,1-5-431 0,-3-4-113 16,4-6 529-16,1-2 776 0</inkml:trace>
  <inkml:trace contextRef="#ctx0" brushRef="#br2" timeOffset="138943.66">20549 11250 409 0,'-1'-36'1526'15,"-1"7"336"-15,-1 6-360 0,-2 7-390 0,0 4-439 16,0 3-351-16,-1 3-162 0,3 3-74 15,0 2-33-15,1 2-23 0,2 2-13 0,4 1-9 0,-1 4-5 16,3 3-3-16,-2 3-6 0,1 2-15 16,0 3-25-16,0 4-59 0,-2 0-73 0,0 5-93 15,1 1-147-15,-2 3-168 0,2 1-200 16,-1 3-154-16,-2 3-83 0,3 2 80 0,0-1 324 16,1 1 325-16,0-1 273 0,3-2 215 15,0-4 122-15,1-4 11 0,-1-5-46 0,5-5-46 16,0-6-25-16,0-5 8 0,0-6 32 0,4-5 26 15,-4-3 12-15,3-4-6 0,-2-2-14 16,0-6-25-16,-1-2-41 0,0-4-37 0,1-1-20 16,-3 0 28-16,2-2 58 0,-4 3 33 0,3-1 13 15,-5 1-4-15,-2 2-17 0,0 0-37 0,-5 2-51 16,0 3-33-16,-5 0-19 0,0 3-11 16,-2 3-12-16,-2 5-12 0,-2 3-11 0,-3 5-10 15,0 6-12-15,-2 5-11 0,2 6-7 0,-2 2-7 16,2 6-5-16,1 4-6 0,1 2-5 15,3 0-4-15,2 2-2 0,2-1-8 0,5-2-18 16,0-2-30-16,3-3-81 0,3-5-132 0,-1-1-255 16,2-5-319-16,-3 0-403 0,1-2-463 15,-2-3-93-15,-1-3 653 0</inkml:trace>
  <inkml:trace contextRef="#ctx0" brushRef="#br2" timeOffset="139830.65">21003 11866 305 0,'-2'10'816'0,"-1"1"367"0,-2-1 43 0,4 0-227 16,-4-1-253-16,5-3-208 0,0 0-155 15,0-3-86-15,3 0-47 0,0-4-52 0,0-4-57 16,4-3-34-16,3-4-15 0,0-5-7 16,1-3-12-16,2-4-11 0,1-3-8 0,1-3-6 15,2-2-6-15,2 0-3 0,-5 3-6 0,3-1-4 16,-1 4-5-16,-3 4-6 0,0 2-2 16,-4 7-3-16,-1 0 0 0,1 6 1 0,-2 5 1 15,-1 2 2-15,-1 5-1 0,3 7 0 16,-5 6-2-16,0 3-1 0,0 5-2 0,-1 4-3 15,0 2-1-15,-2 0-1 0,1 0-2 16,2 1-1-16,-3-5-1 0,4 1-1 0,-1-7 0 16,0 0 0-16,1-6-1 0,3-3 0 0,-2-2-1 15,-1-7 1-15,4-6-1 0,1-3 1 16,3-9 0-16,1-3 0 0,2-9 0 0,1-2-1 16,3-4 0-16,0 0-1 0,0 0 0 0,1 0-1 15,2 2 0-15,-4 2 0 0,3 3 0 0,-5 6 0 16,1 0 1-16,-3 7 1 0,0 4 0 15,-3 3 1-15,0 4 1 0,-3 2 1 0,0 4 2 16,0 3-2-16,-2 4 1 0,1 2 1 16,-4 3-1-16,0 1 0 0,2 0-1 0,-2 1-1 15,2 1-1-15,-1-1-1 0,3-2-1 0,-2-1-2 16,3-2 1-16,1-2-3 0,0-4-5 16,1-1-12-16,2-3-16 0,0-4-21 0,0-1-32 15,2-4-57-15,-1 0-62 0,1-2-49 16,-1 0-41-16,1-1-29 0,-3 2-1 0,2 0 59 15,-2 1 80-15,0 5 58 0,-3-3 47 0,1 6 30 16,-2 1 26-16,-2 3 14 0,-2 4 3 16,-2 1-17-16,-1 1-41 0,-1 4-61 0,-2-2-89 15,-1 6-112-15,-1-3-145 0,2-2-254 16,-3 0-181-16,3 0-31 0,0-5 161 0,1-6 282 16</inkml:trace>
  <inkml:trace contextRef="#ctx0" brushRef="#br2" timeOffset="140020.81">21819 11837 178 0,'-6'-34'523'0,"-1"-2"324"0,-1-5 237 15,2-2-147-15,-2-1-168 0,3-2-76 16,0 3-99-16,4 1-98 0,-1 4-105 0,1 4-79 16,-1 4-77-16,0 6-90 0,2 1-56 0,2 7-34 15,0 4-21-15,1 1-12 0,2 7-11 0,0 2-6 16,-1 6 0-16,4 1-2 0,0 6-2 16,0 3-2-16,3 3-8 0,0 5-37 15,0 0-78-15,5 3-101 0,-3 3-186 0,4 0-295 0,0 3-343 16,2 4-335-16,3-1-153 0,1 2 273 15,0-1 678-15</inkml:trace>
  <inkml:trace contextRef="#ctx0" brushRef="#br2" timeOffset="140336.79">22411 11758 254 0,'0'-12'1308'16,"-3"-1"551"-16,-3 1-246 0,-2-1-385 0,0-2-434 15,-6 0-355-15,3 2-178 0,-2-2-79 16,-1 4-40-16,1-2-31 0,-2 3-111 0,0 2 0 15,1 3 0-15,-2 3 0 0,-1 8 0 16,4 1 0-16,-2 5 0 0,2 5 0 0,3 2 0 16,1 1 0-16,4 2 0 0,5 0 0 0,4 1 0 15,0-2 0-15,9-2 0 0,0-5 0 0,5-5 0 16,4-6 0-16,2-6 0 0,3-6 0 16,2-5 0-16,-3-5 0 0,1 0 0 0,-2-2 0 15,-4 1 0-15,0 3 0 0,-2 0 0 0,-7 3 0 16,2 3 0-16,-4 4 0 0,-2 2 0 15,-2 3 0-15,4 4 0 0,-6 2 0 16,0 3 0-16,-1 7 0 0,0 0 0 0,0 6 0 16,1 3 0-16,3 1 0 0,1 1 0 0,5 2 0 15,6 0 0-15,-2-1-17 0,5-3-108 16,5-3-142-16,-2-1-252 0,4-5-344 0,-1-1-446 16,1-2-499-16,-4 1-65 0,1-3 780 0</inkml:trace>
  <inkml:trace contextRef="#ctx0" brushRef="#br2" timeOffset="141601.47">28606 9191 5 0,'4'-5'385'0,"-1"0"372"16,-3 0 312-16,0 1 80 0,1-2-332 0,-1 3-232 16,2-2-138-16,0 3-81 0,-1-1-50 0,1 1-48 15,-1 1-34-15,4 0-31 0,-2-1-32 16,2 0-39-16,0 2-30 0,4 2-19 0,2 1-10 15,2 0-3-15,1 1-4 0,7 2-3 16,-1 2-2-16,5 2-2 0,1 2-4 0,2 3-3 16,6 2-4-16,0 2-3 0,2 4-6 15,2 1-2-15,4 1-4 0,-2 3-5 0,2 2-5 0,-2 1-3 16,2 2 2-16,-4 0-1 16,0 3-2-16,-2 1 0 0,-1-1 0 0,-2 3-4 0,-6 0-5 15,2 0 1-15,-6 1 1 0,-1 4 3 16,-6-1 4-16,0 0 3 0,-6 0 2 0,-2 4 0 15,-4-3-3-15,-2 4-3 0,-4-3-4 16,-1 2-2-16,0-1-4 0,-2-1-3 0,2-1-5 16,0-2 0-16,-2-1 0 0,2-1 0 0,0-5 0 15,-2-2 0-15,4 0 0 0,-3-3 0 16,3-3 0-16,-1-3 0 0,2-4 0 0,-1-2-1 16,1 0 1-16,0-6 0 0,-2-2 0 15,2-3 0-15,-2 1 0 0,2-4 0 0,0-1 0 0,0 0 0 16,0-3-1-16,0 0 0 0,0-2 0 15,0 0 0-15,0-4 0 0,0 1-1 0,0 1 1 16,-1-2-1-16,1 0-5 0,-2-2-7 16,1 2-14-16,-3 0-18 0,0-1-24 0,-4 5-49 15,2-5-80-15,-2 3-102 0,-4 0-164 16,2 2-274-16,-2 1-332 0,3 0-321 0,-4 1-150 16,4 0 209-16,-4-2 635 0</inkml:trace>
  <inkml:trace contextRef="#ctx0" brushRef="#br2" timeOffset="141881.06">29158 10474 373 0,'-6'0'937'0,"-3"0"346"0,2 2 32 16,2 5-246-16,0 3-322 0,4 3-248 16,1 2-132-16,1 2-76 0,3 4-65 0,0 4-61 15,3 0-39-15,4 3-28 0,-2 3-18 0,4 0-15 16,3 2-14-16,-3 2-12 0,4-2-12 15,0-2-6-15,4-3-8 0,1-2-4 0,0-2-2 16,2-7-2-16,1 0 2 0,-1-6 4 16,-1-1 3-16,1-8 1 0,-2-2 1 0,2-6 0 15,-2-4-2-15,-1-6-5 0,1-4-4 16,0-1-1-16,-4-4-3 0,2-3-2 0,-2 2-1 16,-1-1-1-16,-4-1-1 0,2 3-6 0,-2 0-19 15,-2 2-51-15,-5-3-85 0,1 5-189 16,-2-1-275-16,-2 1-342 0,3 3-415 0,-5 2-359 15,2 3 109-15,-1 4 884 0</inkml:trace>
  <inkml:trace contextRef="#ctx0" brushRef="#br2" timeOffset="143084.79">27516 11425 35 0,'2'-7'559'0,"-2"1"496"0,-2-2 242 0,-2 2-2 16,1 2-334-16,2-1-310 0,-3 0-201 15,3 2-104-15,-4-2-69 0,3 3-73 0,-1-1-57 16,1 0-35-16,1 2-25 0,-1-1-23 16,2 1-20-16,0 1-15 0,0 0-11 0,2 0-9 15,-1 3-5-15,3 1 1 0,1 3 1 0,3 6 2 16,0 2 3-16,1 5 2 0,0 3 2 0,1 6 1 15,1 1 0-15,-2 3-1 0,0 1-2 16,0 0-2-16,-1 1-3 0,-2-1-3 16,1 0-2-16,-3-6 0 0,4-1-2 0,-3-4 1 15,-2-4-2-15,2-2 1 0,-4-6 1 0,3-1 5 16,-3-3 4-16,1-2 3 0,-1-5 2 0,-1-3-1 16,2-6 0-16,1-5-4 0,0-5-5 15,-2-2-3-15,3-5-1 0,-3-1-1 0,3-3 0 16,-3 1-2-16,1-4 1 0,-1 3-1 15,3-1 0-15,-3 4 1 0,2 1 0 0,-1 3 0 16,2 1 1-16,-1 3 0 0,1 2 0 16,1 3-1-16,-2 1 0 0,0 5-1 0,2-1 1 0,0 1 0 15,1 2 0-15,0 2 0 0,0 0 0 16,2 0 1-16,2 2 0 0,-2-3-1 0,1 5 1 16,4-4 0-16,-4 3 0 0,4-1-1 15,1 1 0-15,-3 0 0 0,3 1-1 0,-1 0-1 16,-2 0 0-16,2 0 0 0,-4 1-1 0,1 0 0 15,-2 2 0-15,0-1 1 0,-4 0-1 16,1-2 1-16,-2 5-2 0,1-3 1 0,-3 2-1 16,2-2-5-16,-1 2-7 0,-2 0-8 0,-2-1-7 15,-1 0-9-15,3 2-5 0,0-1 1 16,0 0 4-16,0 2 8 0,0 2 7 0,0 1 9 16,3 3 5-16,-1 3 6 0,-1 0 3 0,2 4 1 15,1 2 3-15,-1 2-1 0,2-1 1 16,3 2 0-16,-1 0 0 0,1-1-1 15,2-1 1-15,2 0 0 0,-1-3 0 0,1-3-1 16,2-2 0-16,-1-2 1 0,0-5 0 16,0 0 2-16,-1-5 2 0,2-1 7 0,-5-2 8 0,2-4 4 15,-1-2 6-15,-2-2 3 0,0-3 4 16,-2-1-2-16,-2-2 1 0,1-1 1 0,-3 0 0 16,-2-1-1-16,-2 3-6 0,-3-2-3 15,-1-3-8-15,-5 4-6 0,2-3-6 0,-5 2-4 16,1 0-2-16,0 2-1 0,-1 0-2 0,3 4-1 15,-2 1-1-15,4 3 0 0,1 3-2 0,0 1-1 16,2 4-6-16,1 1-9 0,3 1-17 16,1 2-22-16,-1 1-45 0,2 0-74 0,2-1-71 15,-2 0-97-15,1-2-138 0,1-1-169 16,1-1-181-16,0 3-184 0,3-5-190 0,1-3 3 16,1 1 302-16,1-3 398 0</inkml:trace>
  <inkml:trace contextRef="#ctx0" brushRef="#br2" timeOffset="143318.35">28085 11505 92 0,'20'-7'223'0,"1"0"151"0,1 1 150 16,1-1 4-16,0 2-73 0,2 0-6 15,0-1 40-15,1 3 33 0,-3 2-8 0,1 0 8 16,2 1 16-16,-3 1-49 0,1 0-85 0,-2 2-71 16,-3 1-48-16,0 0-48 0,-6 2-59 15,-1 2-34-15,-2 1-19 0,-2 1-11 0,-4 2-12 16,0 1-13-16,-4 4-12 0,0 2-11 0,-4-2-9 16,0 3-8-16,-1 4-8 0,-2-3-8 15,-1 3-8-15,-1 0-6 0,1-2-5 0,0 1-5 16,2-3-4-16,0 2-2 0,1-5-2 15,2 1-1-15,3-1-2 0,0-2 0 0,0-1-1 16,3-4-1-16,2 2-3 0,2-3-9 16,1-1-14-16,0 0-22 0,2-1-38 0,1-3-80 15,-2-1-106-15,3-1-172 0,2-1-291 0,-3-2-336 16,3-1-363-16,0 1-168 0,2-5 239 16,-3 2 688-16</inkml:trace>
  <inkml:trace contextRef="#ctx0" brushRef="#br2" timeOffset="144072.01">28687 11929 13 0,'-9'8'527'0,"1"-1"501"0,0-3 233 16,0 1-66-16,2-2-322 0,2-3-275 16,3-3-184-16,-2-2-100 0,4-2-54 0,2-5-40 15,1-1-49-15,2-6-46 0,5-2-40 16,-2-2-21-16,4-4-15 0,3-1-9 0,-2-1 0 16,3-1-5-16,-1-1 1 0,0-1-2 0,1 2-1 15,-2 2 3-15,0 2-4 0,0 0-3 16,-6 5-6-16,4 2-4 0,-5 5-5 0,0 0-5 15,-1 5-3-15,-2 1-2 0,-2 0-2 0,1 4 1 16,-1 1 1-16,-2 1 5 0,3 2 5 0,-4 2 5 16,1 4 4-16,-1 1 2 0,0 5-2 15,0 3-3-15,-1 3 1 0,-1 5-2 0,-1 1 2 16,0 4 0-16,-2 2 2 0,-2 3 0 0,1 3-4 16,2-3-3-16,0 2-6 0,0-5-3 15,4-2-4-15,0-5-2 0,0-4-1 0,4-4 0 16,0-5 0-16,0-2 0 0,4-4 1 15,0-6 0-15,2-2 0 0,-1-6-1 0,4-4 1 16,-2-3-1-16,3-5 0 0,-1 0 0 16,1-1 0-16,-1-4-1 0,-2 4 0 0,1 0 0 15,-2 1 0-15,-1 2 0 0,0 4 0 0,-4 1 1 16,2 3-1-16,-4 3 1 0,0 3-1 16,0-1 1-16,-1 5 0 0,0 1 0 0,-2 3 2 15,0 2-1-15,0 4 2 0,-2 3 0 16,0 2 0-16,-1 2-1 0,2 0 0 0,-1 2 1 15,0 1-2-15,1-2 1 0,1 1-1 0,-2-1 0 16,1-2 0-16,1-2-1 0,1-2 0 0,1-3-1 16,-1-2 0-16,3-2 1 0,-3-3-1 15,6-4 0-15,0-5 1 0,0-2-1 0,2-4 1 16,2-2 0-16,-1-2-1 0,1 1 0 16,0 0-1-16,-2 1 1 0,3 0 0 0,-3 1-1 15,-1 5 0-15,0 0 0 0,0 3 1 0,-2 2-1 16,2 1 0-16,-3 4 1 0,-1 1-1 15,0 2 2-15,-1 4 0 0,0 2 1 0,0 1 0 16,-3 4 0-16,-3 4 0 0,1-2 0 0,-1 7-2 16,2-1-1-16,-3 2-10 0,4-1-21 15,-1-1-45-15,-2-1-82 0,1-1-139 0,0-2-243 16,2-4-314-16,2-1-374 0,1-2-361 16,0-5-67-16,2-2 587 0</inkml:trace>
  <inkml:trace contextRef="#ctx0" brushRef="#br2" timeOffset="144240.65">29288 11773 44 0,'3'-7'560'0,"0"0"487"0,1 5 245 0,-3 1 3 16,2 2-328-16,0 4-297 0,-1 0-211 0,1 4-124 15,-3 2-82-15,0-1-89 0,0 2-73 0,1 1-43 16,-1-1-31-16,4 1-68 0,-4-2-75 0,1-3-116 16,-1-2-192-16,2-2-305 0,-1 0-340 15,-1-3-280-15,0-1-135 0,4-1 351 0,-4-4 626 16</inkml:trace>
  <inkml:trace contextRef="#ctx0" brushRef="#br2" timeOffset="144391.62">29318 11419 32 0,'-2'-13'355'16,"1"2"240"-16,-3 5 176 0,3 4-15 0,-1 2-276 15,1 2-205-15,2 4-135 0,1 2-77 0,-1 3-80 16,3 0-97-16,-3 3-146 0,4 3-261 15,-2-1-162-15,4 2-49 0,-1 3 112 0,2 0 220 16</inkml:trace>
  <inkml:trace contextRef="#ctx0" brushRef="#br2" timeOffset="144738.16">29748 11599 662 0,'-3'-7'1497'0,"-2"-1"212"15,-3 2-283-15,-1 1-395 0,-3 1-416 0,-1 3-251 16,-4 2-143-16,0 3-75 0,0 3-42 0,-2 0-29 16,-2 5-17-16,4 1-12 0,0 4-11 15,0 1-9-15,4 5-7 0,1 0-4 0,4-1-7 16,2 0-4-16,5-1-2 0,5-6-1 16,4-1-2-16,5-7 0 0,6-4 0 0,-2-4 0 15,9-5-1-15,-4-3 0 0,3-5-1 16,-4 0-1-16,1 0-1 0,-4-4-1 0,-1 3 0 15,-2-2 0-15,-4 2 2 0,2 3 2 0,-5 1 1 16,-2 3 1-16,-3 2 0 0,2 3 0 0,-2 0 1 16,-3 5 0-16,0 0-1 0,0 4 0 15,-1 1 0-15,-2 6 0 0,-1 0 0 0,0 2-4 16,0 5-7-16,-1 1-17 0,1 0-23 16,-4 6-43-16,3-4-78 0,1 2-97 0,-1-3-173 15,1 1-287-15,3-5-327 0,1 0-336 0,0-5-173 16,3-4 184-16,0-3 687 0</inkml:trace>
  <inkml:trace contextRef="#ctx0" brushRef="#br2" timeOffset="145052.62">29852 11659 117 0,'5'-18'548'0,"3"3"415"0,-7 3 212 16,4 1-136-16,-2 4-264 0,1 3-158 0,-1 1-120 15,2 4-102-15,-4 4-71 0,5 1-56 0,-3 5-56 16,1 2-68-16,-3 2-55 0,2 3-31 0,1 0-21 15,-3 6-13-15,3-2-7 0,-4 3-5 16,3 0-4-16,-2 0-4 0,4-2-2 16,-2-2-2-16,-2-3 0 0,3-4 0 0,-3-3 1 15,1-5 2-15,-1-3 1 0,1-5 9 0,0-2 8 16,-1-3 6-16,-1-4 4 0,0-4 5 0,4-2 0 16,-4 0-6-16,1-6-7 0,1 1-8 15,-2-2-4-15,1-2-6 0,4 2-2 0,-2-1-3 16,2 0 0-16,-2 5-2 0,3-2-2 15,2 3 0-15,1 2-3 0,4 3-9 0,1 0-17 16,-1 3-57-16,2 1-73 0,0 3-110 0,1 2-181 16,1 2-302-16,2 0-335 0,1 3-271 15,2 0-130-15,-1 3 303 0,0 2 621 0</inkml:trace>
  <inkml:trace contextRef="#ctx0" brushRef="#br2" timeOffset="145902.44">30793 11189 13 0,'6'-16'443'0,"-2"2"428"0,-1 2 292 16,-2 1 8-16,1 0-340 0,-2 2-239 0,2 2-108 16,-2 1-80-16,0 1-56 0,0 1-46 0,0 3-40 15,0-1-55-15,0 0-66 0,1 4-48 16,-1 0-34-16,0 2-18 0,0 3-7 0,0 5-3 16,0 4 2-16,0 8 3 0,0 1 5 15,0 6-3-15,0 2-4 0,0 4-1 0,0 1-4 0,0 3-4 16,0 1-5-16,0 0-2 0,0 2-2 15,0-2-5-15,0-2-2 0,3 1-4 0,-1-6-1 16,1-1-1-16,2-6-2 0,-1-4-1 0,1-4 0 16,3-4-1-16,1-4 0 0,1-6 0 0,1-4 0 15,3-6 1-15,2-6 0 0,2-6 1 0,2-1-1 16,1-6 2-16,1-3-1 0,0 0-1 0,-1-2 1 16,-3 1-1-16,3-1 0 0,-3 3 0 15,-1 0 1-15,-4 3 0 0,0 3 0 0,-1-1 0 0,-6 5 1 16,2 2 0-16,-5 1 0 0,-2 2 1 15,-1 5-1-15,-1-1-1 0,-2 3 0 0,-3 2-1 16,-2 2-2-16,0 4 0 0,-5 0 0 0,2 6 1 16,0 1 1-16,-5 3 0 0,2 3 0 15,-2 3 0-15,2 1 0 0,-2 5 1 0,3 0-1 0,-1 2 0 16,2 3 0-16,0-1 0 0,3-2-2 16,3 0 0-16,1-2-1 0,3-3-1 0,2-3 0 15,4-3 1-15,4-4-9 0,2-3-15 0,3-3-25 16,2-5-66-16,3-6-73 0,1-3-110 0,1-5-164 15,1-2-241-15,1-2-328 16,1-2-234-16,2-4-170 0,-1 1 173 0,-1-3 536 0</inkml:trace>
  <inkml:trace contextRef="#ctx0" brushRef="#br2" timeOffset="146233.79">31354 11439 66 0,'7'-16'556'0,"-6"2"481"0,1 2 217 0,0 2-100 15,-2 6-342-15,-2 2-218 0,2-1-149 0,-2 7-103 16,2 1-58-16,-1 3-46 0,-1 1-46 0,2 3-50 15,-1 2-46-15,1 2-28 0,1 2-16 0,1 2-9 16,-2 1-8-16,1 0-5 0,1 4-6 0,0-1-6 16,2 0-5-16,-1 0-4 0,0-1-4 15,2-1 0-15,0-3-1 0,0 3-1 0,1-6-1 16,2 1-1-16,-3-3 1 0,1-3-2 0,1-2 0 16,0-2 1-16,-1-5 0 0,2-2 1 15,1-4-1-15,0-4 0 0,-1-3-1 0,1-2 0 16,1-5 0-16,1 1 0 0,-2-4 0 0,-1-1-1 15,3-2 0-15,-3 0-1 0,0 0 1 0,-1-2-1 16,0 1 1-16,0 1 0 0,-3 1 0 0,0 5-1 16,0-1 0-16,-2 4-1 0,0 2-6 15,-1 2-9-15,2 4-34 0,-1 1-67 0,-1 2-64 16,-1 0-103-16,2 3-171 0,-1-1-282 0,1 2-294 16,0 0-226-16,2 2-150 0,1-2 221 0,2 3 561 15</inkml:trace>
  <inkml:trace contextRef="#ctx0" brushRef="#br2" timeOffset="146556.01">31704 11422 233 0,'6'4'749'16,"-1"3"403"-16,-5 0 97 0,0 2-178 0,0 1-234 16,-4 3-229-16,3 0-159 0,-5 2-91 15,1 0-61-15,-1 3-70 0,-2-1-68 0,1-1-45 16,0 2-30-16,2-1-22 0,2 0-20 0,1-2-15 16,2-4-12-16,3-2-7 0,1-1-5 0,5-5-1 15,-1 0-2-15,1-5 1 0,4-2-2 0,0-2 0 16,-1-3-1-16,4-3-4 0,0 0-4 15,1-3-3-15,2-2-3 0,-1 0-1 0,-1 2-1 16,2-4 3-16,0 1 5 0,1 2 5 0,0 0 1 16,-3 0 3-16,-1 5 1 0,-1-2 0 0,-3 4-1 15,-3 3-1-15,0 2 1 0,-4 0 1 0,-2 4 1 16,-1 4-1-16,-4 2 3 0,1 1 0 16,-2 1 0-16,-1 5-1 0,0-1 1 0,-4 3 0 15,2 2 0-15,-1 1-1 0,-1 3 1 0,-1 1 0 16,-1 4 0-16,1 2 1 0,-2 2-1 0,0 4-1 15,1 1-1-15,-2 2-3 0,1 1 0 16,2-1-2-16,-1 1-9 0,2-3-25 0,3-3-71 16,-2-5-72-16,3-2-147 0,-1-4-261 15,5-3-320-15,0-5-359 0,6-4-234 0,1-5-23 0,-1-7 609 16</inkml:trace>
  <inkml:trace contextRef="#ctx0" brushRef="#br2" timeOffset="147083.35">32086 11359 432 0,'5'-20'882'0,"-2"1"298"0,1 5 0 0,-1 2-350 15,-2 4-268-15,5 3-205 0,-3 2-136 0,2 3-79 16,2 2-42-16,-1-1-25 0,1 5-6 0,2 0 2 16,-1 2 2-16,0 3-2 0,1 3-7 0,-3 4-6 15,2 0-19-15,1 3-8 0,-5 4-9 16,4 0-6-16,-5 1 0 0,0 5-4 0,-1 0 3 15,-1 1 27-15,1 1 36 0,0-1 26 0,-2-3 14 16,0 0 3-16,0-2-1 0,0-4-28 16,0 0-32-16,1-5-21 0,3-2-18 0,-1-5-7 15,3-4-6-15,-2-3 2 0,3-4 1 0,3-5 1 16,-1-2 0-16,0-5 0 0,3-3-2 0,1-4-4 16,-1-2-3-16,1-1-3 0,1-6 0 0,-2-1-1 15,4-2-2-15,-2-5 0 0,0-3 3 16,3-4 2-16,0-4 0 0,-1-4 0 0,1-5 0 15,2-6-1-15,-2-1-1 0,4 0-3 0,-4-4-1 16,5 2 0-16,-1 1 2 0,-3 4 2 0,2 4 3 16,-1 6 0-16,-2 5 0 0,-1 8 1 0,-3 5 0 15,1 5-1-15,-6 7 1 0,0 5 7 0,-3 6 10 16,-2 6 9-16,-3 4 8 0,0 7 6 0,-2 3 0 16,-3 6 0-16,1 2-7 0,-3 6-4 0,-4 4-3 15,2 4-1-15,-4 5-1 0,-3 5-4 0,2 2 0 16,-5 4-5-16,0 3-4 0,2 4-5 0,-1 1-4 15,2 0-3-15,-1-2-3 0,3 1-1 0,0-5-1 16,4-3 0-16,0-3-2 0,3-3-8 0,2-2-15 16,0-6-17-16,1-3-34 0,0-3-66 15,-1-5-70-15,2-3-94 0,-3-6-154 0,5-4-245 16,-2-5-297-16,-1-2-230 0,4-3-180 0,-1-3 127 16,1-2 550-16</inkml:trace>
  <inkml:trace contextRef="#ctx0" brushRef="#br2" timeOffset="147255.29">32390 11308 53 0,'-3'-27'601'0,"-2"3"511"16,2 4 250-16,0 1-66 0,0 4-385 0,3 3-304 15,0 3-202-15,3 0-114 0,3 4-80 0,3-4-68 16,4 6-41-16,4-2-39 0,0 3-24 0,3 0-13 16,2 4-13-16,-1 0-7 0,1 3-6 15,-2 1-4-15,-1 2-34 0,2 1-65 0,-4 3-67 16,-3 0-133-16,-2 2-220 0,0 1-319 0,-4 1-302 0,0 2-219 15,0 0-50-15,-5 5 462 0,-2-1 568 0</inkml:trace>
  <inkml:trace contextRef="#ctx0" brushRef="#br2" timeOffset="147461.07">32806 11881 66 0,'11'3'996'0,"-3"-3"794"0,-2 0-94 0,-3-3-399 0,1 0-416 15,-3-2-393-15,1-2-243 0,-2-1-114 0,0-2-55 16,-2-1-26-16,1-2-14 0,-3 1-11 0,-1 1-8 16,1 1-4-16,-1 0-7 0,-3 1-13 0,5 1-29 15,-2 2-55-15,0-1-78 0,4 3-126 16,-4 2-234-16,3 2-305 0,2 0-356 0,0 1-310 0,0 2-98 16,0 1 471-16,0 2 708 15</inkml:trace>
  <inkml:trace contextRef="#ctx0" brushRef="#br2" timeOffset="149269.39">20182 13137 440 0,'10'-9'1027'15,"-6"1"450"-15,1 4-15 0,-2 2-350 16,1-3-360-16,-3 4-242 0,-1-2-139 16,0 3-115-16,0 0-75 0,-1 3-46 0,-3 0-30 0,0 2-19 15,-3 4-14-15,-2 1-8 0,1 2-6 16,-3 3-4-16,-2 5-25 0,-3 1-29 0,-1 4 0 16,1 2 0-16,-3 2 0 0,2-1 0 15,-4 4 0-15,3-1 0 0,-2 2 0 0,1-1 0 16,1 2 0-16,2 0 0 0,-5-1 0 15,5 1 0-15,1-3 0 0,0 2 0 0,1-4 0 16,1-1 0-16,2-1 0 0,0 0 0 0,0-3 0 16,0 0 0-16,3-3 0 0,0-1 0 0,0-2 0 15,3-3 0-15,-2-2 0 0,2-1 0 16,0-4 0-16,2-1 0 0,-2-3 0 0,3 1 0 16,-1-2 0-16,2 0 0 0,1-3 0 15,-3 0 0-15,1-3-46 0,2-1-69 0,-3-1-67 16,2-2-85-16,-6-2-153 0,4-1-277 0,-4-2-322 15,3 1-367-15,-4 0-210 0,3-1 114 0,-3 0 683 16</inkml:trace>
  <inkml:trace contextRef="#ctx0" brushRef="#br2" timeOffset="149586.85">19447 13441 229 0,'6'-7'914'0,"-3"0"442"0,1 2-26 16,0 2-224-16,1 0-395 0,0 1-260 15,6 2-133-15,-2 2-64 0,4 2-27 0,5 3-14 16,-1 1-44-16,4 3-38 0,2 2-29 0,2 4-19 16,4 1-16-16,1 2-11 0,1 0-12 15,4 1-9-15,0 3-4 0,2-1-7 0,2 2-1 16,4 0-1-16,0 0-1 0,1 0 0 15,2 2-5-15,-2 0-2 0,0 0-2 0,-3-2-5 0,0-2-5 16,-3 1-1-16,-3-2-3 0,-3-2 0 16,-4-3-2-16,-3-1-1 0,-3-2-6 0,-6-4-14 15,2 0-21-15,-9-5-41 0,-1 0-79 16,-3-5-122-16,-2-3-204 0,-3-3-297 0,-1-3-347 16,-2-3-358-16,-2-5-137 0,-2-2 401 15,-2-4 709-15</inkml:trace>
  <inkml:trace contextRef="#ctx0" brushRef="#br2" timeOffset="149907.2">20536 12855 40 0,'20'-20'462'0,"2"5"340"0,-4 3 258 0,3 1 42 15,5 4-327-15,-1 1-276 0,2 5-96 0,1 2 9 16,0 5-33-16,4 3-41 0,-4 6-35 16,2 0-26-16,0 8-39 0,-1 3-58 0,-3 6-39 15,-1 4-24-15,-2 5-20 0,-4 5-20 0,-3 5-16 16,-2 6-15-16,-4 6-12 0,-4 5-11 16,-2 1-8-16,-4 6-4 0,0 0-4 0,-4 3-3 15,-2 1-1-15,-1 0-2 0,1 3 1 0,-5-2-4 16,2-3-4-16,-4-2-11 0,0-4-18 15,-5-6-28-15,-2-3-70 0,-5-11-87 0,-2-4-168 16,-3-8-280-16,-3-6-323 0,-2-8-378 0,-1-8-222 16,-5-9 107-16,-2-6 710 0</inkml:trace>
  <inkml:trace contextRef="#ctx0" brushRef="#br2" timeOffset="150413.16">19667 12878 172 0,'6'-13'835'16,"-3"3"510"-16,-4-1 54 0,-7 0-188 0,-5-2-409 15,-1 2-314-15,-7-1-149 0,-4 2-89 0,-2 1-44 16,-4 2-36-16,-2 2-36 0,-2 5-28 0,-2 3-26 16,-1 8-21-16,2 5-18 0,-5 8-16 15,1 11-9-15,1 8-5 0,-2 11-1 0,0 14-1 16,1 9-2-16,-1 17-2 0,1 11 1 0,2 8-1 16,3 11-2-16,4 5-3 0,4 3-2 15,5 1 2-15,9-4-2 0,6-4-2 0,11-9-3 16,7-7-3-16,8-10-13 0,7-9-26 0,7-11-61 15,6-8-69-15,6-8-114 0,7-8-204 16,4-9-296-16,5-6-330 0,3-7-262 0,1-7-137 16,0-7 353-16,0-5 659 0</inkml:trace>
  <inkml:trace contextRef="#ctx0" brushRef="#br2" timeOffset="151518.1">30083 13515 22 0,'-2'-3'566'0,"2"0"521"16,-1 0 248-16,1-1-81 0,-3 4-309 16,3 0-345-16,-2 0-201 0,-1 2-104 0,3 3-70 15,-1 1-46-15,1 2-46 0,-2 8-31 0,2 3-14 16,0 6-11-16,0 1-5 0,0 6-3 15,0 4-7-15,0 3-8 0,0 0-7 0,-1 1-9 16,1 1-10-16,0 0-8 0,0-2-6 16,0 3-6-16,1-5-4 0,-1 1-3 0,0-5-1 15,0-1 0-15,0-3-2 0,0-3 1 0,0-2-1 16,0-4 1-16,0-2-1 0,-1-5 1 0,1 0-1 16,-2-5-2-16,0-1-11 0,1-3-18 0,-3 0-30 15,1-6-62-15,-2-2-68 0,1-5-77 16,-2-1-124-16,-1-5-164 0,4-3-271 0,-2-1-225 15,2-4-202-15,0-1-78 0,1-4 336 16,1-2 489-16</inkml:trace>
  <inkml:trace contextRef="#ctx0" brushRef="#br2" timeOffset="151885.88">29890 13064 28 0,'-7'-10'506'0,"0"4"462"0,1 2 247 16,-2 1-56-16,2 1-365 0,1 4-294 15,2 1-183-15,-1 5-71 0,4 2-13 0,0 5-2 16,5 5-15-16,2 3-19 0,3 5-15 0,2 4-40 16,2 3-42-16,2 1-30 0,2 3-15 15,2-1-5-15,0 2-11 0,0-3-5 0,5-1-3 16,-3-3-2-16,3-1-1 0,-2-4-2 0,3-4-1 15,-1-3-1-15,1-3-5 0,0-3 0 0,0-5-3 16,-1-4-2-16,0-1-1 0,-2-6-2 16,2-4 0-16,-2-2-8 0,1-4-4 0,-2-4-2 15,-1-2-4-15,1-7-1 0,-5 1-2 0,1-3 5 16,-2-1 3-16,-4 2 0 0,-2-2 3 0,-4-1-1 16,-3 2-1-16,-3 0 5 0,-1-1 0 0,-6 3-9 15,-1 0-25-15,-1 1-57 0,-4 3-64 16,2 1-101-16,-1 2-172 0,0 3-298 0,3 2-314 15,0 3-261-15,4 1-182 0,0 4 209 0,2 0 616 16</inkml:trace>
  <inkml:trace contextRef="#ctx0" brushRef="#br2" timeOffset="152220.07">30756 12796 54 0,'5'-12'621'0,"2"1"484"15,-2 4 155-15,1 5-119 0,3 0-355 0,1 6-322 16,3 5-149-16,1 5-45 0,3 4-15 16,4 3-13-16,1 6-17 0,1 2-20 0,1 3-42 0,5 5-37 15,-1 3-32-15,2 3-20 0,0 4-14 16,-1 3-12-16,-1 1-9 0,-3 5-9 0,-3 2 4 15,-2 4-3-15,-3 1-5 0,-8 3-3 0,-1-2-3 16,-4 3-2-16,-3-1-8 0,-2 0-2 0,-6 1-1 16,-1-2-4-16,-3-2-3 0,-3-2-2 15,-2-3-1-15,-1-2-4 0,-4-4-9 0,4 0-16 16,-5-7-31-16,-3-2-64 0,-2-5-70 0,-1-6-116 16,-2-1-177-16,-1-5-299 0,-2-3-312 0,0-4-235 15,-1-5-137-15,0-2 309 0,-1-5 598 16</inkml:trace>
  <inkml:trace contextRef="#ctx0" brushRef="#br2" timeOffset="152686.39">29641 12844 203 0,'-13'-16'834'0,"-6"2"468"0,-4 1 109 15,-3 2-153-15,-4 5-465 0,-4 5-299 0,0 4-148 16,-4 4-93-16,-2 8-74 0,2 5-57 16,0 7-26-16,-1 7-16 0,3 10-8 0,1 8-13 15,-2 15-11-15,2 12-6 0,4 12-9 0,-1 11-5 16,7 9-8-16,5 6-3 0,7 4-5 15,8 3-8-15,8-1-4 0,8-4-6 0,10-6-14 16,6-7-32-16,7-9-76 0,4-11-94 16,10-7-179-16,1-10-295 0,8-11-339 0,3-7-373 15,2-8-183-15,-1-7 220 0,-1-7 712 0</inkml:trace>
  <inkml:trace contextRef="#ctx0" brushRef="#br3" timeOffset="168694.76">2711 14533 170 0,'-5'3'421'0,"-1"0"234"0,0-1 201 0,1-2-129 16,0 2-96-16,0 1-66 0,2-3-67 15,2 0-62-15,-1 0-41 0,0 0-22 0,1 0-64 16,1 1-46-16,0-1-33 0,-2 1-30 15,2-1-39-15,0 0-45 0,0 0-23 0,0 0-17 16,0 0-10-16,0 0-10 0,2 0-9 0,-2 1-8 0,0-1-6 16,1 3-7-16,-1-3-6 0,2 0-6 15,-2 0-4-15,0 0-3 0,2 0-2 0,-2 0-2 16,1 0 0-16,-1 0-2 0,0 0 2 0,0 0-1 16,0 0-2-16,2 0 1 0,-2 0-1 15,0 0 0-15,0 0-1 0,1 0 2 0,1 0 0 16,1 0-1-16,1 0 3 0,-1 2 3 0,3-2 3 15,-2 2 2-15,1-2 1 0,0 0 1 0,2 0 0 16,-1 0-3-16,1-2-2 0,2 2 1 0,-1-2-1 16,2 2 1-16,-2 0 1 0,2-3-1 0,0 2-1 15,0 0-2-15,0 0-1 0,1-2-1 16,0 1 0-16,0 2 4 0,0-2 3 0,0 2 1 16,-1-3 1-16,1 1-1 0,-2 1 0 0,-1 0-5 15,2-1-3-15,-1 0 0 0,-1 1-2 0,0 1 1 16,0-1 0-16,-2-1-1 0,1 0 0 0,-1 2 0 15,-1-1-1-15,0 1 1 0,1-1 0 16,-2 1 0-16,1-2 0 0,0 0 0 0,0 1 0 16,1 1 0-16,0-1 1 0,-1-1 3 0,0-1 2 15,1 2 3-15,1-1 0 0,0 1 0 16,-2-2 0-16,3 1-4 0,-3 1-2 0,1-1-2 16,2-1 0-16,0 2-1 0,-2-1-1 0,1 1 0 0,0 0 0 15,0 1-1-15,-1-2 1 0,1 2-1 16,-1-2 1-16,1 2 0 0,0-1-1 0,-2 1 2 15,1 0 0-15,1-1 0 0,-1 1 0 0,-2-2-1 16,1 2 1-16,0 0-1 0,0-2-1 0,-2 2-1 16,0-2 1-16,3 2 0 0,-3 0 0 15,2 0 1-15,-2 0 0 0,1 0 0 0,-1 0 1 16,3 0 0-16,-1 0-2 0,-1 0 1 0,1 0-1 16,0 0 1-16,0 0 0 0,0 0-1 0,-1 0 1 15,1 0 0-15,0 0 0 0,-2 0-1 16,3 0 0-16,-2 0 0 0,0 0 1 0,1 0-1 15,-1 0 0-15,1 0 1 0,-1 0 0 0,0 0 0 16,1 0-1-16,-2 0 1 0,3 0-4 0,-1 0-3 16,0-3 3-16,0 3-3 0,1-1 4 15,-1 1 0-15,1 0 1 0,-1-1 5 0,1 1-7 16,-1-1 1-16,0 1-3 0,2 0-3 0,-2-3 4 16,0 3-2-16,1 0 3 0,1-2 2 0,-1 2 0 15,2 0 2-15,0-2-1 0,0 2 0 16,1-3 0-16,-1 1 0 0,0 2 0 0,0-1-1 15,1 0 1-15,-1-1 0 0,2 2 0 0,-2-2 0 16,1 1 4-16,-1 0-1 0,0 1 3 0,1-4-2 16,-1 3 4-16,-1 0 1 0,1-1-4 0,1 0 3 15,-1 1-5-15,-2-2 3 0,1 0-2 16,2 2-3-16,-3-2 1 0,1 1-1 0,1-2 3 16,-2 1 0-16,2 0 1 0,0-1-1 0,-2 0 0 15,2 0 1-15,-2 0-2 0,1-1-2 0,-1-1 0 16,1 1 1-16,-1-1-1 0,1 2 0 0,0-2 0 15,1 1 0-15,-2-1 0 0,2 0 0 16,0 0-1-16,-3 0 0 0,3 0 1 0,-1 0-1 16,0 0 0-16,-1-1 0 0,1 2 0 0,-1-1 1 15,2-2-1-15,-2 2 0 0,0-1 0 0,1 1 0 16,2-1 0-16,-4 0 0 0,1-1 1 16,2-1 0-16,-3 1 0 0,3-1 1 0,-2 1-1 15,0 0 0-15,1 0 1 0,-2 1-1 0,4-2 0 16,-3 2 0-16,-1-3 0 0,3 3-1 15,-3-2 1-15,2-1 0 0,0 0 0 0,1 1 1 16,0 0-2-16,0-1 1 0,1-2 0 0,-1-1-1 16,1 1-4-16,1 1-3 0,-2-3 5 15,2 1 1-15,0-1 1 0,0-1 0 0,0 0 6 16,0-1 1-16,0 0-3 0,1-1-1 16,0 0-2-16,-1 1 0 0,-2-1 0 0,1 3-1 15,-1-2 0-15,0 2 0 0,-2 1 0 0,2 0 0 16,-2 0-1-16,-1-1 1 0,2 2 0 15,-1 0 0-15,0 1 0 0,-1-1 1 0,0 2 0 16,-1 0 0-16,1-3 0 0,0 2 1 0,1-1-1 16,-1 1 0-16,1 0 1 0,1 0-1 15,-2-2-1-15,2 1 2 0,-2-1-5 0,0-1-2 16,-1 1-2-16,1-1-1 0,0 1 0 0,0-1-1 16,1-1 5-16,-3 0 2 0,0 1 1 15,2-3 1-15,-2 0 0 0,1 2 1 0,-1-3-1 16,-2 2 0-16,4-2 1 0,-4 0 0 15,1 0-1-15,-1-1 0 0,1 0 0 0,0 0 0 16,-1-1-1-16,1 3 0 0,-2-2 1 0,2 0-1 16,-1 1 1-16,-1 1 4 0,2-1 3 0,-2 2 1 15,1-1 0-15,-1 1 1 0,0-1-1 16,2 0-4-16,-2 1-3 0,2 0-1 0,-1-2-1 16,-1 1 1-16,2-1-1 0,-1 0 1 15,1-1 2-15,-2-1 0 0,4-1-1 0,-4 2-5 16,2 0-1-16,-2-1-3 0,1 0 0 0,1 2-2 15,0 2 1-15,-1-1 4 0,-1 2 2 16,0 0 2-16,2 3 1 0,-2 1-1 0,0-2 1 16,2 2 1-16,-2-1-1 0,1-1-1 15,-1 1 1-15,0 0-1 0,2-1 1 0,-2-1 0 16,0 1 0-16,1-1 0 0,-1 1 0 16,2-1 0-16,-2 1-1 0,0-1 1 0,2 2 0 0,-2-1 0 15,1 0 0-15,-1 1 0 0,0 1 0 16,2-2 1-16,-2 3-1 0,0 0 0 0,0 0 0 15,0 1 0-15,0-2 0 0,0 2 0 16,0-1 0-16,0 0 0 0,0 1 1 0,0 0-2 16,0-1 1-16,0-1 4 0,0 1 2 0,0 1 0 15,0-1 2-15,0-1 0 0,1 0 0 16,1-1-3-16,-2 2-4 0,0-4-1 0,4 3-1 16,-4-2-1-16,2 0 0 0,0 0 0 15,-1 2 2-15,2-3 0 0,-1 3 0 0,1-4 1 16,-1 4 1-16,1-2-1 0,0 2-1 15,-1-1-3-15,1-1-3 0,-1 2-1 0,2 0-2 16,-2 1 1-16,1-2 0 0,-2 2 3 0,3 0 3 16,-3 1 1-16,2 1-1 0,1-2 1 15,-3 3 0-15,3-2 1 0,-1 0-1 0,1 0 2 16,-1 0-1-16,0-3 1 0,2 4-1 0,-2-1-1 16,1-1 1-16,1-1 0 0,-1 1-1 0,2 0 1 15,-3-1 0-15,2 1 1 0,0-1 0 16,-2 1-1-16,2 2 0 0,0 0-1 0,-1-1 1 15,1 2 0-15,-2-1 1 0,2-2-1 16,0 3 0-16,0-1 1 0,-2 0-1 0,3 1 0 16,-1-1-1-16,-2 1 1 0,3 0-1 15,-1-1 6-15,0-1 1 0,4-1 1 0,-4 1 1 16,3 1 1-16,-2 0-1 0,2-1-4 0,0 2-2 16,-2 0-2-16,1 1 0 0,2-1-1 0,-1 0 0 15,0 0 0-15,0 3-1 0,1-1 0 16,-1 1 1-16,-1 0 0 0,1 1 0 0,-1 0 0 15,1 1 0-15,-3-1 1 0,3 2 0 16,-3-1 0-16,2 2 1 0,0-1 0 0,-1-1 0 16,1 0 0-16,0 2 1 0,1-1-1 0,-1 1 0 15,-1-2 0-15,3 2-1 0,-1-1 0 16,2 0 1-16,-2-1-1 0,4 2 1 0,-2-1-1 16,1-1 1-16,3 1 1 0,-4 0-1 0,2 1 0 15,1 0 1-15,-3-2-1 0,4 2 0 16,-3 0 0-16,1 0 0 0,-2 0 0 0,1 2 1 15,0-2-1-15,-3 1 1 0,3 0 0 0,-3 1 0 16,3-1 0-16,-3 2 0 0,0-2 2 16,1 2-1-16,-1 1 1 0,0-1-1 0,0 0 0 15,0 0 0-15,0 1-1 0,0 0 1 0,0 0-5 16,1 1-2-16,-1-2 5 0,2 0 4 16,2 3-3-16,-2-2 2 0,-1 0 6 0,2-1 3 15,-3 2-6-15,2 1-2 0,-1 0 2 16,-1-1-3-16,2 2 0 0,-2 0-1 0,-1 0 0 15,1 2-1-15,0-1 0 0,-1 1 1 0,0 1-1 16,0-2 0-16,-1 1 0 0,-1 0 0 16,1 2 0-16,0-3 0 0,-1 1 0 0,0 1-1 15,1-1 1-15,-1 1-1 0,-2-1 1 16,3 0-1-16,-1 2 0 0,0 0 0 0,-2-3 0 16,2 3 0-16,-2-1-1 0,0 1 1 0,3 1-1 15,-1 0 0-15,0 0 0 0,-2 0 1 0,2 0-1 16,0 0 0-16,-2 1 0 0,3-1 0 15,-1 1-1-15,0-3 0 0,-2 5 0 0,3-5 0 16,-3 4-1-16,2-4 1 0,1 2 1 16,-3 0-1-16,2 2 1 0,-2-2 1 0,1 0 3 15,-1 1 1-15,0-1 1 0,0 2 2 16,0-2 0-16,-1 1 1 0,-1 1-3 0,1-3 0 16,1 4-2-16,-1-5-1 0,-1 5-1 0,1-2 0 15,1-1 0-15,-1 0-1 0,-1 1 0 0,1-3-1 16,0 2 0-16,-1-1 0 0,2-2 0 15,-1 1 0-15,1-2 0 0,-2 3 1 0,1-2-1 16,1 0 0-16,-1 2 0 0,-1-2 0 16,1 1 0-16,0-1 0 0,-1 2 0 0,2 1 0 15,-1 0 0-15,0 2 1 0,-1-3-1 16,1 4 0-16,1-2 1 0,0 1-1 0,-2 2 0 16,1-3 0-16,-1 2 0 0,1 0 0 0,0-2-1 15,-1 1 1-15,-1-1 0 0,2-1-1 16,0 0 0-16,-1 1 1 0,1-2-1 0,-1 0 0 15,1 1 0-15,1-3 1 0,-1 1 0 0,-1-1-1 16,1 2 0-16,0-3 1 0,0 3 0 16,0-2-1-16,-1 1 1 0,1-2-1 0,1 3 1 15,-3-2-2-15,2 1 1 0,1 1 0 16,-1-2 0-16,-1 3 0 0,1-1 0 0,0-2 0 16,-1 2 1-16,1 0-1 0,1 0 1 15,-1-1-1-15,0 1 1 0,2-3 1 0,-3 1-1 0,2 2 1 16,-1-2-1-16,1-1 1 0,-1 2-1 15,1-1 1-15,0 0 0 0,-1 0-1 0,1 1 1 16,0 1 0-16,0 0 1 0,0 0-1 0,0 1 0 16,-1 2 0-16,1-2 0 0,-1 1 0 15,1 0-1-15,0 1 1 0,-1 0 0 0,1 0 0 16,0-1-1-16,0-1 1 0,0 0-1 16,-1 0 0-16,-1 0 0 0,1-2 1 0,1 2-1 15,-1-1 1-15,-1 1-1 0,1-2 0 0,1 2 0 16,-3-1 0-16,2 0 0 0,1-1 1 15,-1-1-1-15,-1 0 0 0,1 0 0 0,1-2 0 16,-2 2 0-16,1-1 1 0,1 0-1 0,-1-1 0 16,-1 0 0-16,1-1-1 0,1 2 1 15,0-4-1-15,-1 3 1 0,1-1-1 0,0 2 2 16,-1-2-1-16,2 3 0 0,-2-2 0 16,1 1 0-16,0 1 0 0,-1-1 0 0,1 1 0 15,0 0 0-15,2-2 0 0,-3 2-1 0,1 2 0 16,3-2 0-16,-3 1 1 0,0 2 0 15,2 0 0-15,0 0-1 0,-2 2 1 16,2-1 0-16,-1 1 2 0,1-1 3 0,0 1-5 16,-2-1 0-16,2-1 0 0,-2 1 0 0,0-2 0 15,2 0 0-15,0-2 0 0,-1-1 0 0,-2 0 0 16,3 1 0-16,-2-3 0 0,0 1 0 0,2 0 0 16,-2-1 0-16,3 0 0 0,-1 0 0 15,0 0 0-15,0 1 0 0,0-1 0 0,2 0 0 16,-2 3 0-16,1 0 0 0,1 0 0 0,-1 1 0 15,2 1 0-15,-2 0 0 0,-1 0 0 16,1 1 0-16,1 2 0 0,-1-2 0 0,-2 0 0 16,1 0 0-16,0 1 0 0,0-1 0 15,0 2 0-15,0 0 0 0,1-2 0 0,-2 1 0 16,1 1 0-16,0-1 0 0,0 0 0 0,0 0 0 16,-1-3 0-16,2 1 0 0,-4-2 0 15,3-2 0-15,-2 0 0 0,0 0 0 0,0 0 0 16,1-1 0-16,0 0 0 0,-1 0 0 0,0-1 0 15,-1-2 0-15,3 1 0 0,-2-1 0 16,0 0 0-16,-1 0 0 0,1 0 0 0,3 0 0 16,-3 0 0-16,0 0 0 0,2 0 0 15,-2 0 0-15,2 0 0 0,-3 0 0 0,3 0 0 16,-2 2 0-16,3-2 0 0,-3 2 0 16,0-3 0-16,2 3 0 0,-2 0 0 0,2 0 0 0,-2 0 0 15,2 1 0-15,-2-2 0 0,0 1 0 16,2-1 0-16,-2 0 0 0,0 1 0 0,1 0 0 15,-1-3 0-15,0 3 0 0,3-3 0 16,-3 3 0-16,2-3 0 0,-2-1 0 0,0 2 0 16,2-3 0-16,-2 2 0 0,3 0 0 0,-2-2 0 15,-1-2 0-15,2 0 0 0,-2 2 0 16,0-3 0-16,2 1 0 0,-2 1 0 0,3-4 0 16,-3 3 0-16,0-1 0 0,2 0 0 15,-2 0 0-15,2 0 0 0,-1 2 0 0,-1-3 0 16,1 3 0-16,1 0 0 0,1-1 0 0,-1 0 0 15,2 2 0-15,-1-1 0 0,3 1 0 16,-1 0 0-16,0 1 0 0,3-1 0 16,-1 0 0-16,1 2 0 0,1-2 0 0,1 2 0 15,1-2 0-15,-1 0 0 0,1 0 0 0,2 0 0 16,1-2 0-16,-3-1 0 0,4 0 0 0,-2 0 0 16,2-1 0-16,2-2 0 0,0 0 0 15,2-2 0-15,-1 2 0 0,1 0 0 0,2 2 0 16,-2-1 0-16,0 0 0 0,0 4 0 0,-2 0 0 15,0-1 0-15,0 2 0 0,-4 0 0 16,0 0 0-16,-2 0 0 0,-1 0 0 0,-4 2 0 16,2-2 0-16,-3 1 0 0,-3-1 0 0,1 0 0 15,-1 1 0-15,-2-1 0 0,2 0 0 16,-4 0 0-16,1 0 0 0,-1 0 0 0,1 0 0 16,-2 0 0-16,0 0 0 0,-2 0 0 0,2 2 0 15,-1-2 0-15,-1 3 0 0,2-3 0 16,-1 0 0-16,-2 0 0 0,1 0 0 0,2 2 0 15,-1-2 0-15,-1 0 0 0,-1 0 0 16,1 3 0-16,1-1 0 0,-3-1 0 0,3 0 0 16,-2 3 0-16,1-4 0 0,-3 4-80 0,-2-4-162 15,-1 3-233-15,-2-3-299 0,2 3-385 16,-3-1-473-16,-2-2-260 0,-2 1 466 0,-3 0 954 16</inkml:trace>
  <inkml:trace contextRef="#ctx0" brushRef="#br3" timeOffset="172915.92">8289 14169 21 0,'0'-3'278'0,"0"3"162"0,-1 0 150 15,1-2-17-15,0 2-97 0,1 0-58 16,-1 0-3-16,0-3 38 0,2 3 16 0,-2-2-20 16,0 2-70-16,0 0-68 0,0 0-72 15,0 0-59-15,2 0-46 0,-1 0-26 0,-1 0-13 16,0 0-11-16,2 0-8 0,-2 0-7 0,1 0-6 16,-1 0-16-16,2 0-8 0,1 2-9 15,-2-2 13-15,2 3 15 0,2-3 4 0,0 0 8 16,2 2 2-16,-1-2 10 0,3 0-12 15,-1 3-14-15,2-3-6 0,2 0-2 0,-2 0-11 16,1-3-8-16,3 1-5 0,-1-1-1 0,2-1-3 16,-2-1-2-16,3 0 6 0,-2-1 1 15,0-1 2-15,1 1-3 0,0 0-3 0,-2-1-1 16,4 0-4-16,-2-3-3 0,0 3-5 16,0-2-2-16,-1-1-1 0,3 3 5 0,-1-3 5 0,0 1 0 15,0 0 0-15,0-1 0 0,2-1-1 16,-3 0-7-16,4 1-5 0,-3-1-1 0,-1 1-2 15,1 0 0-15,2 0 0 0,-4 0 1 16,2 0 0-16,-2 0 1 0,0 2 0 0,-1 0 0 16,2-1 0-16,-2 0 1 0,1 0 0 0,-1 0 0 15,0 1-1-15,-1-4 1 0,3 3-1 16,-1 0 0-16,-1-1 0 0,2 0 0 0,-2-2-1 16,1 1-2-16,2 0 2 0,0 1-1 15,-2-2 1-15,2 1 0 0,-2 1 2 0,3 0 1 16,-2-1-1-16,0 0 2 0,1 1-1 15,-3-2 0-15,4 1 0 0,-4 1 0 0,3-4 0 16,-2 2 1-16,-1 0-2 0,0-3 0 0,0 2 1 16,-3 0 0-16,1-4-1 0,2 3 0 15,-4-1 1-15,1-1-1 0,1 1-7 0,-2 0-3 16,1-2 4-16,-1 2-4 0,-1 0-3 16,2 0 1-16,-1 2 10 0,1-4 6 0,-1 4-3 15,-1-1 4-15,3 1 2 0,-3-1 2 0,0 2-7 16,3-1-2-16,-3 1-2 0,2 0-1 0,0-1 1 15,-2 0 0-15,2 0 0 0,0-1-1 16,0 1 1-16,0-3-1 0,0 0 0 0,0 0 0 16,0-1 0-16,-2-1-1 0,3 2 1 15,-2-1 0-15,-2-1 0 0,4 2 1 0,-3-2 0 16,0 1 1-16,0-2 1 0,2-1 0 0,-3 1 0 16,1-2 1-16,0-2 1 0,1 1-1 15,-1-1 1-15,0 1-1 0,1 1 0 0,-2-1-1 16,-1 0 0-16,1 1 0 0,-1 0 0 0,2 0-1 15,-4-1 0-15,4 1-1 0,-3-1 0 16,0-2 1-16,3 2 1 0,-2-1-1 0,-1-2 0 16,1 2 1-16,-1 0-1 0,1-1-1 0,2 0 1 15,-2-2 0-15,-1 2 0 0,3-1-1 16,-2-1 0-16,1 1-1 0,-1 1-1 0,1 0 0 16,-1 0 2-16,1 1 1 0,-2 1-1 0,2 1 0 15,-2-1 2-15,1 3 0 0,0 0-1 16,0 1-1-16,-1 2 2 0,2-1-1 0,-1 0 1 15,0 1-2-15,0-1 3 0,1 0-1 0,-1 1 0 16,2 0 1-16,0-1 0 0,-2 0 0 16,2 1 0-16,0 0-2 0,1 0 1 0,-1-1-1 15,-1 1-1-15,1-1-1 0,-1 0 2 0,0 1-1 16,-1-1-1-16,1 2 2 0,0-1-1 16,0 1 0-16,-1 0 0 0,-1-1 1 15,1 3-1-15,0 0 0 0,-1-1-1 0,0 2 1 16,1 0 0-16,-1 1-2 0,0-2 1 0,1 3 0 15,0-3 0-15,-1 3 0 0,2 0-1 16,-1-1 0-16,0-1 1 0,0 1-2 0,-1 1 2 16,2-1 0-16,-1 1 1 0,0 2-1 0,0-2 0 15,-1 1 0-15,2 1-2 0,-2-2 2 0,2 1-2 16,-1 2 1-16,-1-2 1 0,0 2-1 16,0-1 2-16,1 0-2 0,0 3 2 0,-1-4 1 15,2 1 0-15,-3 2 0 0,3 0 0 16,0-2 0-16,-2 2-1 0,0 0 0 0,1 1 0 15,1-1 0-15,0-1 0 0,1 1 0 0,-1-2 0 16,1 3 1-16,1-1-1 0,-1-2 0 16,0 1 0-16,0 1 1 0,3-2 0 0,-2 2 0 15,-2-1 0-15,2 1-1 0,-3 0 0 16,2 0 0-16,-3 2 0 0,0 0 0 0,0 2 0 16,-1-3 2-16,-1 5 0 0,-1-2-1 0,1 2-1 15,-1-2 1-15,-2 2 0 0,2 0-1 16,-1 0 1-16,1 0 2 0,-1 2 0 0,1-2 0 15,0 2 0-15,-1-2 1 0,2 5 1 0,2-3 1 16,-2 2 3-16,0 0 0 0,2 0 2 16,-2 2 0-16,2 0 0 0,0 1-1 0,1 0 1 15,-3 0 0-15,3 1 1 0,-2 0 1 16,0 1 1-16,1 2 3 0,0 0-1 0,-1-1 1 16,0 3 0-16,0 0 0 0,0 0-4 0,0 2-1 15,0 2-2-15,-1-1-3 0,0 1-1 16,0 2-2-16,2-1-1 0,-2 2 0 0,0-1 1 15,-1 0 4-15,1 3 1 0,-2-2 3 0,3 0 1 16,-3 0 2-16,1 1 0 0,1-2-2 0,-1 1-3 16,-1 1 0-16,2-2-2 0,-3 2-1 15,3-1-1-15,-3-1-2 0,2 1 0 0,-1-1-2 16,1 0 0-16,1 0-2 0,-1 0 0 16,-1 0 0-16,1-1 0 0,1 1 0 0,-1-1 0 15,1 0 0-15,-1-4 1 0,1 3 0 0,1-3-1 16,-1-1 1-16,1 1-1 0,-1-3-1 0,2 1 1 15,-2 1 0-15,2-2 1 0,-2-1-1 16,1 0 1-16,-1 1 1 0,1-1 0 16,-1 0 0-16,0 3 0 0,0 0 1 0,1 0-1 15,-3 3 0-15,2-2-1 0,-1 3 0 0,2 0 1 16,-2-1-1-16,-1 1 1 0,1-3 0 0,1 4 0 16,-1-4-1-16,0 0 0 0,-1-3-1 0,1 4 0 15,-1-5 0-15,1 1 0 0,1-1 1 16,0-1 0-16,-1 0 0 0,-2-2-1 0,4 1 0 15,-2-2 1-15,1 0-1 0,-1 1 1 16,-1-1-1-16,1 1 1 0,1-1 0 16,0 1 0-16,-1 0-1 0,1 2 0 0,-1 0 0 15,1 0 1-15,0 3 0 0,0 0 0 0,0 2 0 16,0-3 1-16,1 5 0 0,-1-2-1 0,0-1 0 16,-1 5 0-16,1-4 1 0,-1 0 0 15,1 0-1-15,-2-1 0 0,4 0 0 0,-4-1 0 16,2-3 0-16,-1 2 2 0,1 0 1 0,0-3 2 15,-1 0 1-15,0 0 1 0,-1 0 1 16,1-1-1-16,0-1 1 0,1 0 0 0,1 1-1 16,-2-1-2-16,1 1 0 0,0 1-2 15,0 0-1-15,0-1 0 0,2 1 0 0,0-1-2 16,-2 1 0-16,3-1 1 0,-1 1-1 16,0-1 0-16,1-1 1 0,1 1 0 0,0 2 0 15,-2-4 0-15,3 3-2 0,-3-2 0 0,1 0 0 16,0 2 0-16,1-3 0 0,-2 3 0 0,1-2 0 15,0 0 0-15,-1 0 0 0,1 1 0 16,-1-1 0-16,0 0 0 0,-2 0 0 0,3 1 0 16,-2-3 0-16,2 2 0 0,-2-2 0 15,0 2 0-15,0-1 0 0,0 1 0 0,-1 0 0 16,0-2 0-16,0 0 0 0,2 1 0 0,-1 1 0 16,-2 0 0-16,1-4 0 0,0 4 0 15,1-1 0-15,-1-1 0 0,0 2 0 0,0-2 0 16,2 1 0-16,-2-1 0 0,0 2 0 15,0-1 0-15,1 0 0 0,-1 1 0 0,0-1 0 0,2 1 0 16,-2 0 0-16,3 0 0 0,-3 1 0 16,2-1 0-16,-2 0 0 0,2-1 0 15,1 1 0-15,0 2 0 0,1-1 0 0,-1 0 0 16,1 3 0-16,-1-3 0 0,3 2 0 0,-1 1 0 16,0-2 0-16,3 3 0 0,-3-1 0 15,0 0 0-15,3 1 0 0,-2 0 0 0,1-3 0 16,0 4 0-16,0-3 0 0,-1 2 0 0,0 0 0 15,0-3 0-15,1 3 0 0,-2-2 0 16,0 2 0-16,1-4 0 0,-1 2 0 0,-1 0 0 16,-1-2 0-16,3-1 0 0,-4 2 0 15,1-2 0-15,1 2 0 0,-2-2 0 0,2 0 0 16,-2 2 0-16,0-3 0 0,0 1 0 0,0 2 0 16,-1-1 0-16,1 0 0 0,-1 1 0 15,1 1 0-15,-2-3 0 0,2 1 0 0,0 3 0 16,0-3 0-16,-1 1 0 0,1-1 0 15,0 0 0-15,-2 1 0 0,4 0 0 0,-3-1 0 0,1-2 0 16,-1 1 0-16,1 0 0 0,-1-2 0 16,0 1 0-16,0-1 0 0,-1 0 0 0,0 0 0 15,1-1 0-15,-1 1 0 0,1-1 0 16,-1 0 0-16,0 2 0 0,2-3 0 16,-2 3 0-16,2-2 0 0,1 1 0 0,-1 1 0 15,0-3 0-15,1 4 0 0,0-1 0 0,-1-1 0 16,3 2 0-16,-2-2 0 0,1 2 0 0,-1-1 0 15,0-1 0-15,2 2 0 0,-2-2 0 16,-1 2 0-16,0-1 0 0,3 1 0 0,-2-3 0 16,-1 2 0-16,0-2 0 0,0 1 0 15,-1 0 0-15,2-4 0 0,-1 4 0 0,0-1 0 16,-2 0 0-16,2 0 0 0,0 0 0 0,1 0 0 16,-2 0 0-16,1 0 0 0,-1 0 0 0,0 0 0 15,1 0 0-15,-2 1 0 0,3-1 0 16,-1 0 0-16,0 0 0 0,-2 0 0 0,2 0 0 15,-2 0 0-15,2 0 0 0,-2 0 0 0,3-1 0 16,-3-2 0-16,1 3 0 0,-1-2 0 16,0 2 0-16,0-3 0 0,0 4 0 0,1-4 0 15,0 0 0-15,-1 4 0 0,0-4 0 16,2 2 0-16,-2-1 0 0,1 0 0 0,-1 1 0 16,2 0 0-16,-1-1 0 0,-1 0 0 0,2-1 0 15,-2 2 0-15,2-1 0 0,-2-1 0 0,1 0 0 16,0 2 0-16,2-1 0 0,-3 1 0 15,2-2 0-15,0 1 0 0,0 1 0 16,0-1 0-16,1 1 0 0,-2-1 0 0,1 2 0 16,0-1 0-16,0-1 0 0,1 2 0 0,0-2 0 15,-1 3 0-15,0-2 0 0,0 0 0 0,0 1 0 16,-1-2 0-16,2 3 0 0,-4-3 0 16,3 2 0-16,-2 0 0 0,0-1 0 15,0 1 0-15,1-2 0 0,0 2 0 0,-2 1 0 16,1-2 0-16,3 2 0 0,-3-2 0 0,1 2 0 15,0 0 0-15,-2-1 0 0,3 1 0 0,-2 1 0 16,3-1 0-16,-3-1 0 0,0 0 0 16,2 2 0-16,-2-3 0 0,-1 0 0 15,1 1 0-15,1-2 0 0,-1 1 0 0,-2-2 0 16,4 0 0-16,-2-2 0 0,0 1 0 0,-1 0 0 16,1-1 0-16,-1 0 0 0,1 1 0 0,-2 0 0 15,1-1 0-15,1 0 0 0,-3 2 0 0,3-1 0 16,-1 1 0-16,1 0 0 0,-2 1 0 15,2-1 0-15,-1 2 0 0,1 0 0 0,1-1 0 16,-3 0 0-16,2 3 0 0,-1-3 0 16,1 2 0-16,0 0 0 0,-1-2 0 0,2 4 0 15,-1-5 0-15,-1 2 0 0,1 2 0 16,-1-1 0-16,0-2 0 0,-1 2 0 0,2-1 0 16,-1 0 0-16,-2 0 0 0,0-1 0 0,0 0 0 15,0-1 0-15,0 2 0 0,0-2 0 16,-2 0 0-16,-2 2 0 0,0-2 0 0,-1 1 0 15,-2 0 0-15,-1-1 0 0,0 0-111 0,-2 0-83 16,-4 0-150-16,3-2-266 0,-3 0-322 16,3 0-396-16,-2 1-389 0,1 0-8 0,0-1 751 15</inkml:trace>
  <inkml:trace contextRef="#ctx0" brushRef="#br3" timeOffset="183695.91">8787 5988 12 0,'0'0'208'0,"0"0"115"0,0 1 89 16,0 1-53-16,0-1-103 0,2-1-71 0,-2 1-44 16,0 1-25-16,2-2-10 0,-2 2-2 15,1-2-1-15,-1 1-2 0,0-1-4 0,3 0-11 16,-3 0 1-16,0 0 3 0,0 0 19 0,0 0 19 16,0 0 28-16,0 0 29 0,0 0 23 15,0 0 17-15,0 0 6 0,0 2 2 16,0-2 1-16,0 0-11 0,0 1-21 0,0 1-23 0,0 1-29 15,0-2-30-15,0 2-27 0,0 2-27 16,0-3-19-16,0 4-14 0,0-1-10 0,0 1-5 16,0 0-6-16,-3 1-5 0,3 0-1 15,0-1-4-15,-1 1-1 0,1 2 0 0,-2-1-2 16,0-1 5-16,1 0-2 0,1 4 4 0,-2-3-1 16,1-1 1-16,-1 3-1 0,2-2-3 15,-2 1 1-15,1 0 2 0,-1 0 2 0,-1 0 1 16,1-1 2-16,1 3 3 0,-1 1 4 15,-1-4-4-15,1 3-1 0,-2-1-3 0,2-1 2 16,-1 0 0-16,0 0 0 0,1 0 3 0,-2 1-1 16,0-3-1-16,1 2 0 0,-2-2 0 15,1 1-6-15,-1 0-3 0,0 0 2 0,2 0-1 16,-2 0 2-16,0 0-2 0,1 1 0 16,-2 0 3-16,1 2-4 0,0-3 3 0,-1 4-2 15,-1 1-3-15,1-1-3 0,0 0-2 0,-1 0 2 16,1 1-2-16,0-2 2 0,-2 1 0 0,3 0 4 15,-3 0 3-15,3-2-2 0,-1 1-2 16,-3-1-1-16,4 0 0 0,-1 0-2 0,-1-2 0 16,2 2 2-16,-2-3 3 0,2 1-2 15,-1-1 1-15,1-1 1 0,-2 1-1 0,1 1 0 16,0-2-1-16,1 2 2 0,-3 0-1 16,2 0-2-16,-2 1-4 0,0-1 3 0,2 1 4 15,-1-2 5-15,-2 1 3 0,3-1 3 0,-1 1 5 16,1-2-6-16,-2 1-1 0,2 1-9 15,-1-2-2-15,1 0-1 0,1 0 0 0,-2 0-4 16,2-1 1-16,-2 1 5 0,3 0-1 0,-1 0-3 16,0 1 1-16,-1-1 4 0,0-1-4 15,-1 2 0-15,2-1-1 0,-1 0-2 0,-2 0 1 16,2 0 3-16,-2 1-3 0,1-1-2 16,0 1 5-16,-1-1 0 0,2 1-5 0,-3-1 3 15,2-1 5-15,-1 2 9 0,0-1 1 16,1 0 7-16,-2 0 2 0,1 0 4 0,0 0-2 15,0 0-5-15,-1 0-6 0,1 0-5 0,0 1-3 16,0 0-5-16,-1-1-3 0,1 0 2 0,0 1 1 16,-3-1 1-16,3 2 5 0,0-3-3 15,0 1 0-15,0 0 3 0,-1 0-2 0,1 0 3 16,0 0-7-16,-1-2 0 0,-1 2 4 16,3-1-1-16,-2 1-2 0,1 0 4 0,-1 0 2 15,-1 1-1-15,1-2-6 0,-1 1 0 0,2 1 6 16,-3 0 7-16,3-2 15 0,0 2 21 15,-2-1 21-15,0-1 15 0,2 1 10 0,0 0-3 16,0-2-11-16,0 0-12 0,0 1-17 0,2-1-13 16,-5-1-13-16,5 2-5 0,-2-3-4 0,0 2-2 15,-1-3-1-15,2 2 1 0,-1-1 1 16,0 1-4-16,-1-2-1 0,2 1-3 0,-1-1 0 16,-1 0-1-16,1 4-1 0,0-5-2 15,0 2 2-15,1-2 0 0,-1 2-2 0,1 2-1 16,-1-3-1-16,-1 3 1 0,1-2 0 0,3 0 1 15,-3 1-2-15,2-2 2 0,-2 3 0 16,0-3-2-16,3 2 1 0,-1-2-3 16,-2 2 5-16,0 0-4 0,2-1 2 0,-1 0 0 15,1-1 0-15,-3 2 1 0,1-2-1 0,0 1 2 16,-1 1-1-16,-1-2 1 0,2 2-2 16,-2 0 0-16,0-2-2 0,0 3 2 0,0-1-3 15,0 0-1-15,0-1 1 0,-1 2 1 0,-2-1 2 16,2-1-2-16,0 3 2 0,0-1 0 0,1-2 1 15,-2 3 1-15,1-2 1 0,1 1 1 16,-4-1 2-16,3 2 1 0,-1 0 1 0,-1-1 0 16,0 0-2-16,-1 0 0 0,1 1 1 0,-2 1-4 15,2 0 0-15,-1 0 1 0,-1-2-1 16,1 2 0-16,-2 1-1 0,1-1 1 0,-1 1 1 16,-2-1-1-16,2 0 0 0,-4 1 2 15,1 0-1-15,-2-1 2 0,-2 1-1 0,-1 1-2 16,0-2 0-16,-3 1-8 0,0 1-5 0,-1 1 5 15,1 0-7-15,-3 1 4 0,0 1 2 0,0 0 5 16,-2 1 4-16,2 1-8 0,0 2 3 16,2-1-9-16,0 2-12 0,-1 0-36 0,5 1-63 15,0-2-76-15,2 1-157 0,2-3-291 16,6-1-311-16,2-6-314 0,6-2-205 0,2-8 89 16,5-5 643-16</inkml:trace>
  <inkml:trace contextRef="#ctx0" brushRef="#br3" timeOffset="184930.61">11328 6364 53 0,'2'0'282'16,"-1"0"148"-16,-1 0 122 0,2 0-97 15,-1 0-178-15,1 0-108 0,-2 2-58 0,2-1-16 16,-1 2 5-16,-1 2 27 0,4-2 35 16,-4 3 30-16,1 0 28 0,5 0 32 0,-3 2 37 15,4 3 24-15,-1 2 5 0,4-2-11 0,0 4-34 16,3 0-39-16,0 2-49 0,-2 2-47 15,3-1-36-15,2 1-27 0,0 5-14 0,1-4-5 16,-1 4 9-16,3 0 6 0,1 1 18 0,0 1 13 16,3 0 21-16,-1 2 16 0,5 0-5 0,2 2-8 15,-1 1-21-15,2 0-17 0,3 1-26 16,2-2-24-16,-2 2-15 0,4-4-8 0,-1 0-2 16,2-2-4-16,3-1-5 0,-3-1 2 15,3-4-2-15,0-2 0 0,-3 0 0 0,0-2-1 16,0-3 1-16,-2 2-3 0,-1-4 1 0,-3 0-4 15,-2-1-26-15,-3-1-41 0,-3 0-51 16,-2 1-46-16,-2 3-82 0,-5-3-150 0,-1 4-177 16,-5 1-257-16,-2 0-228 0,-3 3-200 15,-4 0 52-15,0-2 437 0</inkml:trace>
  <inkml:trace contextRef="#ctx0" brushRef="#br3" timeOffset="190757.1">7141 11076 110 0,'8'-12'307'0,"-3"-1"137"16,0 2 99-16,1 0-161 0,0 1-117 15,-2 3-49-15,-1-2-12 0,-2 5 19 0,1-3 29 16,1 4 29-16,-3 0 10 0,3 1 9 0,-3 0-10 15,0 1-12-15,2 1-30 0,-2 0-38 0,0 1-33 16,3 1-33-16,-2 1-23 0,-1 2-20 16,2 2-17-16,1 2-12 0,0 2-9 15,-1 4-16-15,3-1-15 0,-2 5-14 0,3 1-3 16,0 3-3-16,-1 4-1 0,3 0 0 0,-1 3 6 16,-1 0 3-16,3 5 1 0,-1-2 4 0,0 3-1 15,0 0 5-15,1 1 3 0,1 4 5 16,-2 0 13-16,3 0 13 0,-3 1 12 0,0 1 4 15,0 1-1-15,1 0-8 0,-1 1-12 0,0-2-14 16,0 3-8-16,-2-2 5 0,-1 3 2 16,1-1 1-16,-1 1 1 0,0 2 2 0,-1-1-4 15,1 2-11-15,-2-3-10 0,-1 3-3 0,1 0-7 16,0-2-3-16,-1 0-2 0,-2 0-2 16,3 0 0-16,-1-1-1 0,-1 0 0 15,1-1-2-15,0 0-2 0,-1-5 0 0,2 2-1 16,-1-3 1-16,1 1 1 0,0-4 3 0,0 1-2 15,0-1 1-15,2 1-1 0,-2-1 2 16,2-3-3-16,3 4-1 0,-2-2 2 0,1 1 0 16,-1 0 2-16,0-1-1 0,2 0-2 0,-2-1-1 15,1 1-4-15,1-3 5 0,-1 4-3 0,0-3-3 16,-1 0 5-16,-1 0 2 0,3-1-2 16,-4 0-3-16,3-2 3 0,-1 0 2 0,-1-4 1 15,0 1-3-15,2-1 1 0,0-2 1 0,-2 1 0 16,0-1 0-16,1-1 1 0,0 0 0 15,-3 2 1-15,2-1 3 0,0 1-2 0,-2 1-2 16,2 1-2-16,-2 3 2 0,3 0-2 16,-3 3-5-16,-1 2 0 0,1 1-2 0,-1 1 0 15,-1 2-1-15,1 0-1 0,1-2 6 0,0 1 3 16,2-1 4-16,-2-2-2 0,3-3 3 0,-1-1 2 16,1-4 1-16,1 1-1 0,-1-4 1 15,3-3 2-15,0 3-2 0,0-4 0 0,0 0 1 16,-1-1-1-16,2-1 1 0,1 0-3 0,-2 2 2 15,-1 1-1-15,2 1-1 0,-1-1 1 16,1 4-4-16,-2 0-1 0,1 1 0 0,1-1 0 16,-1-1-1-16,-1 0-1 0,3-3 2 15,-1-2-2-15,-1-1-1 0,2-3 0 0,0-4 2 16,-1 1-2-16,2-2 2 0,-2-2 1 16,1-2 2-16,-2-1 1 0,1 0 0 0,2-2 0 15,-2 1 4-15,1 1 2 0,2-2 0 0,-2 2 0 16,0 0 2-16,1 1 0 0,0 0-5 0,0-1 0 15,-1 2-1-15,2-1 0 0,1 0-4 16,-1 3 1-16,-1-3 1 0,3 1-3 16,-2-1 0-16,2 1-1 0,-2-1 1 0,4 1-1 15,-4-2-1-15,4 0 2 0,-2 1-2 0,0-1-2 16,3 0 1-16,-1 2-1 0,2-2 2 16,0 1 0-16,3 1 3 0,-1-2-1 0,-1 1 0 15,4-2 0-15,-2 1-2 0,3-3 0 0,-1-2-2 16,0 1 1-16,4-2-1 0,-1 0 1 15,0-2-1-15,1-1 1 0,2 1 1 0,-1-3 0 16,-1-1 2-16,2 0-1 0,2-2 0 16,0 0 1-16,-1-1 0 0,4-1-2 0,-2-1 3 15,-1 3-2-15,3-2 0 0,0-1 0 0,1 1-1 16,3-1 0-16,-1 0-1 0,0 2 1 0,2 0-1 16,2 2-2-16,-3-1 1 0,0 1-1 15,-1 1-1-15,1 1 2 0,1-1 1 0,-2 1 0 16,-1 1 0-16,0-1 0 0,0 1 3 15,-1 0 0-15,-1 0-2 0,1 0 0 0,0 1 0 16,-1 0 2-16,-2 2-3 0,1-1 0 0,-1 2 0 16,2 0 1-16,-2 0-1 0,2 2 1 0,-2-1-1 15,0 2 1-15,2-2-1 0,-4 3-1 16,1-2 1-16,0 0-1 0,-1 0 0 16,-1-1 0-16,0 1 2 0,-2-1-1 0,0-1 0 15,2-1 1-15,-3-1 1 0,1 2 1 16,-1-1-3-16,0-3 0 0,1 4 2 0,2-1 0 0,-3 0 0 15,3 1 1-15,-1 1 1 0,-2 0 1 16,3 1-2-16,0 0 0 0,2-1 0 0,-1 2-3 16,2 0 0-16,2 0 0 0,-2 0 1 15,0-1-1-15,2 0 1 0,-2 1-1 0,2-2 1 16,-3 0-1-16,3-1 1 0,-2-1 1 0,0 1-1 16,0-1 2-16,0-2-1 0,-1 3 1 15,-2-2-2-15,0 2 0 0,-3-2 0 0,2 2 0 16,-1 0 1-16,-1 0 0 0,-2 0 2 15,2 2 0-15,-2-2 2 0,-1 2 0 0,2 1 0 0,-1-2 1 16,0 0-2-16,-2 3 0 0,3-4-1 16,-4 0 0-16,3 2-1 0,-1-2 0 15,1 2-1-15,-1-2 1 0,0 0 0 0,0 0-1 16,-3-2 1-16,0 2 1 0,1 0 0 0,0-2-1 16,-1 2 1-16,1-4-1 0,0 2 0 15,0-3 0-15,-1 1 0 0,3-1-1 0,-2-3 0 16,-1-1 0-16,1 0-1 0,0-1 0 0,-2-1 0 15,-1-1 1-15,2-2-1 0,-2 2 1 16,1-1-1-16,-1 0 2 0,-3 0 0 0,3-2-1 16,-3 2 0-16,1 1 1 0,-1 0-1 0,1 0-1 15,-1 1 0-15,-2 0 1 0,-1 0 1 16,1 2-3-16,-2 2 1 0,-2-2-1 0,0 2 0 16,0-1 1-16,0 0-1 0,-3 1 2 0,-1-1 2 15,-1-1 1-15,1 0 0 0,0 0 1 16,-1 0-1-16,-2-1 0 0,1-1-3 0,-1 1 0 15,0-3 1-15,0 3-1 0,0-1-1 16,1 1 0-16,0 2 0 0,-1 0 1 0,2 2-2 16,1 0 1-16,-1 3 1 0,2-1 0 0,0 4 0 15,3 0 1-15,-2 0 0 0,4 4 0 16,0-1 1-16,0 0-1 0,2 0 0 0,-1-2-1 16,-1 2-1-16,3-1 1 0,-1-2-1 15,-1 0 1-15,-2-2 0 0,1-1 1 0,0-1-2 16,-3 0 2-16,2-2-1 0,-1 0 1 0,-2-1-1 15,-1 0 0-15,1-1 1 0,0 0-1 0,-3 1 0 16,3 0 0-16,-4-1 1 0,1 1-2 16,0-3 1-16,-2 1-1 0,2 0 1 15,-3 1-1-15,-1-3 0 0,-1 0 1 0,2-2 1 16,-2-1-1-16,-2 1 0 0,2-5 0 0,-3 0 1 16,0-1-1-16,1-1 1 0,-2-7 0 0,0 0 0 15,-1-3 0-15,-2-3-2 0,1-5 1 16,-1-2 0-16,-1-2-3 0,-3-4 0 0,2-2-1 15,-1-3-1-15,-2-2-1 0,0-1-1 16,-2-1-1-16,0-4 1 0,1 0 1 0,-2-4-2 16,0-3 1-16,1 1 1 0,1-2-1 15,1 0 1-15,-1 2-1 0,3 0 0 0,-2-1-1 0,4 3 3 16,-2 0 1-16,0 0 1 0,2 0 0 16,0 1 2-16,0-5 2 0,-2 1-2 0,2 1-2 15,0-1-1-15,0 2 1 0,-2-1-4 16,0 2 1-16,0 0 0 0,0 1 2 0,-2-2 0 15,0 1 2-15,1 2 2 0,-1-3-1 0,-1 2 0 16,1 1-1-16,1 3 0 0,-3 3-1 16,1 5 1-16,1 5 0 0,-3 3 2 0,1 5-1 15,0 0 2-15,-2 6-1 0,0 1-1 0,-1-1-1 16,1 3 0-16,-1-2 0 0,2 2 1 16,-2 0 0-16,4-1 0 0,-4-2 1 0,4-3-1 15,-2-2-2-15,0-3-1 0,3-1 1 0,-1-3-2 16,3 1 1-16,1 0 0 0,0 1 0 15,-1 1 2-15,1 4 0 0,-1 1 0 0,-1 4 1 16,0 0-1-16,2 2-1 0,-3 2 0 0,-1-1-1 16,0 2 1-16,-3 1-1 0,2-1 0 15,-2 2 2-15,2 0 1 0,-2-1 0 0,0 3 0 16,0 0 1-16,0-2-1 0,1 1 0 0,0-1-1 16,0 1 0-16,0-3 1 0,0 0-1 15,0 3 0-15,0-3 0 0,0-1-1 0,2 5 2 16,-1-3 0-16,3 4 2 0,0 2 0 0,0 2 4 15,1 4 3-15,1 1 0 0,1 1-1 16,0 5 1-16,-1 2-1 0,-2 2-1 0,3 2-3 16,-2 3 0-16,0 2 1 0,-2-1 0 0,3 4-1 15,-4-1 1-15,2 1 0 0,1-1 0 16,-2-1 1-16,1 1-1 0,-2-4-1 0,-1 0 0 16,0 1-1-16,1-2 1 0,-4-2 0 0,-1-2 0 15,0 0 2-15,-2 0 1 0,-3-1 3 16,-1 2 0-16,-3 0 1 0,0 1 0 0,-3 0-1 15,0 0-1-15,-3 2-1 0,-2 3-2 16,-3 1-1-16,2 0 0 0,-2 2-2 0,-2-1-1 16,2 2-2-16,0 0-1 0,-1 0 0 0,0-1 0 15,0 0 0-15,1 1 1 0,2-2 1 16,-2-1 0-16,2-2 1 0,-1 2 1 0,1-3 0 16,1 0 0-16,0-1 1 0,-1 0 0 15,0 0-1-15,1 0 0 0,0-2 0 0,-3 1-2 16,2 2 0-16,-3-1-1 0,0 0-1 0,3 2-1 15,-2-2 1-15,-3 3-2 0,5 0 0 0,-2 0 0 16,0 2 0-16,-2-1 1 0,2 0 0 16,0 1 1-16,2 4 0 0,-1-2 1 0,-2-1 0 15,3 3 0-15,-1 2 0 0,4-1-1 16,-2-1 0-16,4 1 0 0,0-2 0 0,1 2 1 16,2-3 0-16,1 2 1 0,0-1 0 0,1-3-1 15,-1 0 1-15,3 1 0 0,-2 1-1 16,1-3 0-16,0 0 1 0,0-2-1 0,1 1 0 15,0 1-1-15,1-1 1 0,-1-1-1 0,0 0-1 16,0 0 1-16,1-2-1 0,-1 1 1 16,0 0-1-16,2-1 2 0,0-1 2 0,2 1 1 15,0-1 2-15,-2-1 0 0,2-1 2 16,2-1-1-16,-1 1-2 0,-1-1-2 0,2-1 1 16,0 0-2-16,0-1-1 0,-1 0 1 0,2-2 0 15,-1 2-1-15,0-1 0 0,0 1 0 16,-1-1 0-16,0 1 0 0,2 0-1 0,-2-1 1 15,1 2 0-15,-1-1 1 0,-1 1-1 0,1 1 1 16,-2-1-1-16,1 2 0 0,-1-1-1 0,1-1-1 16,-1 3 1-16,2-1 0 0,-3-1 0 15,3 1 0-15,-2 1 0 0,-1-2-1 0,0 2 0 16,1-1 0-16,-2 1-1 0,1 0 1 16,1 0 0-16,-1 0 0 0,2 0 0 0,0 1 0 15,0-1 0-15,0 2 0 0,2-2 2 0,-1 1-1 16,3 1 1-16,0-2 1 0,-1 0 0 15,3 1 0-15,-1-1-1 0,1 0 0 0,1 0 0 16,1 0-1-16,1 0 1 0,-3 0 0 0,4-1 0 16,-1-1 0-16,0 1 0 0,2-2 0 15,-1 1 0-15,-1 0-1 0,2 0 1 0,-1-1 0 16,2 0 0-16,-3-1-1 0,3 1 1 16,0 1-1-16,3 1 1 0,-4-4-1 0,4 5 0 15,-1-2 0-15,1 2 0 0,0 0 0 0,1-3 0 16,1 3 0-16,-2-2-1 0,3 2 1 0,-1 0 0 15,2-1 0-15,-3 1 0 0,3 0-1 16,-3-1 1-16,1 1 0 0,-1 0 0 0,-1 0-1 16,0 0 1-16,1 0 0 0,-1 0 0 0,-2 0 0 15,1 1-1-15,-2-1 0 0,0 1 1 16,-1-1-1-16,-2 2 0 0,1 1 1 0,-1-3-1 16,0 2 1-16,-2 0-1 0,1 1 0 15,-1-2 0-15,2 1 0 0,-3 1 0 0,3 1 0 16,-2-2 0-16,1 0 0 0,0 2 0 15,-2 0 0-15,5-1 1 0,-1 0 0 0,-1-2-1 0,3 2 0 16,0 0 0-16,1 0 1 0,0-1-1 16,2 1-1-16,1-2 0 0,0 4 0 0,-2-4-1 15,2 2 1-15,-1 1-1 0,3 0 1 16,-1 0 0-16,1 1 1 0,-1 0 1 0,0-3 0 16,1 2 0-16,1 2 0 0,-1-2 0 15,-1 0 0-15,1 1 0 0,-2 1 0 0,1 1 0 16,1-1 1-16,-1 3-1 0,1 0 1 0,-2-1 0 15,0 3 0-15,-2 2 0 0,0-1 0 16,1 1 1-16,-1 2-2 0,-1 1 1 0,-1-3-1 16,-1 3 0-16,1-1 0 0,0 0 0 15,2 2-1-15,-2-2 1 0,0 0-1 0,2-1 1 16,1 2-1-16,0-1-1 0,-1-2 0 0,1-1 0 16,2 0 0-16,1 0 0 0,1-3 0 0,-1 0 1 15,1 1 0-15,1-1 0 0,0-2 1 16,0 0-1-16,1 1 0 0,-1-2 1 0,0 3 0 15,2-2 0-15,-1-1 0 0,-1 2 0 16,2-1 0-16,-2 1 1 0,0 1-1 16,2-2 0-16,-2 2 0 0,0-2 0 0,0 1 0 15,0 0 1-15,0-3-1 0,-2 2 1 0,2-2-1 16,0-3 0-16,0-1-1 0,0 2-1 0,0-3-1 16,-2 2 0-16,2-2-6 0,0 2-11 15,0-2-18-15,-1-2-39 0,1 2-75 0,0-2-97 16,0-1-167-16,-2 0-290 0,1-6-330 0,-3 1-347 15,-2-6-183-15,-5-1 171 0,0-2 681 16</inkml:trace>
  <inkml:trace contextRef="#ctx0" brushRef="#br3" timeOffset="192297.3">7398 10769 9 0,'1'2'264'0,"-1"-2"175"0,0 3 159 0,2-3 15 16,-2 0-106-16,1 0-42 0,1 0 11 15,-2 0 10-15,2 2-13 0,-2-2-35 16,0-2-58-16,0 2-32 0,2 0-28 0,-2 0-38 15,0 2-33-15,0-2-27 0,0 0-25 0,-4-2-46 16,4 2-46-16,-3 0-27 0,1-3-11 16,-1 1-9-16,0 0-9 0,0-3-7 15,-2 0-7-15,0-1-4 0,-3-1-3 0,2-3-5 0,-2 0-3 16,0-6-1-16,0 1-2 0,0-3-1 16,0-1-2-16,0-5-1 0,-1-1-2 0,-1-3 0 15,2-2 1-15,-2-1 0 0,0-4 0 0,2 1 0 16,0-3-1-16,-1-1-2 0,1 1-1 15,-2-1-2-15,1 1 1 0,1-1-2 0,2 1 0 16,-3 1 0-16,0 1-2 0,0 0 0 0,1 1 2 16,-3 0-1-16,3 2 1 0,-2 0 0 0,2-4 0 15,-2 3-1-15,0-3 0 0,0 0-7 16,1-1-3-16,-1-2-3 0,2 0-1 0,-1-3-1 16,1 1-2-16,2-2 6 0,-1 2 9 15,1-1 3-15,0 1 3 0,1 1 1 0,2 3-1 16,-2-1-1-16,2 3-4 0,1-2 0 0,-1 1-2 15,0 2-6-15,1-2 0 0,-2 2-2 0,2 0-1 16,1 1-2-16,-2 2-1 0,1 1 6 16,-1-2 1-16,1 4 3 0,-1-1 0 0,1 1 0 15,-1 0 1-15,1 1 0 0,1-1 0 16,-1 3-2-16,1-2 0 0,-2-1 2 0,1 3-2 16,-1-2 2-16,2 2-1 0,-1 1 7 0,0-2 1 15,-1 1 0-15,3-1 1 0,-1 1 0 16,-1 1 2-16,0-2-11 0,2-1-5 0,0 2-2 15,-1-2-1-15,-1 2 0 0,2-1-3 0,0-2 6 16,-2 2 4-16,1-1 0 0,1 1 2 16,-2 1-1-16,2 1 2 0,-4-1-1 0,2 5 0 15,-1-1 1-15,2 1 0 0,-3 0 0 0,1 3-1 16,0-1 0-16,0 0 0 0,-1 0-2 16,1-3 1-16,2 1 1 0,-4-1-2 0,4 2 1 15,-2-2 0-15,1 0 0 0,0-1 0 16,-1-1-2-16,3-1 1 0,-2-2 5 0,2 1-1 15,2-2-2-15,-2-1 0 0,2 5 1 0,-2-3 1 16,1 3-6-16,-1-2 3 0,0 0 2 0,-1 0 0 16,1 2-1-16,-2-1 1 0,2 2 1 15,0 0 1-15,-3 4 2 0,3 0 2 0,0 2-1 16,-2 0 0-16,2 2-2 0,0 0-1 16,0 3-3-16,0-3 0 0,0 1 0 0,0 2-1 15,2 0-1-15,-2-1 2 0,3 2 0 0,-3 1 0 16,2 1 0-16,-1 1 1 0,-1 0 2 15,2 3 0-15,-2 2 2 0,0-3-2 0,0 5 2 16,0-2-2-16,0 2-1 0,0 0 0 16,0-1 0-16,0 1-2 0,0 0 0 0,0 1 0 15,0-1 0-15,0 0 0 0,0 2-1 16,0-2 1-16,0 0 0 0,0 0 0 0,-2 0 0 16,2 0 0-16,0 0 0 0,0 0 0 0,0 0 0 15,0 0 0-15,0 0 0 0,0 0-1 0,-1 0 1 16,1 0-3-16,-2 0-1 0,2 0-4 15,0 0-7-15,-3 0-8 0,1 2-13 0,1 2-18 16,-3-2-49-16,1 1-68 0,0-1-85 16,-3 3-148-16,1-1-210 0,0-1-312 0,1 0-274 15,-1 2-184-15,-2-2 64 0,0 0 503 0</inkml:trace>
  <inkml:trace contextRef="#ctx0" brushRef="#br3" timeOffset="193330.53">6714 7238 80 0,'-1'5'314'15,"-2"-1"178"-15,1 0 176 0,-1 0-51 0,1-1-88 16,-1 0-42-16,0 0-18 0,2 0-31 15,-1 0-45-15,0 1-66 0,1-2-76 0,-1 0-66 16,-1 1-56-16,3-2-43 0,-2 0-30 16,1 1-20-16,1-1-10 0,0-1-14 0,0 2 2 15,0-2-2-15,0 0-1 0,0 0 2 16,0 0 1-16,0 0 7 0,0-2 25 0,3 1 51 16,-1-1 45-16,1 0 26 0,3-1 9 0,0-1-4 15,1-3-28-15,-1 0-39 0,2-2-36 0,1 0-23 16,1-2-15-16,-2-1-5 0,4 0-2 15,-4-1-6-15,2-1-6 0,1 1 1 0,-2-1 2 16,-1 2 0-16,-1 2 0 0,0-1 4 16,0 2 2-16,-2 2-3 0,-1 0-5 0,0 3-3 15,-3-1-2-15,1 3-5 0,1 0-1 16,-1 2-1-16,0 0 3 0,2 0 2 0,-1 2 1 16,2 0 7-16,-1 4 3 0,1-1 5 0,2 1-2 15,0 2 2-15,-2-1-2 0,3 1-4 16,-1 0-3-16,0 0-3 0,-1 1-3 0,1-1-2 15,-1 0-1-15,1 3 4 0,0-3 2 0,0 1 2 16,-1 0 3-16,-1 1 3 0,1-1 0 0,2 0-1 16,-2 1-3-16,-1 3-3 0,0-3 0 15,1 2-3-15,2 0-2 0,-3 0-3 0,0-2 0 16,-1 1-1-16,1 0-1 0,-2-4 0 0,3 1 0 16,-4-2 0-16,0-1 0 0,-1 0 1 15,1-2 0-15,-1-1 4 0,-1 1 7 0,2 0 10 16,-2-2 10-16,0-1 11 0,0 1 6 15,0-1-1-15,-2 0-6 0,-1 0-8 0,0-1-10 16,-3 0-10-16,1-2-7 0,-1-2-4 16,-1 2-2-16,-1-3-1 0,-1 0-1 0,0 1 1 15,-1-5-1-15,-1 3-1 0,2-3 0 0,-1 1 1 16,-1 2 0-16,3 1-1 0,0-2 0 16,2 4 0-16,-2-1 0 0,3 3 0 0,0-1-2 15,2 3 0-15,-2 0-1 0,2 0-2 0,-3 3 1 16,3 1-1-16,0 1 1 0,1 2 0 15,-1 0 2-15,3 2-1 0,-2 0 1 0,2 1-1 16,2-1 1-16,-2 0 0 0,3-2 0 0,-1-1-1 16,1 2 2-16,3-2-1 0,-3-2 0 15,4 1 1-15,-1-3-1 0,2 1 1 0,1-2 0 16,-1-2 0-16,2-4 1 0,-2 3 0 16,3-3 1-16,-3 0-1 0,-2-3 2 0,3 2 1 15,-4-1-1-15,0-1 2 0,-2 2 1 16,0-1 1-16,-3 1 1 0,0-1-1 0,-3-1 0 15,-2 3-1-15,-1-2-2 0,-5-1-1 0,0 2-1 16,-3-1-1-16,1 3 0 0,-3-3 0 0,-1 3 0 16,-2-1 0-16,3 2 1 0,-3 1-1 15,5-2-1-15,-2 4 0 0,3-2 0 0,1 2-2 16,4 0-1-16,0 2-1 0,3-2 0 16,0 2-1-16,4 0 0 0,-2 2 1 0,6-1 0 15,0 1 1-15,2-1 0 0,1 2 1 0,2-1 0 16,3-1 0-16,0 1 2 0,0-2 0 15,3-1-1-15,-1 1 1 0,1-2 1 0,-1 0 0 16,1-2-1-16,-3 1-1 0,1 1-8 0,0-2-18 16,-3 1-24-16,-2 0-51 0,-1-1-74 15,2 1-123-15,-3 1-199 0,-2 0-292 0,0 1-331 16,0 1-307-16,-1 0-133 0,-2 3 383 0,3-2 666 16</inkml:trace>
  <inkml:trace contextRef="#ctx0" brushRef="#br3" timeOffset="195227.24">26088 9076 238 0,'-13'-2'535'0,"1"-2"246"16,-1 2 145-16,0 0-179 0,5 0-200 15,2 1-113-15,1 0-80 0,0 1-54 0,4-2-55 16,-4 2-63-16,5 0-47 0,3 0-18 15,2 3-1-15,1 0 12 0,6 3 33 0,3 0 32 16,3 1 10-16,5 2-9 0,6 0-22 0,2 0-20 16,4 3-29-16,8-4-27 0,1 1-14 15,6-1-14-15,5-1-9 0,3-3-7 0,5 1-10 16,2-4-10-16,8-1-9 0,1-3-5 0,5-2-3 16,0 0-6-16,3-5-3 0,0-1-2 15,-1-4-2-15,-2-1 0 0,-3 0 0 0,-2 1-2 16,-6 0 1-16,-4 2 0 0,-6 2 0 0,-4 2 0 15,-6 3-2-15,-6 2-1 0,-4 0-2 16,-5 4-6-16,-4 2-13 0,-6 3-28 0,-3 1-51 16,-5 3-60-16,-5 2-55 0,-4-1-57 15,-4 5-77-15,-4-3-92 0,-3 1-68 0,-1-1-66 16,-4 1-127-16,0-3-206 0,-3 1-111 0,-4-3 83 16,0 0 257-16,-3-1 283 0</inkml:trace>
  <inkml:trace contextRef="#ctx0" brushRef="#br3" timeOffset="195527.21">26497 9324 162 0,'-21'6'746'15,"4"2"413"-15,1-2 64 0,4 1-149 0,4-3-438 16,5-1-313-16,4-1-145 0,6 1-58 15,2-3 12-15,10-1 40 0,3-1 33 0,6-3 16 16,3-1 0-16,3 0-15 0,6-1-37 0,3-3-43 16,3 3-34-16,2-2-24 0,2 0-20 15,2 1-11-15,1 0-13 0,1-1-7 0,0 2-7 16,0 0-3-16,-1 1-3 0,-2-1-3 16,1 2-2-16,-4 2 0 0,1-1-1 0,-6 2-1 15,-1 0-1-15,-2 1 0 0,-5 1-8 0,-2 0-26 16,-5 0-57-16,-1 1-66 0,-5-1-68 0,-4 2-116 15,-4 1-157-15,-3 0-183 0,-3 0-220 16,-2 2-202-16,-5 1-139 0,-2 0 168 0,-2 0 409 16</inkml:trace>
  <inkml:trace contextRef="#ctx0" brushRef="#br3" timeOffset="195855.63">26333 9826 46 0,'-25'6'417'0,"1"-1"278"0,5-4 179 0,3 1 18 16,6-4-327-16,6 1-162 0,4-3-65 0,1 2-24 16,6-4-4-16,2 0 20 0,7-1 18 0,3 3-10 15,2-3-34-15,4 5-24 0,3-5-27 16,4 2-40-16,3-1-50 0,4 0-45 0,4 0-29 15,0 0-26-15,4-1-17 0,1-2-13 16,4-1-10-16,3-1-7 0,2 0-6 0,3-3-2 16,3 0-4-16,0-1 0 0,2-2-3 0,-2-1-1 15,2 0-3-15,-3 0 0 0,-4 2 1 0,-1-1 0 16,-4 2-6-16,-4 3-16 0,-7 0-56 16,-4 2-72-16,-6 3-127 0,-8 0-209 0,-5 3-307 15,-7 4-344-15,-3 0-281 0,-5 4-102 16,-8 1 436-16,-5-1 626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5-01-13T07:34:52.245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FF0000"/>
    </inkml:brush>
    <inkml:brush xml:id="br3">
      <inkml:brushProperty name="width" value="0.05292" units="cm"/>
      <inkml:brushProperty name="height" value="0.05292" units="cm"/>
      <inkml:brushProperty name="color" value="#00B0F0"/>
    </inkml:brush>
    <inkml:brush xml:id="br4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1181 1044 123 0,'3'-6'407'0,"1"1"246"16,-4 5 239-16,2-5-24 0,1 1-143 15,-3 4-60-15,0 0-39 0,0 0-62 0,0 0-88 16,0 0-103-16,0 0-70 0,0 0-75 0,0 0-60 16,0 0-41-16,0 0-28 0,0 0-19 0,0 0-13 15,0 0-11-15,3 8-8 0,-1 5-6 16,1 4-4-16,-1 5-2 0,-1 5-3 0,1 6-4 15,1 3-1-15,-1 5-5 0,-1 5 3 0,1 1 0 16,2 0-6-16,-2 0-4 0,-1-2-4 0,1 0-3 16,0-4-6-16,1-3-5 0,-1-4 1 15,-1-6 0-15,1-4 0 0,-1-3 1 0,1-6 0 16,0-1 1-16,-1-6 1 0,-1 0 4 0,0-8 3 16,0 0 3-16,0 0 2 0,-1-6 2 15,-1-4-1-15,-1-7 2 0,0-4-1 0,-2-6-5 16,0-4-5-16,2-4-2 0,-5-2 0 0,2-2-6 15,-1-3-3-15,1-2 4 0,-3 1 0 16,2 1 1-16,1 1 0 0,1 2 0 0,-1 5 1 16,0 1 0-16,1 3-1 0,2 3 2 0,-1 3-2 15,3 1-1-15,-1 5 1 0,2 2-1 0,0 2 1 16,0 2 0-16,2 3-1 0,-1 2 1 16,1 1-1-16,3 0 1 0,0 6 0 0,4-2-1 15,1 4 2-15,1 2-1 0,4 5 2 0,-2 3 0 16,3 3 1-16,0 6 0 0,-1 4 0 0,0 3-1 15,2 6 0-15,1-1 1 0,2 4-2 0,-1 2 1 0,0 4-1 16,2-3 1-16,-1-1-1 0,-2 0 1 0,0-1 0 16,0-4-1-16,-1-1 0 0,-2-3 0 0,2-3-1 15,-4-3 1-15,-1-1-1 0,-1-4 2 0,-1-1-2 16,-1-3 0-16,-1-2 1 0,-3-3-1 0,0-3 2 16,-2 1 1-16,1-4 3 0,-1 0 2 0,1-2 5 0,-3 0 5 15,-1-1 5-15,0-2 4 0,-1-1 0 16,-1-4-9-16,-3-3-18 0,-1-5 0 0,0-5 0 0,0-6 0 15,-4-5 0-15,1-7 0 0,1-4 0 0,0-5 0 16,0-1 0-16,0-4 0 0,2-1 0 0,-1 2 0 16,2 2 0-16,2 2 0 0,0 5 0 0,-1 3 0 0,2 7 0 15,-1 3 0-15,3 6 0 0,-2 6 0 0,2 1 0 16,0 4 0-16,-1 2 0 0,1 4 0 0,0-2 0 16,1 4 0-16,1 2 0 0,3 1 0 0,1 1 0 15,0 4 0-15,2 1 0 0,0 1 0 0,4 4 0 0,0 1 0 16,-1 1 0-16,3 2-40 0,-1 3-117 0,-1-1-121 15,1 2-226-15,-1 2-304 0,0 3-367 0,0-3-430 16,1 3-178-16,0 0 470 0,-1 1 830 0</inkml:trace>
  <inkml:trace contextRef="#ctx0" brushRef="#br0" timeOffset="382.18">1960 1482 362 0,'-2'-5'1198'0,"-5"1"431"0,-1 0-150 15,0 0-331-15,-3 2-420 0,-2-2-271 0,0 4-173 0,1 0-87 16,-1 4-50-16,1 0-40 0,0 2-29 0,3 1-22 16,-2 2-15-16,3 2-12 0,0 2-8 0,0 2-5 15,2 1-4-15,1 1-4 0,2 3-3 0,1-1-3 0,1 1 0 16,2-1-3-16,3-1-2 0,-1 0 0 16,4-3-1-16,1-3-1 0,2-1-1 0,4-4 0 0,0-6 0 15,5-2-3-15,-3-8-5 0,5-4-8 0,1-5-4 16,-1-6-7-16,1-5-4 0,-1-2-1 0,-1-1 5 15,0 1 5-15,-4-2 3 0,-2 4 6 0,-2 2 4 16,-3 2 5-16,-3 5 7 0,-3 3 13 0,-1 1 11 16,-4 6 10-16,1 0 5 0,-3 5 2 0,0 0-3 0,-2 5-6 15,1 0-8-15,-3 5-5 0,3 0-8 0,-1 6-4 16,-2 1-1-16,3 3-1 0,-1 3 2 0,3 1 4 0,-2 6-5 16,3-1-1-16,-1 1-2 0,1 4-1 15,2-4-5-15,0 2-3 0,2-3 1 0,3 0 1 16,0-3-5-16,1-2-14 0,2-1-23 0,1-4-39 0,-1-3-74 15,0-4-97-15,0-1-174 0,3-5-285 0,-3-1-320 16,0-4-337-16,1 0-180 0,-1-6 187 0,0 1 680 16</inkml:trace>
  <inkml:trace contextRef="#ctx0" brushRef="#br0" timeOffset="838.99">2291 1371 404 0,'4'11'983'0,"-2"1"364"15,-1 4 33-15,2 3-308 0,1 2-317 0,-1 3-274 0,0 3-138 16,0 4-87-16,1 0-78 0,-1 2-53 16,0 4-37-16,1 1-19 0,-1 5-15 0,2 0-15 15,-1 0-11-15,-1 1-11 0,3 0-6 0,-1 0-5 16,1-2-3-16,0-5-3 0,1 1 0 0,-1-7 4 16,1-3 4-16,0 0 1 0,0-7 0 0,-1-1 0 15,-1-3 1-15,0-2-4 0,-1-3-4 0,-1-3-2 16,-1-3 1-16,1-3 1 0,-3-3-1 0,0-4-4 15,-3-7-2-15,3-2-2 0,-2-9-2 0,-1-1 0 16,-1-7-2-16,-1-6 5 0,0-5 3 0,0-4 0 16,-1-7-1-16,-1-7 0 0,0-4 5 15,2-3-1-15,0-3 0 0,2 2 0 0,1 2 0 0,2 5 1 16,0 8-3-16,2 7 0 0,-2 6 0 0,3 6 0 16,-1 6 0-16,1 4-1 0,2 4-1 0,0 4 0 15,2 3 0-15,1 3 0 0,2 3 3 0,-1 5 0 16,2 2 3-16,-1 4 1 0,2 2 0 0,-2 5 1 0,1 2 1 15,-2 4-2-15,-1 4 0 0,-3 0-1 0,2 3-1 16,-4 3-1-16,0 0 0 0,0 4 2 0,-2-1 0 16,-2 4 0-16,-4-1 0 0,2 1 0 15,-2 1-2-15,-1-2-3 0,-2-1-9 0,-1 0-15 16,2-4-20-16,-2-4-34 0,-1-4-59 0,1-3-65 16,1-7-108-16,0-5-158 0,0-6-217 0,3-6-293 15,2-5-237-15,3-4-176 0,0-6 212 0,2-4 516 16</inkml:trace>
  <inkml:trace contextRef="#ctx0" brushRef="#br0" timeOffset="1352.23">2536 1369 61 0,'10'-17'424'0,"-1"4"405"0,-3 2 320 0,2 7 12 15,-2 3-162-15,0 2-196 0,-1 3-182 0,0 4-157 16,-2 2-110-16,-1 5-100 0,3-1-86 0,-1 5-52 0,-1 0-36 16,-1 4-21-16,1-1-15 0,2 5-13 0,-2-1-10 15,2 1-7-15,0-1-6 0,2 4-3 0,-2-5-4 16,1-2-1-16,1-2-2 0,2-2-1 15,-1-6-1-15,0-1 1 0,2-5-1 0,-1-2 1 0,1-4 1 16,-1-4 1-16,2-1 0 0,-3-6 1 0,3-1 4 16,-2-3 3-16,1-4-1 0,-2 0 0 15,2-3 0-15,-1-1 1 0,-3-2-4 0,2 1-2 0,-3-2-4 16,-2 0-2-16,2 1 0 0,-2 4-1 0,-3 0 0 16,1 2 1-16,-1 3 7 0,-1 4 10 0,1 0 9 15,-2 5 6-15,-1 0 1 0,-1 4 1 0,-1 2-1 16,0 2-6-16,0 4-8 0,0 0-4 0,-1 5-3 15,0-3-3-15,0 4 4 0,1-1 1 0,0 2 1 16,3-1 0-16,-1-1-2 0,0 1 1 0,3-2-6 16,0 1-3-16,3-3-1 0,-1 1-1 0,1-1-2 15,2-3 1-15,1-1-1 0,3 1 1 0,-2-2 1 16,2 1 0-16,1 0 1 0,2-2 1 0,0 4 1 16,2 0 0-16,-2 3-1 0,1 1 2 0,1 7 0 15,1-2 0-15,0 6 1 0,-2 3-1 0,1 4 1 16,-1 1 1-16,1 6-1 0,-3 1 0 0,2 3 0 15,-2 4-1-15,-2 0-1 0,0 4-1 0,-2 1 0 16,-2-1 3-16,-2 0 8 0,0 2 7 0,-3-3 5 16,0-1 4-16,-3-4 0 0,1-5-2 15,1-5-7-15,-2-5-7 0,1-7-6 0,-1-2-3 0,0-9-2 16,0-3-3-16,1-8-2 0,-1-6-6 16,1-6-8-16,1-4-10 0,-1-8-17 0,1-5-21 0,-1-4-39 15,0-6-69-15,-1-6-89 0,0-4-157 16,-3-6-259-16,3-4-318 0,1-4-334 0,2-2-201 0,2-2 119 15,1-3 634-15</inkml:trace>
  <inkml:trace contextRef="#ctx0" brushRef="#br0" timeOffset="1512.71">3053 1177 357 0,'1'-27'1089'0,"1"6"526"0,0 3-92 0,-2 3-375 0,-2 5-363 16,0-1-275-16,-1 5-169 0,-2 0-114 0,2 5-62 16,0 1-45-16,1 1-32 0,-4 0-25 0,3 4-22 15,0-3-16-15,1 2-10 0,-1-1-7 0,1-1-4 16,1 0-4-16,1-1-3 0,0 2-2 0,0-1-8 15,1-1-20-15,1 0-28 0,1 3-71 0,-1-3-104 16,1 3-214-16,-3 2-295 0,0 0-356 0,0 4-421 16,-1 2-214-16,-1 4 316 0,2-1 838 0</inkml:trace>
  <inkml:trace contextRef="#ctx0" brushRef="#br0" timeOffset="1807.95">3216 1576 13 0,'10'23'582'0,"-2"-3"541"0,-1-3 197 15,2-3-76-15,-1-4-269 0,0-1-345 0,0-3-225 0,3-3-103 16,-3-3-56-16,3-3-60 0,0-3-69 16,0-6-48-16,2-1-24 0,-1-4-21 0,-2-2-11 15,2-2-5-15,-2-2-3 0,0-2 0 0,-2 0-7 16,-1 2-2-16,-2-1 9 0,-3 1 8 0,-1-2 11 0,-4 4 10 16,0 0 17-16,-5 5 13 0,2 0 0 0,-2 3-1 15,-3 4-2-15,0 3-3 0,-2 3-6 16,3 6-7-16,-2 1-6 0,1 5 0 0,0 3-3 0,1 7-6 15,2-2-6-15,0 7-3 0,2 1-1 0,2 5-8 16,0 1-4-16,4 2-2 0,0 3-6 0,2 1-2 16,1-4-4-16,5 2 0 0,0-3-7 0,1-1-25 15,4-3-32-15,-2-4-81 0,0 0-167 0,5-4-274 16,-2 1-339-16,3-6-398 0,-1-2-434 0,3-1 16 16,0-5 856-16</inkml:trace>
  <inkml:trace contextRef="#ctx0" brushRef="#br0" timeOffset="2583.83">3769 1782 20 0,'-6'19'494'0,"-2"-1"479"0,-2-1 266 16,1-4-40-16,1-2-323 0,3-1-224 0,-2-3-191 15,3-2-125-15,-2-4-78 0,1-1-62 0,2-4-66 16,1-5-63-16,-1-3-31 0,3-4-19 0,3-7-8 16,0-4 4-16,4-2 10 0,0-3 3 0,1-4-4 15,2-1 9-15,-2 3 7 0,4-1 2 0,-2 4 5 16,-2 1 2-16,3 6 2 0,-5 3-9 0,-1 3-5 16,0 5-1-16,0 2-8 0,-1 3-4 0,1 2 1 15,-2 4 3-15,2 2 0 0,0 2 2 0,0 4 2 0,-1 5 4 16,2 3 1-16,-1 2 0 0,1 4 0 15,-1 0-2-15,0 5-4 0,0 0-6 0,1 0-4 16,0 1-4-16,-1-2-11 0,0-3-5 0,0-1-4 16,1-5-2-16,0-2-2 0,-1-2-1 15,3-5 4-15,0-4 2 0,1-4 1 0,1-7 6 0,1-6 3 16,5-6 0-16,-2-7 2 0,3-3-5 16,2-2-1-16,0-2-6 0,0 1-2 0,-1 1-1 15,-1 5 0-15,-3 2 4 0,0 5 2 0,-4 5 0 16,2 3 2-16,-4 2 2 0,-1 4 3 0,1 5 4 15,1 3 7-15,-3 5 4 0,1 3 5 0,-1 8 4 16,-2 2 1-16,0 5-1 0,-1 5-9 0,-1 2-6 16,-1 4-5-16,1 1-9 0,-2 0-3 15,3 1-6-15,-1-1 1 0,1-1 1 0,2-4-6 16,0-1-14-16,1-2-25 0,0-5-53 0,0-3-77 16,-1-5-168-16,0-2-275 0,1-3-319 0,2-4-383 15,0-1-326-15,-2-10 12 0,1-1 761 16</inkml:trace>
  <inkml:trace contextRef="#ctx0" brushRef="#br0" timeOffset="2766.06">4276 1107 470 0,'-6'-36'1310'0,"0"7"338"0,1 8-214 16,-3 3-368-16,3 9-418 0,-1 1-276 0,0 3-164 0,1 6-83 15,2 3-46-15,0 4-29 0,1 0-19 0,0 4-14 16,4 1-8-16,0 4-5 0,1 1-5 0,2 2-3 15,2 0-11-15,0 1-40 0,2 2-67 16,1 1-101-16,2 0-174 0,1 1-296 0,1 1-330 16,1 2-327-16,3 1-191 0,0 1 243 0,1 0 658 15</inkml:trace>
  <inkml:trace contextRef="#ctx0" brushRef="#br0" timeOffset="3119.64">5008 1573 506 0,'3'-4'1518'0,"-4"2"281"0,-5 1-307 16,-2-1-356-16,-5 2-463 0,-2 0-293 0,-3 2-140 16,-4 1-70-16,0 1-41 0,-2 0-28 15,-3 5-54-15,2-1-47 0,-2 3 0 0,2 1 0 0,-1 3 0 16,4 3 0-16,2 1 0 0,2 0 0 0,4 0 0 16,6-1 0-16,0 1 0 0,7-4 0 15,2 0 0-15,7-4 0 0,2-5 0 0,4-5 0 16,5-7 0-16,3-7 0 0,3-10 0 0,5-4 0 15,-1-6 0-15,1-3 0 0,0-1 0 0,-3 1 0 16,0 1 0-16,-5 5 0 0,-2 3 0 0,-6 7 0 16,-1 3 0-16,-4 4 0 0,-2 6 0 15,-4 4 0-15,-3 5 0 0,0 4 0 0,-5 3 0 16,2 9 0-16,-2 3 0 0,-1 2 0 0,2 5 0 16,0 2 0-16,4 3 0 0,2 0 0 0,4-2 0 15,3 4 0-15,6-2 0 0,4 0 0 16,3-1 0-16,0-1-76 0,5-3-95 0,5-2-158 15,-1-2-275-15,1-2-338 0,3-4-393 0,-2 0-398 16,0-3-16-16,0 1 761 0</inkml:trace>
  <inkml:trace contextRef="#ctx0" brushRef="#br0" timeOffset="3781.49">6876 1776 114 0,'-2'12'760'0,"-1"0"559"0,1-2 82 0,2-4-151 16,0-1-384-16,2-5-335 0,3-2-172 0,0-7-99 16,2-1-42-16,3-7-39 0,3-3-21 0,2-5-16 15,3-5-14-15,2-1-11 0,2-5-13 0,3-2-13 16,2-1-18-16,-1-4-12 0,1 2-11 0,0-2-40 16,-1 0-10-16,1-1 0 0,-2 1 0 0,0-3 0 15,0 4 0-15,-2 0 0 0,-1 3 0 16,-1 3 0-16,-2 3 0 0,-2 3 0 0,-2 4 0 0,-4 2 0 15,1 5 0-15,-5 2 0 0,-1 6 0 0,-4-1 0 16,-2 3 0-16,-2 7 0 0,-4-3-9 16,-4 5-128-16,-5 5-105 0,-3 0-194 0,-4 1-290 15,-2 4-350-15,-1 2-407 0,-2-1-250 0,0 1 216 16,-2 1 819-16</inkml:trace>
  <inkml:trace contextRef="#ctx0" brushRef="#br0" timeOffset="4028.73">6792 1125 53 0,'1'7'623'0,"-1"2"513"15,2 0 189-15,3 0-55 0,1 3-340 0,2 3-313 0,3 0-194 16,2 3-98-16,2-3-61 0,1 3-64 16,5 0-55-16,1-1-35 0,2 1-20 0,4 0-16 15,1-2-16-15,2 3-13 0,1 0-11 0,1 0-6 16,-1 1-12-16,3 1-8 0,-2 0-2 0,3 3-2 15,-1-4-2-15,0 5-1 0,-1-3-12 16,1 0-20-16,-1 1-57 0,-3-4-73 0,-1-2-109 0,-3-2-181 16,-2-3-302-16,-3 0-339 0,-4-4-293 15,-1-2-158-15,-1-3 272 0,0-5 644 0</inkml:trace>
  <inkml:trace contextRef="#ctx0" brushRef="#br0" timeOffset="4370.68">7660 627 121 0,'11'-6'374'15,"0"2"238"-15,3 4 256 0,-1 0-14 0,4 2-100 16,1 3-107-16,1-1-85 0,1 2-50 15,1 4-69-15,1 1-94 0,0 3-68 0,0 3-43 16,-3 0-32-16,3 4-41 0,-4 3-39 16,-1-1-26-16,2 4-14 0,-5 0-11 0,2 1-10 15,-3 2-10-15,-2 1-6 0,1 4-4 0,-2 3-6 16,-2 2-4-16,1 4-7 0,-2 2-5 0,-4 6-7 16,0 3-8-16,0 2-1 0,-3 1-4 0,0 5 0 15,-3-1 0-15,0 2-1 0,0-1-1 0,-1-3-4 16,-2-1-16-16,0-5-25 0,0-5-65 0,-2-4-77 15,-2-4-158-15,-2-7-283 0,0-4-315 16,-3-5-372-16,0-6-256 0,-2-7 26 0,-2-6 692 0</inkml:trace>
  <inkml:trace contextRef="#ctx0" brushRef="#br0" timeOffset="4985.34">6887 661 221 0,'-8'-4'677'0,"-2"-1"427"0,1 2 154 16,-5 2-164-16,-1-1-262 0,-3 4-215 0,-2 1-166 15,-3 1-117-15,-3 2-76 0,-2 2-86 16,-2 0-42-16,0 7-32 0,-3 1-17 15,1 3-13-15,-1 5-9 0,3 3-6 0,-2 5-17 0,2 4-12 16,0 6-8-16,0 6-7 0,3 10-6 0,1 4 1 16,3 7 6-16,1 7 9 0,5 4-3 0,6 1-2 15,4-2-1-15,4 1-5 0,6-5-2 16,4-7-6-16,5-1 2 0,7-9 2 0,6-5 2 16,4-7-1-16,4-6-4 0,5-4-10 0,5-6-19 15,3-5-57-15,1-5-74 0,2-2-139 0,-3-4-268 16,3 0-312-16,0-3-368 0,-3-1-308 15,0-2-52-15,-5 2 616 0</inkml:trace>
  <inkml:trace contextRef="#ctx0" brushRef="#br0" timeOffset="9712.92">3325 6459 20 0,'1'-2'545'0,"-1"2"514"0,0-1 250 15,0 1-34-15,0 1-324 0,2 1-304 16,-2-1-221-16,1 2-118 0,1 1-78 0,0 1-71 16,-1 1-63-16,4 2-41 0,1-1-23 0,-1 1-24 15,1 0-4-15,1-1-1 0,1 0-8 16,-1 1 2-16,1-4 0 0,0 1 8 0,-3-3-3 16,4 2-2-16,-4-4 8 0,-2 0-2 0,2 0 10 15,-3-4 16-15,-1 0 13 0,-1-3 18 0,0-1 10 16,-3-1 13-16,0 0 4 0,0-2-2 15,-4 1-1-15,-2-1-1 0,1 1-1 0,-2 3-7 16,-2-1-10-16,2 2-10 0,1 2-11 0,-2 1-14 16,0 2-14-16,3-1-19 0,0 2 0 0,-1 2 0 15,2-1 0-15,2 2 0 0,-1 0 0 16,4 1 0-16,1 2-10 0,2 2-33 0,2-1-29 16,4 0-73-16,-1 1-113 0,1 0-227 0,5 0-298 15,-2-2-361-15,5-2-433 0,-2 0-183 0,2 1 405 16,0-1 849-16</inkml:trace>
  <inkml:trace contextRef="#ctx0" brushRef="#br0" timeOffset="10566.72">5183 6472 347 0,'1'0'851'16,"2"0"338"-16,-3 1 17 0,0-1-305 15,3 4-252-15,-3 0-190 0,3 1-126 0,-1 1-71 16,1-1-52-16,0 2-39 0,0-1-47 15,2 0-52-15,0 0-34 0,0-2-18 0,1-1-11 16,0 0-1-16,-1-3 6 0,3-1 9 0,0-2 5 16,-2-3 6-16,2-3 8 0,-3-1 10 0,0-2 3 15,-2-2 9-15,-1 0 17 0,0 1 18 16,-4 1 10-16,0 2 4 0,-1 0-7 0,-2 3-11 16,0 0-17-16,-1 3-16 0,-2 0-16 15,-1 4-11-15,-1 0-8 0,2 2-9 0,-1 2-4 16,-1 0-5-16,2 1-4 0,0 3-3 15,1 2-2-15,0-1-1 0,2 1 0 0,0 1-1 16,2-1 0-16,2 0-1 0,-1 2-1 0,4-2-2 16,-1-1 0-16,2 1-1 0,2-1-13 15,2-2-20-15,-1 1-38 0,3-4-81 0,-1 1-149 16,2-2-272-16,2 0-314 0,0-3-389 0,0 0-402 16,4 0-35-16,-2 0 727 0</inkml:trace>
  <inkml:trace contextRef="#ctx0" brushRef="#br0" timeOffset="11361.78">7196 6391 192 0,'2'3'730'15,"0"1"423"-15,-1 0 97 0,1-2-210 16,-2 3-290-16,3-3-220 0,0 2-161 0,-1 0-94 16,3-1-60-16,-2 3-42 0,3-2-57 0,0-1-52 15,1 0-27-15,1 0-13 0,1-2-3 16,2-1-7-16,-1-1 0 0,4-4-1 0,-3-1-3 16,5-2 3-16,-4-3-3 0,1 0 2 15,1-3-2-15,-4 3 9 0,-2-3 7 0,1 2 15 16,-4-1 21-16,-3 4 20 0,-2-1 17 0,-4 3 6 15,1 1-3-15,-6 2-9 0,1 1-17 16,-2 3-18-16,-2 1-15 0,-1 2-13 0,0 3-9 16,1 0-8-16,1 2-5 0,1-1-4 0,-1 1-4 15,5 3-3-15,1-3-2 0,2 1-2 16,1 2-1-16,4-1-9 0,1 2-22 0,2 0-46 16,3-3-78-16,1 1-139 0,1-2-271 0,3 3-312 15,2-2-373-15,1-2-355 0,3 2-44 16,3 0 643-16</inkml:trace>
  <inkml:trace contextRef="#ctx0" brushRef="#br0" timeOffset="12867.62">12438 6301 160 0,'-2'-3'723'0,"-1"0"428"16,-2 0 126-16,3 2-91 0,0-1-337 0,0 2-281 16,2 0-172-16,0 0-96 0,0 0-71 15,2 3-82-15,2-1-62 0,1 1-42 0,0 0-20 16,1 1-11-16,1 1-6 0,4-1-2 0,-2 2-2 16,2-2-1-16,2 0 0 0,0-3 0 15,2 0-1-15,1-1 2 0,1-1-2 16,-2-4 3-16,2 3 0 0,-2-4-1 0,-2 1 2 0,0 1 0 15,-3-1 0-15,-1 2 0 0,-1 0 12 16,-3 0 15-16,-2 2 14 0,-1-1 12 0,-1 2 8 16,-2 0 2-16,-1 2-8 0,-1 1-12 15,0 0-13-15,0 0-9 0,-2 3-8 0,2-2-6 16,-5 2-4-16,5 0-3 0,-2 0-3 16,3 0-1-16,-1-1-1 0,3 0-2 0,-3 2 0 15,3-3 0-15,0 2-1 0,0 0-1 0,2-1-15 16,-2-1-27-16,0 1-78 0,-2-1-101 15,0-1-192-15,-3 0-295 0,1-2-338 0,-4 1-378 16,-1 0-179-16,-3 0 280 0,-2 2 728 0</inkml:trace>
  <inkml:trace contextRef="#ctx0" brushRef="#br0" timeOffset="13981.35">3204 8274 35 0,'13'18'299'0,"1"-3"171"0,-1 2 163 0,3-6 11 16,-2 3-183-16,2-4-83 0,-2 0-15 0,3-3 12 16,-2-1 15-16,0-5-5 0,0-1-29 0,-1-1-39 15,-3-5-9-15,0-1 18 0,0-1-19 0,-3-3-25 16,-3-1-17-16,-2 0-19 0,0-2-39 16,-3-1-45-16,-3 2-24 0,0 1-17 0,-2 0-15 15,0 3-10-15,-1 1-9 0,-3 2-14 0,1-1-14 16,-2 3-13-16,0 0-11 0,0 1-13 15,0 3-10-15,2 0-5 0,-3 3-3 0,5-1-4 16,-1 4-3-16,1 1-1 0,0 0 0 0,3 2-2 16,1 1 0-16,2 1 1 0,0 1-1 0,0-1 2 15,2-1 0-15,1 1 1 0,1-3 1 16,1-1-2-16,-2 1 0 0,1-2 0 0,0-2 0 0,1 1-1 16,0-2 2-16,1 0-2 0,2-2-11 15,0-1-16-15,0-1-31 0,4-2-74 0,-2-5-111 16,1 3-205-16,5-3-290 0,1-2-345 0,-1 1-402 15,3-3-185-15,2 2 339 0,2 1 760 0</inkml:trace>
  <inkml:trace contextRef="#ctx0" brushRef="#br0" timeOffset="14717.58">5222 8219 466 0,'4'7'929'16,"1"5"281"-16,0-1-18 0,0 0-306 0,0 3-222 15,4 0-190-15,-1 2-120 0,-2 0-72 16,2-1-56-16,2 1-55 0,-2 0-75 0,0-4-41 16,1 0-15-16,-1-3-9 0,0-2-3 0,-2-1 4 15,1-3 8-15,0-1 13 0,-4-4 3 16,2-1 8-16,-3-3 7 0,-2-1 5 0,0 0-1 16,0-3-2-16,-2 1-4 0,-3 1-4 0,2-2-4 15,-3 3-5-15,0-1-6 0,-1 0-7 16,1 3-6-16,-2-1-7 0,2 2-6 0,-2 0-6 15,3 0-5-15,0 2-3 0,1 1-4 16,0-1-1-16,0 1-2 0,1 1-1 0,1 0-2 16,1 1-1-16,-1 1-1 0,0 1-1 0,2 3-2 15,-1-2 1-15,2 4-2 0,-1-1 0 0,4 2 0 16,-1-2-8-16,4 4-13 0,-2-1-23 16,3-2-42-16,0 1-82 0,5-1-150 0,-2-2-266 15,3-1-314-15,2 2-386 0,4-3-381 16,1 1-26-16,4-3 698 0</inkml:trace>
  <inkml:trace contextRef="#ctx0" brushRef="#br0" timeOffset="15633.44">7306 8281 192 0,'2'3'509'0,"-1"1"246"0,1 0 186 0,2-3-113 16,-1 3-157-16,0-2-143 0,2 0-90 0,0 2-37 16,0 1-48-16,1-1-67 0,2 1-45 15,0 0-36-15,0-1-35 0,0-1-36 0,1 1-37 16,-2-1-29-16,-1 0-28 0,2 0-12 0,0-1 1 16,-4-2 6-16,1 0 10 0,0-2 16 15,-2-1 11-15,-1-1 7 0,-1-2 3 0,-1-1-2 16,-1-1-5-16,-1-3-7 0,-1 3-9 15,-3-2-4-15,1 1-7 0,-2-1-5 0,-2 0-2 16,1 3-4-16,-2-1-3 0,1 0-5 0,-2-1-4 16,0 5-5-16,0-1-6 0,1-1-4 15,2 2-4-15,-1 3-1 0,3 0-2 0,-1-1-2 16,3 4-1-16,0-1-2 0,1 0-2 16,0 3-1-16,3 1 0 0,0-2-2 0,3 4 0 15,2 0 1-15,0 1 0 0,5-2 0 16,2 1-6-16,1-1-16 0,2 2-30 0,3-2-80 15,1-2-125-15,-2-1-262 0,5 0-304 0,0 0-375 16,-1-2-425-16,6 3-95 0,0-3 582 0</inkml:trace>
  <inkml:trace contextRef="#ctx0" brushRef="#br0" timeOffset="16585.39">9903 8155 215 0,'-6'5'726'0,"3"1"400"0,0-2 92 0,-2 2-209 15,2 0-312-15,0 0-193 0,-1 2-120 16,4 1-77-16,0 2-49 0,0-1-38 0,0 3-48 15,0 2-54-15,2 0-45 0,1 2-26 0,1-2-18 16,0 2-10-16,1-2-7 0,0-2-5 16,2-2-2-16,0-1 1 0,1-5 2 0,4-3 0 15,-2-2 3-15,1-6 1 0,0-5 1 16,0-5-1-16,1-1 1 0,-2-8-4 0,0 1 1 16,-4-1 1-16,-1-1 2 0,-2 3 5 0,-3 1 7 15,-3 3 9-15,-3 1 9 0,-1 2 7 16,-4 3 6-16,-1 3 1 0,-3 2-6 0,1 4-5 15,-2 2-10-15,1 4-8 0,-2 2-10 16,2 2-8-16,0 4-4 0,0 3-4 0,2-1-3 0,2 3-2 16,2 3 1-16,2-2-2 0,2 2-1 15,4 1 1-15,2-2-2 0,1 0 1 0,3 1-2 16,3-4-5-16,4 2-18 0,1-2-40 16,4-6-76-16,1-1-130 0,2-3-259 0,4-3-304 15,2-2-362-15,2-3-358 0,2-1-82 16,2-3 569-16</inkml:trace>
  <inkml:trace contextRef="#ctx0" brushRef="#br0" timeOffset="17708.56">12556 8314 35 0,'0'14'505'0,"0"-1"415"0,-1 1 217 16,1-1-25-16,0-1-348 0,1 1-293 0,1-3-181 15,1-1-101-15,1-2-55 0,0-2-45 16,4-3-25-16,1-2-16 0,1-1-6 0,0-5 9 16,2-1 5-16,-1-5 3 0,-1-1-4 15,2-2 16-15,-2-6 29 0,-2 2 18 0,3-1 9 16,-5-1 9-16,-3 1 8 0,1 2-7 15,-4 2-23-15,-4 1-18 0,-2 2-12 0,-2 3-11 0,-3 2-13 16,0 2-15-16,-5 4-10 0,2 2-6 16,0 3-6-16,0 5-4 0,1 1 3 0,0 1 0 15,2 3 2-15,0 4-2 0,5-2-2 16,1 3-4-16,3 0-4 0,2 4-2 0,4-3-4 16,-1 2-2-16,3-3-1 0,2 1 0 0,2-5-1 15,-1 0 0-15,3-4-2 0,1-3 3 0,1-3 0 16,-1-5 3-16,0-6 0 0,1-3 1 15,-3-2 2-15,0-5 0 0,-1-2-2 0,-4 2 1 16,1-2-2-16,-4-1 0 0,-2 1-2 16,2 5 0-16,-6 1 0 0,0-1-1 0,-2 5-2 15,0 3 0-15,-1 2-3 0,0 4-1 0,-2 2-3 16,2 2-4-16,1 3-15 0,-2 4-39 0,3 0-78 16,-4 4-130-16,3-2-245 0,0 1-304 15,-3-3-363-15,3 1-365 0,-5-3-81 16,0 0 544-16</inkml:trace>
  <inkml:trace contextRef="#ctx0" brushRef="#br0" timeOffset="19200.24">3366 10105 336 0,'-2'7'807'15,"-3"-1"356"-15,1 1 49 0,0 0-280 16,-1 4-203-16,2 1-185 0,-1 2-138 0,1 1-92 16,1 4-58-16,2-1-53 0,0-1-71 0,0 0-45 15,2 2-30-15,1-5-16 0,1-1-12 16,1 1-11-16,0-3-7 0,3-3-5 0,-3 1 1 0,6-5 2 16,-2-1-6-16,-1-4 0 0,3-3 1 15,0-4-2-15,1-3-2 0,0-2-2 0,-3-3 5 16,1 0 9-16,-1-3 5 0,-2-1 6 0,-1 0 4 15,-3 1 4-15,1-1 9 0,-3 4 0 16,-2-1 1-16,-1 1 2 0,-3 2 2 0,0 3-1 16,-3 1-2-16,-1 1-6 0,-2 3-4 0,-2 2-5 15,-1 0-7-15,-2 4-4 0,-1 2-3 0,-2 1-2 16,3 3-2-16,0 1-1 0,2 3 0 0,0 2-2 16,4 0-2-16,-1 3 0 0,2 1-1 0,4 1-2 15,0 4 0-15,0-2 0 0,4 2 0 16,-1-3-1-16,4 1-1 0,1-5 0 0,0 1-1 15,2-3-1-15,4-3-1 0,-1-2-3 0,0-4 4 16,2 0 1-16,2-6 1 0,0 0 1 0,0-4 0 16,-1-4 4-16,-1-1-4 0,2-1-3 15,-2-1-6-15,-2-2-7 0,-2 1-11 0,2 2-15 16,-2 1-24-16,-3 1-44 0,1 4-65 0,-3 1-81 16,1 1-160-16,-2 5-284 0,0 0-310 0,0 4-305 15,3 2-197-15,0-1 132 0,2 3 661 16</inkml:trace>
  <inkml:trace contextRef="#ctx0" brushRef="#br0" timeOffset="20200.2">5285 10078 338 0,'0'8'760'15,"-2"-1"344"-15,2-1 77 0,-4 0-292 0,2 1-268 16,1-1-135-16,1 1-95 0,1 0-76 0,3 4-53 16,2-1-42-16,0 4-39 0,4-1-51 15,2 1-44-15,-1 1-23 0,4-2-14 16,0 2-10-16,1-3-9 0,0-2-6 0,0 0-4 0,1-4-7 16,2-3-4-16,-3-3 1 0,1-2-1 15,-2-4 3-15,0-2 9 0,-4 1 5 0,-1-4 5 16,-1-2 2-16,-4 0 5 0,-2-2 5 15,-1-1-1-15,-4 3 4 0,-1-5 3 0,0 3 3 16,-5 0-2-16,-1 1-4 0,-3 3-7 16,-2-2-6-16,0 3-10 0,-2 3-4 0,0-1-3 15,-1 2-2-15,3 2-1 0,-2 2-2 0,3 1-1 16,-1 2-3-16,5 1-3 0,-1 1-1 16,4 1-3-16,0 4 0 0,1 0-1 0,5 2 0 15,-2 0 1-15,4 2 0 0,-2 2 0 0,3-1 1 16,3 1-1-16,-3-1 0 0,2-1 0 15,0 1-1-15,1-1 0 0,1-4-1 0,0 1 1 16,0-1-2-16,-1-1 1 0,1-1 0 0,-1-1-1 16,3-3 0-16,-1 3-1 0,0-5-1 15,3 0-4-15,-1 0-13 0,1-3-22 0,4-1-45 16,-2-1-79-16,3-2-132 0,0-1-255 0,3 2-305 16,1-1-364-16,3-1-343 0,3 1-70 15,1-3 571-15</inkml:trace>
  <inkml:trace contextRef="#ctx0" brushRef="#br0" timeOffset="22197.26">9968 10024 10 0,'-11'5'494'0,"0"0"469"16,3 2 255-16,-3 1-53 0,5 0-328 15,1 3-314-15,2 2-157 0,3 0-75 0,3 5-49 16,4 1-35-16,-1 0-32 0,6-1-32 15,1-2-45-15,1 1-45 0,2-5-21 0,3-1-10 16,0-4 7-16,3-4 2 0,-1-6 5 0,1-3 5 16,-1-4 3-16,-1-4 2 0,-2-5-6 15,-1-2-1-15,-4-2-3 0,-1-1 1 0,-4-2 4 16,-3 4 4-16,-3 1 5 0,-4 2 4 16,-1 0 2-16,-4 6 1 0,-2 0-6 0,-4 6-6 15,-1 1-8-15,-2 2-10 0,0 4-7 16,-1 4-6-16,2 2-3 0,-2 1-4 0,3 2-2 15,0 1-1-15,4 2-2 0,-2 0 1 16,6 1-2-16,-1 1 0 0,4-2-1 0,1 3 0 0,1-1 0 16,2-2-1-16,2 2-1 0,2-4 0 15,3 0-1-15,1-1 0 0,3-1-2 0,2-2-13 16,0-2-23-16,3-2-62 0,1-1-75 16,-1-1-150-16,2-1-282 0,0 1-314 0,3-2-366 15,-2 2-270-15,0 2-1 0,0-1 663 0</inkml:trace>
  <inkml:trace contextRef="#ctx0" brushRef="#br0" timeOffset="23399.6">12623 10088 89 0,'-5'5'394'0,"0"1"261"0,-1 0 225 0,3 1-16 16,-2 0-179-16,2 0-122 0,-2 1-98 16,2-2-76-16,0 1-68 0,1 1-73 0,1-1-72 15,-2 0-55-15,6 0-36 0,-2-1-21 16,1-1-12-16,1-1 8 0,2-1 8 0,1-2 28 16,2-2 17-16,1-2 9 0,-2-5 1 0,1-1-15 15,0-2-12-15,1-2-25 0,-1-2-14 16,0 2-11-16,-3-2-7 0,1 0-3 0,-1 1-7 15,-2 1-2-15,-1 1-3 0,-1 2-3 16,-1 0-2-16,0 3-4 0,0-1 4 0,0 2 3 16,-1 0 3-16,-3 3 0 0,1 0-1 0,0 2-3 15,-3 1-4-15,1 1-8 0,0 0-3 0,1 4-4 16,-3 0 0-16,4 1-2 0,-3 1 0 16,4 1 1-16,-1 3 1 0,2 2-1 0,1 2 0 15,0 1 1-15,1 2 1 0,4 1 0 16,-1 0-1-16,4-1 1 0,-1-3 0 0,2 2-1 15,2-7 0-15,0-3-1 0,-1-1 1 16,2-4-1-16,-2-4 2 0,0-1 2 0,-1-4 0 16,-3-2 1-16,1-4-1 0,-2 3-1 0,-1-7 0 15,-2 1-1-15,2 3 1 0,-4-3-1 16,0 3 0-16,-4 0 2 0,2 1 1 0,-2 0 2 16,-3 1-1-16,1 3-1 0,-5-1 1 0,1 1 0 15,-1 3-3-15,0-1-1 0,-2 3-2 16,4-2-2-16,-2 4-1 0,3 0-1 0,3-1-2 15,0 4-1-15,2-1-9 0,2 2-29 16,1 1-74-16,0 0-89 0,0 0-170 0,1 1-291 16,-1-2-330-16,3 0-352 0,-1-2-192 0,-2 0 174 15,0-1 680-15</inkml:trace>
  <inkml:trace contextRef="#ctx0" brushRef="#br0" timeOffset="24930.1">3214 12216 358 0,'-3'6'816'0,"0"-1"337"0,-1-1 47 16,1 0-307-16,0 1-255 0,0 1-153 0,1 0-112 15,2 4-71-15,0 0-55 0,2 2-35 0,1 2-44 16,0 2-50-16,2-2-42 0,1 3-30 0,2-3-18 16,0 2-12-16,2-4-12 0,-1-1-8 0,2 0 2 15,-3-4 3-15,2-2 2 0,2-2 0 16,-4-1 5-16,2-4 2 0,-1 0 7 0,-3-4 5 15,1-1 3-15,-4-4 3 0,2 0 3 0,-2-1 6 16,-3-4 2-16,0 3 13 0,-3-2 8 0,1 3 3 16,-1-1 3-16,-2 1-4 0,-1 1-6 15,-1 0-12-15,0 3-9 0,0 0-5 0,1 2-5 16,-2 0-4-16,2 3-2 0,0 1-3 0,1 0-3 16,0 0-5-16,2 2-2 0,-1 2-4 0,1 0-1 15,2 3-1-15,1 1-1 0,0 3 0 16,0 3-4-16,1 0-2 0,1 2-2 0,1 1 0 15,0-4-1-15,-1 0-2 0,1-2 4 0,2 0 2 16,-2-3 1-16,2 0 1 0,1-4 2 0,-3-2 0 16,2 0 7-16,0-4 3 0,-2-2 2 15,2-4 0-15,-2 1 0 0,1-1-1 0,-2-2-4 16,-1 1-3-16,1 1 1 0,0 0-2 0,-2 4 0 16,1 0 1-16,-1 2 1 0,0 0-2 0,0 1 2 15,0 1 0-15,0-1 0 0,-1 3-1 16,-1-1-1-16,0 1 0 0,1 1-3 0,-2 1 0 15,-2 1 0-15,2 0-2 0,0 3 0 0,1-2 0 16,-1 4 0-16,3-1-2 0,0 2-7 0,2 1-20 16,1-2-18-16,2 1-45 0,2-1-74 15,3-1-110-15,1-2-199 0,1-1-281 0,3-4-338 0,2 2-328 16,1-4-162-16,1 0 316 0,1 1 711 16</inkml:trace>
  <inkml:trace contextRef="#ctx0" brushRef="#br0" timeOffset="25959.61">5578 12295 61 0,'-4'0'493'15,"1"-1"415"-15,0-2 262 0,-2 3-36 0,-1-2-281 16,0-3-194-16,-1 3-155 0,3-3-119 0,-3 0-81 16,0 1-57-16,0-2-65 0,2 0-52 15,1 2-26-15,-1 0-11 0,2 0-6 0,-1 1-8 16,2 2-11-16,0 0-15 0,0-1-13 16,2 2-10-16,0 0-9 0,0 0-6 0,0 2-3 15,2 0-3-15,0 4-1 0,0 2-3 16,3 1-1-16,-2 1-1 0,2 3-1 0,2-2 0 15,1 3 1-15,1-1-1 0,0-1 0 0,1 0-2 16,2-3 1-16,1-1-1 0,1-5-1 16,1-2 2-16,0-2 1 0,0-4 0 0,2-3 0 15,-3-5 0-15,2-2 1 0,-3-3-2 16,-2-1 0-16,1-2 2 0,-4-1 0 0,-1 3 2 16,-4-1 0-16,-1 4 3 0,-4 0 4 0,-1 1 3 15,-2 3 4-15,-3-1 2 0,-3 7 2 16,-2-3 1-16,-1 7 0 0,0 0-3 0,-2 4-3 15,-1 0-1-15,2 3-4 0,-2 2-3 0,4 3-3 16,1-1-1-16,2 3-2 0,2 1-2 16,-1 2 0-16,4 1 0 0,2 3 1 0,1 0-1 15,2 0 0-15,2 2-1 0,3-4 0 0,-2 1-1 16,3-3-2-16,-1-3 0 0,1-2 0 16,-1-3 0-16,2 0 0 0,-1-3 1 0,0-4 2 15,0-5 1-15,-1-1 0 0,0-4 1 16,-2-5-1-16,0 1 0 0,-1-1 0 0,-2-3-1 15,0 1 0-15,-2-1 1 0,1 3 0 0,-2 2 0 16,-1-2 1-16,-2 7 0 0,3-3 0 16,-2 4 1-16,-1 1-2 0,1 2-1 0,2-1 0 15,0 2-2-15,1 2-2 0,-1 1-3 0,3 0-1 16,0 2-1-16,3 2-7 0,0 2-14 16,2 1-23-16,3 0-62 0,-2 3-78 0,4-1-162 15,-1 3-277-15,4-1-324 0,1 2-383 16,2 3-284-16,0 3 33 0,4 0 725 0</inkml:trace>
  <inkml:trace contextRef="#ctx0" brushRef="#br0" timeOffset="26899.57">7742 12256 233 0,'-8'0'689'0,"0"-1"395"0,0 1 128 16,-2 1-201-16,1-1-245 0,3 3-189 15,-2 0-134-15,1 3-101 0,0 0-75 0,2 1-56 16,0 1-74-16,4 0-44 0,-1 4-31 0,4-2-19 16,1 4-8-16,2 0-10 0,1 1-6 0,2 0-7 15,1-2-5-15,1-1-3 0,1-3-2 16,3-2 0-16,-1-3-2 0,3 0 1 15,-2-6 0-15,0-2 2 0,1-4-1 0,-1-2 4 16,-3-5 0-16,0-2 1 0,-2-1 1 0,-2-1 5 16,-3-2 6-16,1 0 6 0,-5 2 8 0,0 0 6 15,-3 3 5-15,-2-1 1 0,0 4 0 16,-4 1-3-16,1 3-7 0,0 1-4 0,-1 2-6 16,-2 3-6-16,3 2-5 0,0 2-5 0,0 1-4 15,0 4-2-15,2 1-1 0,1 4 0 16,0 1-2-16,2 1 1 0,1 4 0 0,2 1 0 15,0-1-1-15,0 2 0 0,2-1 0 0,-1-4 0 16,3 2-1-16,-1-4-1 0,0-1 2 16,0-4-2-16,-1-1 0 0,3-3 2 15,-2-2 1-15,1-2 1 0,-1-4 0 0,-1-2 1 16,1-2 0-16,-1-3 0 0,-2 0-1 0,-2 0 0 16,2 0-1-16,-3 0 1 0,1-1 0 15,-1 5-1-15,-1 0 0 0,2 1 0 0,-1 1-1 16,0 1-3-16,1 2-2 0,1 2-3 0,1 2-12 15,1 4-26-15,1-1-68 0,1 2-80 0,2 2-164 16,2-1-285-16,3 0-326 0,0 0-378 16,2 0-238-16,3-1 77 0,0 0 706 15</inkml:trace>
  <inkml:trace contextRef="#ctx0" brushRef="#br0" timeOffset="27678.08">10068 11978 121 0,'6'19'541'16,"1"-1"339"-16,-1 1 196 0,-2 0-60 0,1 1-311 15,2 0-225-15,-2-1-135 0,-1-4-87 16,2-1-73-16,-1-3-52 0,0-4-6 0,0-4 27 16,-2-3 23-16,0-4 16 0,-3-4 4 15,0-5 0-15,-3-2-28 0,0-1-37 0,-4-1-21 16,-1-2-11-16,-2 1-9 0,-2 2-8 0,0 1-5 16,-1 2-9-16,0 2-8 0,-1 1-11 15,3 5-8-15,0-1-9 0,3 6-10 0,0 0-8 16,2 6-8-16,1-1-4 0,2 5-3 0,3 2-3 15,3 0-1-15,0 3-1 0,4-2 1 16,1 2-2-16,3-1 1 0,1-2-5 16,1-2-14-16,3 1-28 0,0-2-63 0,1-3-76 0,-1-1-147 15,0-2-270-15,0 0-310 0,1 1-360 16,0-4-260-16,-1 3-17 0,0-3 621 0</inkml:trace>
  <inkml:trace contextRef="#ctx0" brushRef="#br0" timeOffset="28918.48">12636 11965 408 0,'0'1'807'16,"-2"3"276"-16,2 0 43 0,2 3-302 0,-1-1-266 15,5 5-177-15,-1 0-104 0,0 2-66 16,3 1-56-16,0-1-46 0,4 2-22 0,-2-2-8 16,1-1-7-16,0-1-2 0,0 0 0 15,-1-2-1-15,2-3-13 0,-2 0-19 0,2-4-6 16,-2 1 21-16,-2-6 15 0,0 2 6 0,-1-5 7 16,-2 0-3-16,0-3-2 0,-2-1-20 0,-1-1-13 15,1-1-5-15,-3-1-4 0,0 3 3 16,-3-1-1-16,3-1-3 0,-5 1-2 0,2 1-4 15,-2 1 0-15,0 1-1 0,-1 0-3 16,-2 3-2-16,0-1-2 0,0 2 0 0,-1 2-3 16,0 2-5-16,-3 1-1 0,2 0 0 0,0 3-3 15,0 4 2-15,0-1 0 0,1 3 1 16,1 1-1-16,2 0 0 0,0 2-2 0,4 2-1 16,1 0-1-16,2 2-1 0,1-3-2 15,4 3 0-15,0-3-1 0,2 2 1 0,2-4-1 16,2-2 0-16,1-3 1 0,1 0 0 0,1-6 1 15,0-1 0-15,-2-3 1 0,0-3 0 0,1-2 0 16,-1-3 0-16,-2-3 0 0,-2-1 0 16,-1 0 0-16,-3-3 2 0,-2 2 1 0,0-1-1 15,-3 0 2-15,-3 4 5 0,-2-1 6 16,-1 3 6-16,-4 2 5 0,2 2 4 0,-4 2 3 16,1 1-5-16,-2 2-4 0,1 4-7 15,0 3-5-15,0-1-7 0,4 0-3 0,0 3-3 16,0 1-3-16,4 0-2 0,2-1 0 0,0 0-2 15,4 1-1-15,3-1 0 0,2-1-1 16,1-2-9-16,5-1-21 0,1-3-50 0,2-3-78 16,1-3-146-16,1-1-274 0,4-2-315 0,2-3-369 15,1-1-329-15,0-2-15 0,-1-4 662 16</inkml:trace>
  <inkml:trace contextRef="#ctx0" brushRef="#br0" timeOffset="30556.04">19357 1808 177 0,'0'5'388'16,"-5"1"170"-16,5-1 119 0,-1-1-128 0,-1 4-82 16,1-2-26-16,1 0 19 0,-2-1-5 0,0 3-32 15,2 1-60-15,-1 2-67 0,-1 2-59 0,2 0-59 16,2 1-33-16,-1 4-24 0,1 0 10 15,1 2 9-15,0 2 12 0,3 0-3 0,-1 3-8 16,-2 3-9-16,2 0-28 0,0 2-23 0,-2 1-25 16,2 2-8-16,1-1-11 0,-1 4-4 0,0 2 0 15,-1-1-7-15,0 3-4 0,0 0-6 16,-2-1-2-16,1 2-4 0,2-1 0 0,-4 3 3 16,2 0 9-16,-1 1 5 0,0-1 1 0,-1 0 0 0,1 3-3 15,-1-2-2-15,1 1-5 0,1 0-7 16,0 0-1-16,-1 1-1 0,1-2 0 0,3 0 1 15,-3 2-2-15,1-1-2 0,-3 2 0 16,1 2 0-16,-1 1-1 0,-1 1-2 0,0 1 1 16,-1 3 1-16,-1 0 3 0,1 0 0 15,-1 2 2-15,-3 1 2 0,4-2 0 0,-5 2 0 16,2 0-4-16,1 0-3 0,0-1 1 0,0 0-3 16,1 2-2-16,1-3-1 0,-3 4 0 0,4-2 0 15,-1 0 0-15,1 1 1 0,0-1 0 16,1 1 1-16,-1-1 1 0,4 2-1 0,0 0 0 15,0 2-1-15,0-4-1 0,4 2-2 16,-2-2 0-16,1 1-1 0,-1 0 2 0,-1-2 1 16,3 1 1-16,-2 1 2 0,-1-2 1 15,-2 1-1-15,2 1-1 0,-2-2 0 0,-3 2-1 16,0 2-2-16,-1 0 1 0,-3 2-3 0,-1 1 2 16,1 1 1-16,-3 3 0 0,1 0 1 15,-2 3 2-15,2 3-1 0,-1-1-1 0,-2 1-1 16,4 1-3-16,2-1-1 0,0-3-2 0,1 0 1 15,2-4-5-15,2-1-7 0,1-8-12 0,0 0-18 16,2-5-38-16,1-8-63 0,1-2-59 16,-3-7-87-16,0-8-157 0,-1-5-256 0,-1-10-272 15,-1-5-227-15,-1-11-174 0,-1-9 156 16,-4-9 548-16</inkml:trace>
  <inkml:trace contextRef="#ctx0" brushRef="#br0" timeOffset="31348.02">19210 2264 170 0,'-2'-2'489'0,"2"-2"321"16,0 2 249-16,0 0-139 0,0-1-205 15,-1 2-144-15,1-3-91 0,1 2-73 0,1-3-75 16,-1 1-62-16,4-3-36 0,-2-1-37 0,2-3-36 16,0-4-36-16,3-2-31 0,0-3-21 0,0-5-15 15,1-1-7-15,4-6-10 0,0-1-7 0,0-5-1 16,0-1 2-16,1-2-3 0,1-3-6 16,0-1-5-16,-2-1 3 0,0 2 4 0,3-1-3 15,-5 4 0-15,1 4 3 0,-2 4 0 0,-2 5 0 16,-2 4-6-16,2 7-2 0,-3 0-2 0,-2 6-3 15,2 2-2-15,0 4-2 0,-1 5-2 0,5 3 6 16,-2 5 3-16,3 4 2 0,-1 2-5 0,-1 5-3 16,1 1-1-16,-1 4-6 0,1 4-4 0,0 2-2 15,-5-1 2-15,3 5 1 0,0 0 1 16,-2 1-2-16,0 0-1 0,-2 2 0 0,0-3-2 16,2 0 5-16,0 0-1 0,-1-1-9 0,1-4-23 15,-2 0-45-15,1 0-77 0,-3-2-139 0,2-1-255 16,-3 2-311-16,2 0-366 0,0-2-353 15,-2 5-74-15,0-1 575 0</inkml:trace>
  <inkml:trace contextRef="#ctx0" brushRef="#br0" timeOffset="32880.96">19023 6398 236 0,'5'0'588'0,"-3"0"296"16,-1 0 151-16,1 0-204 0,-1 0-226 0,1 0-154 16,0-2-112-16,-2 0-74 0,1 0-54 15,2 0-42-15,2-2-21 0,0 2-8 16,-1-1-10-16,4 0 30 0,-1-2 4 0,-1 2-10 15,3 0-24-15,1 0-23 0,0 2-13 0,2-2-41 16,-1 2-10-16,3-1-4 0,-1 0-2 0,4 2-1 16,-1 0-3-16,2 0 0 0,-1 0-14 15,4 0-5-15,1 0-3 0,-1-1-4 0,2 0-3 16,1 1-1-16,1-2-1 0,-1 0 0 16,3 0-2-16,0 2 1 0,-1 0 1 0,1 0 1 15,2 2 1-15,-3 2-1 0,3-2 1 16,-1 3 0-16,0-1-2 0,0 2-1 0,1-1-1 15,1 1 1-15,0-1-1 0,0 1 0 0,0 0-1 16,-4 0 0-16,4 1 1 0,-3-1 3 16,0 1-1-16,0-1-1 0,-3 0 1 0,3 2 13 15,0-2 8-15,1-2 5 0,5 1 3 0,1-3 4 16,2 0 0-16,3-2-13 0,4 0-5 16,0-3-8-16,4 0-2 0,0-4-3 0,3-1 0 15,2-2-1-15,1 0-2 0,1-3 2 0,2-4-1 16,1 4 1-16,-1-3-2 0,6 0 2 0,0-3-3 15,3 1 0-15,-1 2-1 0,1 0 1 16,-1-3-2-16,1 4 0 0,-1 0 1 0,0 3 2 16,0 0 0-16,-2 4 1 0,-1-3 1 15,1 4 0-15,0 3 0 0,-1 0-1 0,-2-1-1 16,6 2 1-16,-5 0-2 0,-1 0-1 0,1 2 1 16,-2-2 0-16,1 1-2 0,-4 2 0 0,0 0 1 15,-2 0 1-15,-1 3 1 0,0-1 1 16,0-1 1-16,-3 2 0 0,1 2 0 15,1-3-1-15,1 4-1 0,-1-1 1 0,-2 1-2 16,1 0 1-16,1 1-1 0,-3-1 0 0,0-2 0 16,-1 2 0-16,0-2 0 0,-1 2 0 15,-1-1 0-15,-2 1 0 0,0 0 0 0,-2-2 0 16,-1 2 1-16,-1 0 0 0,4-1-1 0,-5 2 0 16,1-1-1-16,1 2 1 0,-1-1-1 15,-1 1 3-15,0-1-1 0,2 0-1 0,-2 3 2 16,-2-3 0-16,1 1-2 0,-1-1-2 0,2-1 0 15,-2 2 1-15,2-2-2 0,0-2 0 16,1 1 3-16,1-2 1 0,0 0 1 0,2 0 2 16,-1-2-1-16,5-1 0 0,2 0-1 0,-1 0 1 15,5-1-2-15,0 1-1 0,2 0 2 16,-1-2-2-16,2 2 0 0,0 0-1 0,0 2 0 16,4-2-1-16,-5 1 2 0,3 1 2 0,-1-2 10 15,1 1 4-15,2 0 4 0,-1-1 1 16,5 2 0-16,-1-2-1 0,1-2-7 0,1 1-6 15,1 0-3-15,-4-2-3 0,3 0 0 16,-4 0-1-16,0-2 1 0,-2 2 2 0,-3 0 0 0,-1 0-1 16,0 1 3-16,0-2-2 0,-7 3 0 15,2 0 0-15,-3 1-2 0,0 0 0 0,-6 0-1 16,-2 1 0-16,-4 0 0 0,-4 3 0 0,-4-3 0 16,-4 2 1-16,-4-2 1 0,-5 2 0 15,0-1 9-15,-4-1 12 0,-2 1 10 0,-2-1 5 16,-2-1 1-16,-2 2 1 0,1-1-7 15,-2-1-10-15,-2 2-7 0,2-2-5 0,0 0-2 16,-1 0-2-16,1 0-2 0,0 0-1 0,0 0-2 16,0-2-1-16,0 2-1 0,1-1 0 15,1-1-1-15,2-1 0 0,0 0 1 0,0 0-1 16,0-1 1-16,0-1-1 0,1 3 1 16,-2-2-1-16,1 2 0 0,-3-2-1 0,4 3-1 15,-5 1-4-15,0 0-10 0,-5 0-18 16,4 2-30-16,-4-2-69 0,-2 3-83 0,-1-3-156 15,-2 0-271-15,2 2-316 0,-4-2-365 0,3 0-234 16,-2-2 34-16,1-3 666 0</inkml:trace>
  <inkml:trace contextRef="#ctx0" brushRef="#br0" timeOffset="33167.83">26235 6205 185 0,'0'-2'803'0,"-4"-2"421"0,4 2 38 0,2-3-170 0,1 2-420 16,5-2-265-16,5 0-131 0,0-1-64 15,7 0-35-15,2 2 0 0,5-2-20 0,3-1-39 16,4 2-28-16,0 1-19 0,5 1-9 16,0 1-24-16,-1 1-16 0,0 2-7 0,-2 2 3 15,-2 3 3-15,0 2 3 0,-4 0 0 0,-3 3 2 16,-3 1 7-16,-2 1 0 0,-4 3 3 16,-1-1 3-16,-5 3 7 0,-4-3 9 0,-3 6 1 15,-4-3-1-15,-4 1-3 0,-3-2-5 16,-7 2-9-16,0 1-9 0,-4-4-9 0,0 2-8 15,-5-1-4-15,-2-1-4 0,0 1-2 0,-1-3-2 16,-2 4-1-16,2-4-1 0,-2 3-10 0,3-4-19 16,3 0-38-16,3 0-76 0,2 0-112 15,3-2-211-15,7-4-297 0,3 1-343 0,3-1-353 16,3-1-145-16,3 0 366 0,1 2 724 16</inkml:trace>
  <inkml:trace contextRef="#ctx0" brushRef="#br0" timeOffset="34278.32">26413 6957 325 0,'3'-2'833'0,"1"0"344"0,-3 0 18 15,2 0-289-15,-1 0-303 0,1 2-183 0,2 0-100 16,3 0-51-16,0 4-19 0,1-1-27 16,5 0-24-16,1 1-36 0,0 2-50 0,3 1-32 15,2-2-25-15,0 1-4 0,2 0-8 16,1-1-9-16,-1 1-2 0,1-2-1 0,-1 1 4 15,-2 2-5-15,-2-1 1 0,-1 0 2 16,-3 2 6-16,-1-1 6 0,-4 4-3 0,-4-1 2 16,-2 3-3-16,-3 2-3 0,-3 2-3 0,-5 3-6 15,-1 1-3-15,-5 1-2 0,-2 1-1 16,-3 2 0-16,-2 0 1 0,0 0 1 0,3 0-2 16,-4 0-2-16,4 0-4 0,1-1-4 0,2-2-4 15,1 1-3-15,6-1-3 0,0-1-2 16,4-2-1-16,2 0-1 0,4-1-1 0,1-4-1 15,2 1-1-15,4-1 1 0,4-2-1 16,1-1-1-16,3-4 0 0,3-3 0 0,1 0 3 16,5-6-1-16,0-2 2 0,1-3 2 15,3-2 0-15,-1-5-3 0,6 1-7 0,-5-5-11 0,1 2-15 16,-1-2-23-16,-2 1-31 0,-2 0-56 16,1-2-67-16,-5 5-64 0,0-3-85 0,-2 3-112 15,-2-4-116-15,-2 2-52 0,-2 0-3 16,1-1 11-16,-1 0 96 0,-5 1 182 0,1 1 209 15,-1 2 203-15,-1 1 175 0,-1 2 136 16,-2 5 70-16,-2-1 17 0,1 6-33 0,-1 2-49 16,-1 4-47-16,1 5-30 0,0 3-9 0,2 2-24 15,-2 3-22-15,4 5-26 0,-3-1-36 16,1 4-40-16,1 2-39 0,1 0-25 0,1 2-19 16,2-4-16-16,2-2-13 0,2-2-8 0,0-5-9 15,3-3-5-15,-1-5-2 0,5-4 2 16,-5-3-2-16,3-5 2 0,-2-2 1 0,4-6 5 15,-4-5 3-15,1-4 1 0,-1-4 6 0,-3-3 2 16,2-1 3-16,-3-3 1 0,-3-1 1 16,-2 1 2-16,-3-3-1 0,-2 0-4 0,-6 0-1 15,0-1-5-15,-3 0-4 0,-7 4-4 16,0-1-2-16,-2 1 1 0,-1 3 0 0,-3 2 0 16,0 7-1-16,-2 1-1 0,-1 4 0 0,0 5-5 15,3 1-1-15,-1 6-3 0,2 2 0 0,1 4-3 16,2 3 0-16,1-1 0 0,5 4-3 15,-4 1-11-15,7 1-16 0,1-1-25 0,0 0-63 16,4 1-76-16,-3 0-126 0,4-3-213 16,0 4-300-16,0-2-344 0,2 1-263 0,0-3-100 15,-1 5 439-15,-1-4 651 0</inkml:trace>
  <inkml:trace contextRef="#ctx0" brushRef="#br0" timeOffset="34530.47">27182 7251 553 0,'3'4'1069'16,"0"-2"211"-16,0 1-107 0,4 0-296 16,2 1-336-16,4-1-168 0,1 1-86 0,3-3-50 15,4 0-32-15,0-1-32 0,1 0-57 16,3-1-50-16,-3-2-27 0,4 1-16 0,-5-1-7 15,5 0-5-15,-3 2-6 0,-2-2-3 0,3 1-12 16,-5 1-65-16,-3-1-70 0,-1 1-149 16,-4 0-264-16,-1 1-307 0,-1-2-347 0,-4 0-222 15,-2 0 25-15,-3-1 586 0</inkml:trace>
  <inkml:trace contextRef="#ctx0" brushRef="#br0" timeOffset="35984.62">19808 717 313 0,'0'-4'728'15,"0"-1"347"-15,0 2 108 0,-2-2-267 16,0 4-235-16,2-2-132 0,0 3-108 0,0-2-88 15,0 2-72-15,0 0-55 0,0 2-63 16,4 1-58-16,-4 3-37 0,1 4-22 0,2 5-9 16,-1 5-7-16,1 4 1 0,2 1-5 0,-1 1-4 15,0 1-4-15,0-1-7 0,0 2-2 0,1-2-1 16,-1-1-4-16,2-1-1 0,-1-2-3 16,0 2 2-16,0-5-5 0,0 4-1 0,-2-6 0 0,3 0 0 15,-3-1-8-15,0-3-28 0,0-1-61 0,-1-3-59 16,-2-1-109-16,-2-4-174 0,1 0-301 15,-3-4-302-15,1 0-232 0,2-4-155 0,-5-2 293 0,3-3 572 16</inkml:trace>
  <inkml:trace contextRef="#ctx0" brushRef="#br0" timeOffset="36269.98">19681 586 495 0,'-2'0'994'0,"2"-1"264"0,0-1-72 16,0 0-342-16,2 2-314 0,3 0-191 0,1 2-113 15,3 0-65-15,3 2-32 0,2-1-25 16,2 1-28-16,2 2-32 0,2-2-21 16,2 3-10-16,1-3-8 0,3 3-2 0,-4-3 2 15,3 1-2-15,1 0-1 0,-1-1 3 16,-2 0-4-16,0 2-1 0,-3-1-29 0,1 1-43 15,-9 0-99-15,1 0-172 0,-5 1-293 0,-7 0-295 16,-1 3-268-16,-3 0-162 0,-6 2 261 16,-1 3 562-16</inkml:trace>
  <inkml:trace contextRef="#ctx0" brushRef="#br0" timeOffset="36466.12">19741 1191 59 0,'0'9'565'0,"3"2"412"16,-1-3 161-16,1-2-70 0,5 1-339 0,-2-3-309 16,5-1-173-16,1 0-83 0,3-1-38 0,1-2-27 15,1-2-34-15,5 0-28 0,4 0-16 0,-4-2-7 16,8 2-4-16,-1-2-2 0,2 0 0 0,1 1-6 16,0 1-18-16,-1-3-68 0,-1 4-153 0,-1 1-269 15,-4 1-274-15,-2 4-265 0,-3 0-193 0,-3 3 131 16,-6 2 493-16</inkml:trace>
  <inkml:trace contextRef="#ctx0" brushRef="#br0" timeOffset="39542.29">3196 6513 113 0,'5'3'264'15,"-2"1"98"-15,2-1 20 0,0-1-121 16,1-2-95-16,2 1-61 0,-2-2-27 0,1 1-9 15,4-3-6-15,-2-2-14 0,-1 2-10 0,5-2-4 16,-2-1-7-16,0 0-8 0,3-2 13 0,-1 0 6 16,2 0 6-16,0 1 2 0,-1-2 2 15,2 0-2-15,-2 0-18 0,2 0-7 0,-2 1-9 16,2 0-5-16,0 0-4 0,-2 0 0 0,3 1-4 16,-2 1 2-16,2 0-2 0,-1 2 2 15,1-1 2-15,-1 1-1 0,3-1 3 0,-3 1-4 16,3 1 27-16,-2-2 14 0,2 3 3 0,-2-2-2 15,1 1-4-15,-1 2 4 0,1-2-27 0,-1 1-15 16,-1-3-2-16,1 3 0 0,2-2 0 0,-3 2 6 16,1-3 3-16,0 2 3 0,1 0-1 15,-3 0 0-15,4 0 1 0,-3 0-7 0,1 0 3 16,-2 0-2-16,0 2-1 0,2-2 1 16,-3 1 0-16,2 1 3 0,-3-1-28 0,1 1-15 15,2-2-6-15,-3 3-7 0,2-2-3 0,-2 1-3 16,3 0 24-16,-2 1 15 0,0-2 9 15,2 0 3-15,-2 0 2 0,2 2 0 0,0-3-2 16,-2 3 0-16,2 0-2 0,-2 0 2 16,0 3 2-16,1-3 0 0,0 2 2 0,-2 2 0 15,0-2 0-15,-1 2 25 0,1 0 11 0,1 0 8 16,-3 1 2-16,2-1 1 0,0 1 2 0,-2-1-26 16,3-1-8-16,0 1-8 0,0 0-7 15,2-2-2-15,0 0-4 0,0 0-3 0,3-2-6 16,-3 0-1-16,4 0-1 0,2-2 0 15,-2 0 4-15,1 1 7 0,0 0 6 0,1-3 2 16,2 2 5-16,0-2 3 0,-1 2-5 0,4-1 4 16,-3 0 1-16,3 0-3 0,-2-2 0 15,2 1-1-15,1-1 3 0,-1 1-7 0,0 0-2 16,0-2 3-16,0-1-3 0,0 3-2 16,0-3 0-16,-2 3 0 0,2 0-3 0,-2-1-7 15,-1 2 3-15,0 0-1 0,1 0 3 16,-2 2-1-16,3-1 0 0,-4 2 3 0,3 0-1 15,-1 2 4-15,0-2-4 0,-2 1-4 0,3 1 1 16,-3-1-1-16,2 2 3 0,-3-3 3 16,2 3 6-16,1-3 5 0,-2 1 4 0,1 1 6 15,0 0 2-15,1-2-1 0,-1 1-3 0,0 0 0 16,2 1-2-16,-1-2 2 0,1 2 1 0,0-2 3 16,-1 0-1-16,3 0-2 0,-2 0-1 15,2-2-2-15,0 0-6 0,-2 2-4 16,2-1-1-16,0 0 0 0,0-1-4 0,0 0 0 15,1 2-2-15,-1 0 0 0,1 0-4 0,-1 0-3 16,0 2-2-16,0 0-2 0,0-1 0 0,0 2 1 16,1 0 0-16,-2 0 11 0,0 0 2 15,0 2 5-15,-2-2 3 0,1 2 4 0,0-3 4 16,0 3-1-16,2-2 6 0,-3 0 6 16,2 1 1-16,0 1 3 0,1-1-1 0,-2-1-4 15,2 2-2-15,2 0-7 0,-1 1-6 16,-1 0-1-16,0-1-2 0,3 1-6 0,-3 0 1 15,1 1-4-15,-1-1 0 0,2-2 0 0,-1 0-4 16,0 1 1-16,-1-2-6 0,-1 0 2 16,2 0-4-16,-1-2-3 0,0 1-2 0,0-2 3 15,0 0 6-15,-2 0 0 0,-1 0 9 0,1 0 7 16,2-2 1-16,-2 1 3 0,0 1-1 0,1-2 1 16,-1-1-1-16,1 2-1 0,-1-1 1 15,0 1-3-15,2-1 0 0,-2 1 0 16,1-2-5-16,1 3 3 0,-1-1-6 0,0-1 3 15,0 2-2-15,-2-2-1 0,0 2 1 16,1 0 0-16,-1-1 0 0,1 1-1 0,-4-1-1 0,4 1-3 16,-3 0-1-16,2-2-3 0,-1 2-5 15,-2-2 0-15,1 2-1 0,0 0 1 16,-1 0-1-16,-1 0 1 0,1 2-1 0,1-2 1 16,-1 2 1-16,-1-1 6 0,1 0 1 0,1-1 6 15,-2 2 3-15,1 0 6 0,1-1 0 0,0 0 0 16,0 1-2-16,1-2-1 0,0 1 5 15,-1 1-4-15,-1-2 3 0,3 1-1 0,-1-1-2 16,1 2-1-16,0-1-1 0,-2 1 23 16,2-1 12-16,-1 1 10 0,1 1 7 15,-1 1 17-15,0-1 18 0,-1 2-9 0,2-1-9 16,-3 0-8-16,2 1-6 0,-1 1-20 0,-1-4-15 16,3 4-15-16,-1-1-7 0,1-3-5 0,-2 3 0 15,2-2-5-15,1-1-5 0,0 0-1 16,-1 0 0-16,-2-1 3 0,5 1 5 0,-3-1 7 15,1 1 7-15,2-1 8 0,-3 1 1 0,4-1 4 16,-1 1 16-16,2-1 13 0,-1 2 9 16,2-1 3-16,0-1 7 0,0 1-5 0,0-1-17 15,3 0-16-15,-3-1-7 0,2 0-11 0,0 0-4 16,-1 0-3-16,-1-1 1 0,0 1-6 16,2-1-1-16,0 1-2 0,-2-2-2 15,1 2-3-15,1-1-4 0,0 1-2 0,-1 0 0 16,1 0 3-16,-2 0 4 0,3-2 3 0,-1 2 6 15,-1-1 2-15,3 1 3 0,-1-2 0 0,1 1 2 16,-1-1-2-16,2 1 0 0,0-1 0 16,2-1-4-16,-1 0-3 0,2-1-1 0,-2-1-2 15,1 3-4-15,-1-4-1 0,1 2 2 16,-1 0-1-16,2-1-4 0,-2 2-3 0,0-1-1 16,3 0-3-16,-3 0 5 0,3 1 5 0,-2 0 5 15,1 0 7-15,0 0 5 0,1-1 7 0,-1-1 0 16,3-1-4-16,2 2 2 0,-1-4-6 15,1 0 0-15,1 1-1 0,-1 1 10 16,1-3 9-16,1 0 3 0,-2 0 3 0,2 0-1 16,-2 2-3-16,1 0-18 0,-1-1-14 15,1 1-1-15,-3 2 1 0,2 2 4 0,-1 1 1 0,1-1 8 16,-1 6 6-16,0-3-1 0,-1 2-3 16,3 2-4-16,-1 0-1 0,-2 1-3 15,2 0-4-15,-2-2-1 0,0 1-5 0,0-2 1 16,-1-1-5-16,-2-1 5 0,3-1-6 15,-2-1 0-15,-1-2-10 0,1 0-6 0,0-5 5 16,-3 4 2-16,1-5-14 0,-1 2-45 16,-1-3-73-16,0-1-98 0,1 0-147 0,-3 0-284 0,-1-1-204 15,-2 0-57-15,-5 1 152 0,1 1 279 16</inkml:trace>
  <inkml:trace contextRef="#ctx0" brushRef="#br0" timeOffset="41814.25">3810 8287 179 0,'8'-1'334'0,"0"-1"123"16,3 2 46-16,0 0-194 0,0 0-126 15,5 0-67-15,0 0-22 0,3 2-16 16,1-1-14-16,2-1-5 0,4 0-5 0,0 0-4 0,4 0-15 16,2 0 11-16,1-1 9 0,2-1 4 15,0 0 4-15,3 1 0 0,-2-2-3 0,1 0-19 16,-1 0-17-16,2 0-9 0,0 0-10 15,-2 0-3-15,1 0-2 0,-1-1-7 0,-1 1 5 16,1 0 4-16,0 0 3 0,-1-1 8 16,0 0 2-16,0 2 9 0,1-3-2 0,-1 2-6 15,3 0 2-15,-2-1-5 0,-1 1 0 0,0 2-1 16,1 0-1-16,-1 1 16 0,-3 0 11 16,-1 0 8-16,-1 1 4 0,-1 3 3 0,-1-4-1 15,-1 4 15-15,-2 0 27 0,0-1 15 16,2 2 2-16,-3-2 2 0,2 1-5 0,0 0-37 15,1-2-34-15,0 0-26 0,1 1-7 16,1-3 3-16,-1 0 2 0,2 0 6 0,-1-3 2 0,4 0 7 16,-1 0-3-16,1-3-2 0,0 0-2 15,4-3-2-15,-1 5-3 0,4-5-3 0,-1 2-2 16,1 0-1-16,-1-1-2 0,-1 0 29 16,3 3 16-16,-3 1 12 0,0-2 3 0,1 2 0 15,-2 1 1-15,-1 2-28 0,1-1-18 16,-2 1-10-16,-1 1-1 0,1 1-1 0,0-1 1 15,-2 2 4-15,0-2 0 0,0 1 0 0,-1-1 0 16,0 0 0-16,-1 0-4 0,-1-1 0 16,2-1 0-16,1-1 0 0,0-1-4 0,-1 2-2 15,-2-3 1-15,3 2 0 0,-3-2-2 0,2 0-1 16,-2 0 3-16,2 3-1 0,-1-3 1 16,1 2-3-16,-2 0-2 0,2 0-1 0,-1 1-7 15,-1 1-1-15,2 0 1 0,-2-2 5 16,0 1 5-16,0 1 5 0,0 0 5 0,0-3 3 15,-2 3 1-15,2-2 25 0,-1 0 13 0,1 0 6 16,0 0 3-16,0 0 2 0,0 0 0 0,0 1-24 16,0 0-16-16,0-1-6 0,0 2-4 15,0 0-5-15,0 1-6 0,-1 0 1 0,-1 2-2 16,-1 1-3-16,3-3-2 0,-1 4 1 16,-1-1-2-16,1 0-1 0,-1 1-1 15,0-1 0-15,1 1-1 0,-1 0-1 0,1-1 3 0,-2 0 4 16,1 0 3-16,-2-1 4 0,1 0 2 15,-1 1 2-15,1-1 2 0,-2-1-1 0,1 1 0 16,-2 1-1-16,1 0 1 0,-2-2-2 16,3 2 1-16,-3 0-2 0,1 0-2 15,0 1-2-15,1 0 2 0,0 1-3 0,-1-1-3 0,-1 2 1 16,0 0 0-16,1-1 2 0,-1 1 0 16,0-1-4-16,0 1 6 0,1 0-5 0,0-1 0 15,0 0-3-15,1 0 2 0,0 0-3 16,0 0-3-16,2-2 0 0,0 0-1 0,0 1 4 15,0-1 1-15,3 0 4 0,-1 0 4 16,-1-1 3-16,2-1 1 0,0-1-1 0,0 1 0 16,3 1 1-16,-1-2 1 0,3 0-1 15,-2 2 2-15,5-2-2 0,-2 0-3 0,2 0 0 16,-1 0-3-16,2 0-2 0,-1 0-1 0,1 0-1 16,0 0-3-16,1 0-3 0,0 0-3 0,0 0-3 15,-1 1 3-15,0-1 5 0,1 1 2 0,0 1 4 16,1 0 8-16,-2-1 5 0,1 0-4 15,2 1 0-15,1-2-1 0,-2 1 0 16,3 1-4-16,-1-2-2 0,1 0 3 0,-1 0-4 16,-1-2 0-16,1 1 0 0,-3 1 10 0,3-2 10 15,-1 1-3-15,-2 1 5 0,1-1 0 16,0 1 5-16,-3 0-9 0,2 0-5 0,-1 0-1 16,-1 0-1-16,0 0 0 0,0 0-3 0,3 0-1 15,-3 1-3-15,0 0-2 0,0 1 0 16,1-1-3-16,-2 1 0 0,-2-1-4 0,-1 2 4 15,0-1-3-15,-3 1 1 0,1-2 1 0,-2 2-1 16,0 2-1-16,-2-4-1 0,1 2 0 16,-2-1-2-16,-1-1-2 0,-1 2 0 0,0-1-1 15,0-1 0-15,-1-1 4 0,-1 1 5 0,-2-1 2 16,3 0 3-16,-2 3 4 0,-3-3 1 16,3 0-3-16,-2 0 0 0,1 0 7 0,1 0 3 15,-1 0 5-15,1-3 1 0,-3 3 3 16,3-1-2-16,2 0-5 0,-4-1-1 0,2-1-6 15,0 0-3-15,2 1-3 0,-1 0 0 0,0-3-2 16,-1 2-4-16,1-1 1 0,-1 0 0 0,0 2 2 16,-2-1 6-16,1 0 4 0,-1 0 2 15,-2 1-1-15,1 1 0 0,-1 0-2 0,0 1-6 16,-1 0-5-16,-1 0-2 0,0-2 1 16,0 2 2-16,-2 0-2 0,1-2-2 0,-2 2 3 15,0-1 0-15,-2 1-2 0,0 0-2 16,-1-1 5-16,-2 1-4 0,1-2 1 0,-2 2-3 15,-1 0 5-15,0 0-2 0,0 0-2 0,1 2 2 16,-2-2-1-16,1 0 2 0,0 1-5 16,0-1 4-16,1 0 0 0,-1 1-2 0,2-1-3 15,0 2 2-15,3-2 4 0,-3 2 0 0,3-2 0 16,0 1 2-16,0 0 5 0,3 3-1 16,-1-3-2-16,0 0-1 0,-1 1-2 0,1-2-1 15,1 3 4-15,-3-3-1 0,3 2 0 16,-4-2-3-16,1 2 0 0,2 1 6 0,-4-1-5 15,1-1-4-15,-1 1 0 0,-1 1 3 0,0 0 1 16,-1-2-6-16,0 2 3 0,-1-1 3 16,-1 0 1-16,0 2-1 0,-2-2 3 0,-1 2 2 15,1-2-5-15,-3 1-10 0,2 1-17 16,-4 0-63-16,-1 1-145 0,0 1-233 0,-2-3-277 16,0 2-260-16,-1-4-215 0,-2-1 68 0,0 0 458 15</inkml:trace>
  <inkml:trace contextRef="#ctx0" brushRef="#br0" timeOffset="42945.19">13448 7200 32 0,'3'-8'550'0,"-1"2"494"15,-2 0 225-15,-2-2-36 0,-1 2-290 16,2-1-291-16,-7 2-190 0,3 0-107 0,-1 0-60 16,-2 2-57-16,-3-2-64 0,3 3-40 15,-2-1-28-15,1 0-21 0,-2 3-15 0,1 0-14 16,1 3-13-16,-4 1-12 0,2 1-10 0,0 2-6 15,2 5-7-15,-1-2-4 0,-1 7-2 16,3 1-2-16,0 5 2 0,3 1-2 0,1 3 0 16,2-1 0-16,-1 3 0 0,3-1 0 15,3 2-2-15,0-5 2 0,2-1-1 0,1-3 0 16,1-3-1-16,2-3 1 0,-1-2 0 16,3-4 0-16,2-4 0 0,0-5 1 0,1-5 3 15,2-5 1-15,1-5 0 0,-1-7 1 0,3-3-1 16,-5-5 0-16,3-3-2 0,-1-4 1 15,-2-4-2-15,1 1 0 0,-1-1-1 0,-3-1 1 16,-1 2-1-16,0-1-1 0,-3 1 0 16,-2 0 0-16,-1 2 2 0,0 1 0 0,-3 2 2 0,-1 2 2 15,0 1 0-15,-1 5 1 0,-3 2 4 16,1 4 3-16,0 3 2 0,-2 3 3 0,2 1 1 16,-3 3 1-16,1 2-5 0,2 3-2 15,0 0-3-15,-1 2-3 0,1 1-3 0,0 2-2 16,3 1-1-16,-2 0 0 0,-1 1-2 0,-1 2 0 15,2 1 1-15,-1 2-1 0,2 5 0 16,-3-3 0-16,1 5 0 0,-2-1-1 0,2 5 0 16,1-1 1-16,-1 2 0 0,2 2 0 0,-1 1 2 15,2-2 0-15,0 4 0 0,0-1 2 16,2 2-1-16,1 1-1 0,0 2 1 0,3-1 0 16,3 4-1-16,-3 0 1 0,6 2-1 15,-2 1 0-15,2 1 1 0,1 1-1 0,0 0-1 16,3 0 0-16,-2 1-1 0,0-4 1 0,2-1-1 15,0-2 0-15,-2-4-1 0,3-2 1 16,2-7-1-16,-3-3 0 0,4-4 0 0,-2-7 1 16,4-4-1-16,-1-8 0 0,-1-5 1 15,2-5-4-15,-3-3-10 0,1-3-20 0,-2-2-35 0,-2-2-86 16,-2 0-149-16,-4 1-265 0,-2 3-319 16,-2 0-387-16,-5 3-422 0,-1 0-20 15,-3 6 722-15</inkml:trace>
  <inkml:trace contextRef="#ctx0" brushRef="#br0" timeOffset="45113.31">10904 1221 41 0,'-3'4'503'0,"0"-1"442"0,1 1 264 15,-1-3-42-15,0-1-386 0,1 1-271 0,0 1-168 16,4-2-81-16,0-2-46 0,3 0-22 0,3-2-10 15,3 0-9-15,3-4-20 0,2 0-25 0,4 0-24 16,2-1-12-16,1-2-16 0,2 2-6 16,2-1-9-16,3 2-7 0,-2 1-9 0,2 0-8 0,-3 4-5 15,3-1-7-15,-3 3 1 0,0 1 1 16,-5 1 4-16,2 3 2 0,-4 1 4 0,-3 4 12 16,-2 2 3-16,-4 2 3 0,-3 4-2 0,-2 0-1 15,-4 7-6-15,-4-1-9 0,-4 4-8 0,-3 2-6 16,-3 2-4-16,-5 2-4 0,0 3-2 0,-4 2 0 15,-2-1-5-15,-1 2-2 0,1 0-1 0,0 0-1 16,1-3-2-16,3-1-1 0,1-6 1 0,4 1-1 16,0-4 0-16,4-3 0 0,2-3-2 15,2-1-1-15,2-1 0 0,2-5-1 0,2 1 0 16,2-3-1-16,1 0-1 0,4 0 0 0,1-3-1 16,0-2 4-16,5 0-4 0,1-5-8 0,5 0-14 15,-3-3-19-15,6-4-29 0,-3-2-70 16,5-3-77-16,0-2-127 0,1-2-218 0,0 0-300 0,2-3-343 15,0-1-254-15,2 1-86 0,-1-2 476 16,2-3 650-16</inkml:trace>
  <inkml:trace contextRef="#ctx0" brushRef="#br0" timeOffset="45515.79">11769 1369 25 0,'0'-15'582'0,"2"0"583"0,-4 4 300 0,-3 4-91 15,1 1-386-15,-3 2-346 0,-2 4-215 0,1 2-131 16,-2 2-94-16,0 5-65 0,0 4-33 15,0 5-25-15,1 5-16 0,0 4-11 0,2 5-5 0,-1 6-5 16,3 1-11-16,-1 5-13 0,3-1-8 16,2 0-6-16,2 0-7 0,2-7-5 0,7-4-3 15,-1-7 3-15,4-7 3 0,4-6 2 0,2-8 0 16,0-7 3-16,3-9 5 0,2-7 3 0,-2-6-1 16,0-9 0-16,0-3 2 0,0-7 1 15,-4-2-10-15,-1-1-4 0,-4-2 0 0,-2 1-2 16,-2 1-2-16,-4 3 0 0,-2 0 4 0,-3 2 4 15,-3 0 2-15,-3 3-2 0,-2 2 2 0,0 1-1 16,-1 7 2-16,-1 1 0 0,-1 6 2 0,3 3 3 16,0 4 2-16,-1 3 0 0,1 4-1 0,3 3-1 15,-1 5-3-15,1 5-2 0,-1 6-2 0,1 4-1 16,2 6 0-16,-2 6 1 0,4 3-1 0,-1 5 1 16,2 5-2-16,0 1 6 0,0 4 0 0,2 2 2 15,-1-1 0-15,4 2 0 0,1-4 0 0,3-2-6 16,1-1-9-16,1-4-18 0,3-1-28 15,-1-9-66-15,3-3-71 0,0-5-112 0,-1-3-170 16,3-4-298-16,-1-5-321 0,-1-3-247 0,3-4-153 16,1-2 257-16,-2-5 608 0</inkml:trace>
  <inkml:trace contextRef="#ctx0" brushRef="#br0" timeOffset="45813.48">12253 1245 41 0,'-8'-24'649'0,"-3"5"685"0,-2 3 230 0,-1 4-196 15,-2 5-414-15,-1 3-360 0,1 0-209 0,-1 6-146 16,4 1-85-16,-1 3-52 0,4 1-32 0,2 2-27 16,2 1-18-16,2 1-13 0,4 1-6 0,1 1-4 15,5-1-1-15,2 1 4 0,4 1 4 0,1 1-1 16,2-2 1-16,2 1-1 0,1-1-1 0,2 0-6 16,-1 2-2-16,0 0-1 0,-2-2 1 0,1 1-1 15,-2 1 2-15,-2-1 0 0,-2 2 0 0,-2 1 1 16,-2 1 0-16,0 1 2 0,-5 0 0 0,-2 3 1 15,-4 2 0-15,-3 2-1 0,-2 1 2 0,-3-1-2 16,-1 1-1-16,-3 1-1 0,1-2 2 16,-2 0-1-16,3-3-2 0,-2-6-5 0,3-1-14 15,0-4-25-15,3-5-61 0,0-3-67 0,0-8-103 16,5-4-158-16,2-5-259 0,2-5-311 0,3-5-249 16,2-5-184-16,4-2 165 0,1-5 555 15</inkml:trace>
  <inkml:trace contextRef="#ctx0" brushRef="#br0" timeOffset="45993.1">12408 1266 134 0,'10'-8'703'0,"-4"3"470"16,3 4 177-16,-4 4-101 0,0 6-352 0,-2 2-295 15,0 3-181-15,0 6-102 0,-1 3-80 0,-2 2-76 0,0 6-51 16,2-2-33-16,0 4-23 0,0 0-16 16,0 3-13-16,1-4-8 0,2-2-11 0,-1-3-12 15,4-2-24-15,0-6-55 0,-2-2-72 0,-1-6-112 16,-2-5-187-16,-1-2-302 0,-2-4-333 0,0-4-283 15,0-4-154-15,-2-4 317 0,1-3 641 16</inkml:trace>
  <inkml:trace contextRef="#ctx0" brushRef="#br0" timeOffset="46164.94">12421 1028 221 0,'-5'-14'767'15,"-1"7"379"-15,-1 3 47 0,-2 4-201 0,3 4-378 16,-1 2-276-16,2 2-155 0,2 1-76 0,1 3-38 15,2 3-28-15,2-1-17 0,3 4-24 0,0 1-45 16,0-1-116-16,1 2-158 0,0 1-297 0,0 1-269 16,2 1-244-16,-1 1-71 0,4 0 317 0,-5-1 450 15</inkml:trace>
  <inkml:trace contextRef="#ctx0" brushRef="#br0" timeOffset="46536.35">12667 1752 33 0,'4'15'705'0,"0"-5"669"0,-4-2 132 0,0-7-223 16,3-2-352-16,-1-7-392 0,1-5-215 0,3-5-121 16,1-3-57-16,2-6-38 0,-1-2-32 0,3-4-26 15,2 0-16-15,-2-1-11 0,0-2-5 0,0 3 4 16,-1 0 5-16,-1 2 8 0,-1 2 9 0,-2 4 12 16,-1 4 9-16,1 4 4 0,-4 3-1 0,1 5-9 15,-3 5-9-15,0 1-13 0,-3 6-11 16,1 4-12-16,-1 4-7 0,0 4-4 0,0 4-2 15,1 1-1-15,0 4 0 0,2 2 0 0,0 4 1 16,0-3 0-16,2 5-1 0,1-2 2 0,2-2-2 16,3-5 0-16,1-2-1 0,-1-6-1 15,4-4-1-15,0-7-1 0,2-4 1 0,-1-4-1 16,1-7-1-16,1-2 0 0,-1-5 0 0,-1-2 1 16,-1-4 1-16,-1 2 2 0,-3-1 1 0,1 2 2 15,-1 3 0-15,-3 3 0 0,0 3-1 0,-2 3-1 16,0 3 0-16,-1 3 0 0,2 6 0 0,-4-1 0 15,2 7-1-15,0 3 1 0,-2 3 0 0,0 3-1 16,1 3 0-16,1 2-14 0,-1 0-23 0,-1 1-70 16,0 2-90-16,0-1-186 0,2-1-289 15,-2 2-344-15,3-1-413 0,-3-3-249 0,0 0 168 16,0-5 800-16</inkml:trace>
  <inkml:trace contextRef="#ctx0" brushRef="#br0" timeOffset="47250.42">13346 870 338 0,'1'-15'807'0,"-2"-1"369"16,-1 3 79-16,-3 0-211 0,2 2-261 0,2 5-192 15,-4 4-155-15,1 2-108 0,0 4-76 0,-1 5-89 16,1 4-56-16,0 5-40 0,1 8-22 0,1 6-7 16,2 8-3-16,0 6 2 0,2 8 6 15,0 6 5-15,1 5-1 0,2 6-1 0,2-3-6 16,3 3-6-16,1-4-12 0,5-4-7 0,1-4-5 16,4-11-10-16,2-5-5 0,1-8-2 0,2-10-3 15,1-5 0-15,1-10 4 0,0-7 8 16,-1-8 3-16,2-8 3 0,-3-10 1 0,0-3-2 15,-4-9-2-15,0-4-1 0,-3-3-1 0,-5-3 1 16,0 0-5-16,-7 1 0 0,-2 0-3 0,-5 2-1 16,-5 1 0-16,-3 1-3 0,-5 1 6 0,-3 1 1 0,-3 1 0 15,-2 2-1-15,-2 2 1 0,-1 5 1 16,-1 2-1-16,0 5 0 0,1 5 0 0,3 2-1 16,-2 7-1-16,3 2-1 0,0 7-1 0,1 4 0 15,2 2 0-15,3 4-1 0,3 2-4 0,-2 2-17 16,5 0-21-16,0-1-63 0,3 1-70 0,-2 0-142 15,2-3-223-15,2 2-299 0,1-4-353 0,-1 4-258 16,0-5-95-16,-1 2 519 0,1-1 622 0</inkml:trace>
  <inkml:trace contextRef="#ctx0" brushRef="#br0" timeOffset="47484.13">13319 1239 424 0,'7'3'1329'0,"-2"1"328"0,-1 2-246 0,0-3-330 16,1 0-482-16,4 0-285 0,-1 0-164 0,2 0-72 16,4-3-31-16,0 2-5 0,5-4-5 0,2 2-3 15,4-3-3-15,2-1-4 0,3-3-2 0,0 2-11 16,3-3-8-16,-1 1-3 0,1-1 4 0,1-1 0 16,-1 0-11-16,-2 2-68 0,1-2-72 0,-4 0-162 15,-4 1-285-15,0 3-321 0,-4 0-380 0,-6-1-249 16,1 1 50-16,-3-2 697 0</inkml:trace>
  <inkml:trace contextRef="#ctx0" brushRef="#br0" timeOffset="47666.81">14013 1077 191 0,'3'9'891'0,"0"1"472"0,-1-3-6 15,1 1-226-15,0-2-389 0,3 2-293 0,1-4-169 16,1 0-87-16,0 1-42 0,4-4-19 0,-1 1-50 15,6-2-34-15,-2-2-18 0,5 1-6 0,2-4-7 16,-1 3-7-16,3-4-2 0,-1 1-4 0,3-1-4 16,-4-1-43-16,0 2-67 0,-3-1-102 0,-5 2-203 15,2 2-291-15,-6 1-336 0,-4 2-299 16,-4 3-150-16,-4-2 315 0,-4 4 665 0</inkml:trace>
  <inkml:trace contextRef="#ctx0" brushRef="#br0" timeOffset="47851.85">14033 1371 163 0,'-1'11'769'0,"-1"-1"417"16,2-4 56-16,2-2-165 0,1-3-429 0,3-1-328 15,4-1-155-15,2-3-74 0,4-2-38 0,3-4-20 16,2-1-9-16,4 1-8 0,2-1-8 0,1-3-6 16,4 4-9-16,1 1-34 0,1-1-107 15,-3-1-164-15,-1 3-294 0,-1 1-267 0,-1 1-258 16,-3 2-115-16,2 2 308 0,-3-1 478 0</inkml:trace>
  <inkml:trace contextRef="#ctx0" brushRef="#br0" timeOffset="48415.96">14737 726 127 0,'1'-11'732'0,"-1"4"464"0,0 2 87 16,2 2-122-16,-1 2-331 0,3 2-301 0,1 4-164 16,-1 3-82-16,4 3-45 0,0 4-39 15,0 3-67-15,3 2-32 0,0 2-19 0,0 0-12 16,1 3-10-16,0 3-7 0,-1 2-5 0,0 2-7 16,0 2-8-16,-1 3-6 0,-1 1-4 0,0 5-7 15,1 1-6-15,-5 1-2 0,3 2-3 0,-1-1-1 16,0 1 0-16,-1-2 2 0,-1-2-1 0,4-2 0 15,-4-1 1-15,0-2-1 0,1-5 0 16,-1-2-1-16,0-4 0 0,1-3 0 0,-3-5-1 0,0-2 1 16,1-3-2-16,-3-4 0 0,1-2 0 15,-1-2 0-15,-1-2 0 0,0-4-1 0,0-1 1 16,0-2-1-16,0-3 0 0,0-2-1 0,-1-2 1 16,-1-1-1-16,1-3 0 0,-1 1 0 0,0-2 0 15,-1-2 0-15,0-2 0 0,-1-2 1 16,0 0 1-16,0-1-1 0,-1-1 1 0,0-1 2 15,0 4-2-15,0-3 0 0,-2 6 0 0,0-1 0 0,3 3 0 16,-5 3 0-16,2 2 1 0,2 2 0 16,0 4 0-16,-1 0-2 0,-1 3 0 0,3 5 0 15,-4-2-1-15,3 4-1 0,1 2 0 0,-3 4 1 16,2 0 1-16,-1 1 0 0,2 4 0 0,-3 1 6 16,2 3 2-16,0 1 5 0,-1 5 4 0,-1-2 5 15,0 4 2-15,2 1-1 0,-1 2-2 16,-2-3-4-16,3 1-4 0,2-3-4 0,-2-2-4 15,4-1-3-15,-1-5-2 0,1-1 0 0,1-4-3 16,0 1-3-16,0-3-12 0,1-3-21 0,-1-5-45 16,0 1-76-16,0-4-126 0,0-1-223 0,0 0-299 15,-3-1-352-15,0 1-344 0,-4-2-120 0,-5 2 451 16,-1 3 709-16</inkml:trace>
  <inkml:trace contextRef="#ctx0" brushRef="#br0" timeOffset="57642.24">20127 5770 133 0,'-5'0'388'0,"2"0"212"15,2 0 185-15,-3 0-86 0,3-2-143 0,-1 2-63 16,1 0-30-16,-1-1-37 0,0 1-55 16,-1 0-62-16,3 1-59 0,-2-1-48 0,2 2-32 15,0-2-31-15,0 0-24 0,0 2-20 0,0-2-20 16,0 1-19-16,2-1-28 0,-2 0-10 15,2 2 5-15,-1-2 29 0,3 0 16 0,-1 1 3 16,0 1 8-16,0-1 10 0,0 1-5 16,3-1-25-16,-1-1-14 0,2 2-6 0,-1-1-6 0,2 0-10 15,1-1-4-15,-1 0-4 0,3-1-1 16,3 1 8-16,-1-1 5 0,1-1 2 16,1-1-2-16,2 2 0 0,-3-2-1 0,3 1-11 15,-2-1-6-15,0 0-4 0,0 2-1 0,-1-1-2 16,-3 1 1-16,2-1-2 0,-1 2 2 0,0 0 0 15,-3 0 1-15,0 0 1 16,1 2 0-16,0-2 0 0,0 1 2 0,-2-1-1 16,2 0 0-16,-1 2 0 0,-1-2 0 0,0 0-1 15,2 0-1-15,-1 0 3 0,-1 0 4 0,0 0 0 16,1 0 2-16,-1-2 1 0,-1 2 1 16,1 0-3-16,-1 0-4 0,1 0-2 0,0 0-2 15,0 0-2-15,2 0-1 0,-2 0 0 0,0 0 0 16,-2 0 0-16,3 0-1 0,-1 2 0 15,0-2 0-15,-1 0-1 0,0 0 1 0,1 0 0 16,-1-2 0-16,-1 2 0 0,3 0 0 16,-4-1 2-16,2 1-3 0,-3 0 1 0,1 0 0 15,3-2 0-15,-4 2 0 0,0-1 0 16,1 1 1-16,-1 0-1 0,1-1 0 0,-2 1 0 16,3-2 2-16,-1 2-1 0,-2 0-1 0,2-2 1 15,0 2-1-15,0 0 0 0,0-1 0 0,1 0 0 16,-2 1-1-16,1 0 1 0,2-2 1 15,-2 2 0-15,-1 0 0 0,2-2 0 0,-1 2 0 16,1 0 1-16,-1 2-2 0,0-2 0 0,3 2 1 16,-4-2-1-16,1 0 0 0,2 1 1 15,-1-1 0-15,2 1 0 0,-4-1 0 0,1 0 1 16,0 2-2-16,-2-2 2 0,2 0-2 16,0 0 1-16,-1-2 0 0,1 2 1 0,0 0-1 15,-2-1 1-15,4 1 0 0,-6-1 0 0,4 1-2 16,-1 0 1-16,1-2-1 0,-2 2 1 15,1-2-2-15,0 2 1 0,1 0 1 0,0-2 0 16,-1 2 0-16,1 0-1 0,0 0 1 16,0 0-1-16,0-2 0 0,-1 2 0 0,1-2 1 15,1 2 0-15,1-1 0 0,-3 1 0 0,1 0-1 16,0-2 0-16,3 1 0 0,-4 1-2 0,3-3 2 16,-1 3 0-16,-1 0 1 0,0-2 0 15,1 2 1-15,-1-3-1 0,1 3 0 0,-1-2-2 16,0 1 0-16,1 1 2 0,-2 0-2 15,3-1 2-15,-2 1 1 0,0 0-2 0,-1 0 0 16,2 0 1-16,1 0-1 0,-1 0 0 0,1 0 0 16,-1 0 1-16,2 0-1 0,0 0-1 15,-4 0 1-15,4 0 0 0,0 0 0 0,-2-2 0 16,2 2 1-16,-1-2 0 0,-1 2-1 16,2 0 0-16,-2-1 0 0,1 1 1 0,-2-1-1 15,1 1 0-15,1 0 0 0,-2 0 1 0,0 0-1 16,2 0 0-16,-3 0 0 0,2 0 0 15,1 0 0-15,-2-2 0 0,-1 2 0 0,0-2 0 16,0 2 0-16,2 0 0 0,-1-1-1 16,0 1 1-16,-2 0 1 0,0-1-1 0,2 1-1 15,-2-2 0-15,3 2 1 0,-2 0-1 0,-3-2 0 16,2 2 0-16,1-1 1 0,-1 1 0 0,0 0 1 16,-1 0 0-16,1 0-1 0,0 0 0 15,-1 0 1-15,2 0-1 0,-2 0-1 0,1 0 0 16,-2 0 0-16,3 0 1 0,-3 0-1 15,2 0 1-15,1 0-1 0,-3 0 0 0,3 0 1 16,-3 0 0-16,2 0 0 0,2 0 0 16,-4 0 0-16,2 0 0 0,1-1 1 0,-3 1 0 15,2 0-2-15,1 0 0 0,-1 0 1 0,-1 0 0 16,1 0-2-16,-2 0 1 0,4 0 1 16,-4 1 1-16,2-1-2 0,1 0 1 0,-3 0 1 15,2 0-1-15,-1 0 0 0,1 0-1 0,1-1 2 16,-3 1-1-16,2 0 0 0,2 0 0 15,-4-2-1-15,2 2 0 0,1 0 0 0,-3-1 0 16,3 1 1-16,-3 0 0 0,2-2 0 16,1 1 0-16,-3 1 0 0,2 0 0 0,2-2 0 15,-4 1 1-15,2 1-1 0,-1-2-1 0,1 2 2 16,1-1-1-16,-1 1-1 0,0-2-1 16,0 2 1-16,0-2 1 0,-1 2 0 0,2-1 0 15,0 1 0-15,-3 0 1 0,2 0-1 16,-1 0-1-16,1 0 0 0,-1 0 1 0,1 0-1 15,0 0 0-15,0 0-1 0,1 0 2 0,0 0 0 16,-1 0-1-16,2 0 1 0,-2 0 1 0,0 0 1 16,1 1-3-16,-3-1 0 0,2 0 1 15,-1 0-1-15,1 0 0 0,2 0 0 0,-4 0 1 16,2 0 1-16,-1 0-1 0,0 0 1 16,1 0-2-16,-2 0 2 0,3 0-2 0,-3 0 1 15,4 2 0-15,-2-2 0 0,0 0 1 0,0 2-1 16,0-2 1-16,1 0-1 0,-3 0 1 15,2 0 1-15,-1 0-2 0,1-2 0 0,1 2 0 16,-3 0 0-16,2-2 0 0,2 2 0 0,-4-1 1 16,2 0 1-16,1-1 0 0,-3 2-1 15,3-1 1-15,-1-1-2 0,0 1-1 0,0 0 1 16,0-1-2-16,2 0 2 0,-2 1-1 0,0 0 1 16,2-3 1-16,-2 3-1 0,4 0 2 15,-4-1-2-15,2 0 0 0,1 1 0 0,-2-2 0 16,1 0 0-16,2 1-1 0,-1 2 2 15,0-5-1-15,0 4 1 0,1-2-1 0,-1 1 1 16,1 0-1-16,0-2-1 0,1 3 1 0,-1-2 0 16,-1 1 1-16,3 0 1 0,-1 0 1 0,0-1-2 15,-1 0 1-15,0 0-1 0,1 0 1 16,-3 0-1-16,3-1-1 0,-3 1 0 0,2 0 2 16,-2 0-1-16,0 0-1 0,0-1 0 15,-2 0 0-15,2 1 2 0,-1-1-2 0,1-1 1 16,-2 1-1-16,1-2 1 0,0 1 0 15,1-1 0-15,0 0-1 0,-1-1 1 0,0-1-1 16,0 1 1-16,0-2-1 0,0 0 1 0,0-1-1 16,-1 0 1-16,0 0-1 0,0-1 7 15,2-2 6-15,-2 0 3 0,-2-3 1 0,3 1 1 16,-3 0 1-16,1-1-7 0,-1 1-5 0,-1-2-1 16,0-1-2-16,0 1-1 0,0 0-1 15,0 0 0-15,0-4 0 0,0 1-1 0,0 1 0 16,0-2 1-16,2 0 2 0,0-1-3 0,-1-2 1 15,1 1-2-15,0-1 0 0,1 0 0 16,-2-1 0-16,4-1 0 0,-4 1 0 0,2-1 1 16,-1-1-1-16,0 0 0 0,-1 0 0 15,1 2-1-15,-1-3 0 0,-1 2-2 0,0 1 0 16,0-2 0-16,0-1 0 0,0 2 2 0,0-2 0 16,0 1 2-16,0 0-1 0,0-2 3 0,0 3-2 15,0-2 1-15,2-1 0 0,-2 2 1 16,2-1-1-16,-1 0-5 0,-1 1-4 0,4 1-3 15,-4-2-1-15,0 0-1 0,1 2-1 0,-1-2 6 16,0-1 3-16,-1 1 8 0,1-1 3 16,0-1 2-16,-2 2 0 0,0-1 0 0,1-1 1 15,1 0-7-15,-4 2-4 0,4-2 0 16,-1 0 0-16,-1 0 1 0,1 2 0 0,-1-4-3 16,0 4-2-16,2 0-3 0,-3 0-1 0,3 1 0 15,0 1-2-15,-1-1 5 0,1 2 2 16,0 0 3-16,1-1-1 0,-1-1 0 0,3 1-1 15,-1-1 2-15,1-1-1 0,0 1 0 16,2-3 1-16,-1 2 0 0,0-3 1 0,2 3-2 16,-3-3 1-16,1 3 0 0,-3 2 7 0,1-2 2 15,0 1 2-15,-2 2 0 0,0-1 2 0,0 4-6 16,-2 0-8-16,0 1-4 0,1 2-1 16,-1 3-2-16,0-2-1 0,1 2 6 0,-1 0 1 15,-2 3 1-15,2-2 2 0,-1 1 0 0,2 0 0 16,1 1-1-16,-2 0 1 0,0-2 0 15,2 0 0-15,-1 0 0 0,1 0-2 0,0 0 1 16,1-2 1-16,-1 2-1 0,0 0 1 0,2 0-1 16,0 2 1-16,-2-2 0 0,0 3-2 0,1-2 2 15,1 2-1-15,-1-2 1 0,-1 4-2 0,2-2 2 16,1 2 1-16,-3-1-1 0,1 1 0 16,-1-1-1-16,0 0 1 0,0 1 0 0,0 1-2 15,0-1 1-15,0-1 1 0,0 2-1 0,0 1 0 16,0 0 1-16,0-3 0 0,0 4-1 0,0-3 1 15,0 3-1-15,0 0 1 0,0-2 0 0,0 3 0 16,0-2-1-16,0 2 1 0,0-1 0 16,0 2-1-16,2-1 0 0,-2 2 0 0,1-1 1 0,-1 0-1 15,0 1 0-15,2 0 0 0,-2-1 0 16,2 2 0-16,-2 0 0 0,0-1 0 0,0 1 2 16,0 0 0-16,1 0-1 0,-1 2 1 0,0-3 0 15,0 2-1-15,0 2 0 0,0-3 1 0,0 2-1 16,0 1-1-16,0 0 1 0,0-1 0 0,0 1-1 15,0 0 0-15,0 0 1 0,0 0 1 16,0 0-1-16,0 1-1 0,0-1 0 0,0 0-2 16,0 1 0-16,0-1-2 0,0 3 1 0,0-3 0 15,0 4 1-15,0-1 1 0,0 2 2 0,0 0 0 16,0 3 0-16,0-1 0 0,0 0 1 16,0 4 0-16,0 1 0 0,0-3 0 0,0 3 1 15,2 0-1-15,-2 0 0 0,0-1 2 0,0 2-1 16,0-1-1-16,0 1 0 0,0-2-1 0,0 3 1 15,0-1 0-15,-2-1-1 0,2 3 1 16,0-1 0-16,-1-2 1 0,1 3-1 0,-2-2-1 16,0 1 1-16,2 1 0 0,-1-2 0 0,-1 1-1 15,1 0 0-15,-4 0 0 0,4-1 1 0,-1 3-1 16,1-3 0-16,-3 2 0 0,4 0 0 16,-1 0-1-16,1-1-1 0,-2 2 2 0,2-1 0 15,0 0 0-15,0 0 0 0,0 1 5 0,0 0 5 16,2-1-1-16,-1 1 1 0,1-3 2 0,0 3-1 15,-1-1-4-15,2-2-4 0,2 1-5 16,-4 1-5-16,2-2-1 0,-1 1-2 0,0 1 0 16,-1-2-1-16,1 1 6 0,-2 1 1 0,2 0 3 15,-2-2 1-15,0 2-1 0,1 0 1 16,-1 0 0-16,0 0 1 0,0-1-1 0,0 2 1 16,0-1-1-16,2 0 0 0,-1 2 0 15,-1-1 0-15,0 1 1 0,0 0-1 0,2-1 0 16,0 1 2-16,-1-3-2 0,-1 2 0 0,2 2 1 15,-1-2-1-15,1 0 0 0,1 1 0 16,-2 0 1-16,-1-1-1 0,3 2 1 0,-3-2 1 16,4 2 5-16,-4 0 2 0,0 0 3 0,1-2-1 15,-1 1-1-15,0 1 0 0,0 0-6 16,-1-1-3-16,1 1-2 0,0-1 1 0,0 0 0 0,-2 0 0 16,0-1 2-16,2 1 0 0,0 0 1 15,0-1-1-15,0 0 0 0,2-1 1 0,0 2-1 16,-2-4-1-16,1 2 2 0,-1 0-1 15,4-1-1-15,-4-1-5 0,1 3-3 0,-1-3-2 16,3 2-1-16,-3-2 0 0,2 2-1 16,-2 0 6-16,0 0 4 0,0-1 1 0,0 0 0 15,0 0 1-15,-2 2 0 0,2-3 0 0,-3 2 0 16,3-2 0-16,-1 1-1 0,1-1 0 16,-4 0 5-16,4 1 4 0,0-1-5 0,-1-2 4 15,1 1 1-15,0 0 2 0,0-2-5 16,0 3-3-16,0-2 3 0,-2-1-3 0,2 0-2 15,0 1 0-15,0 1-1 0,0-1-1 16,2-1 1-16,-2 1-1 0,0-1 0 0,0 0-1 0,1-1 0 16,1 1 1-16,0 1 0 0,-1 0 0 15,-1-2 0-15,2 2 1 0,-1-2-1 0,-1 1 1 16,0 0 0-16,2 0-1 0,-2 1 1 16,2 0 0-16,-2-2 1 0,0 1 0 0,0 1-1 15,0-2 1-15,0 1 0 0,0-1 1 0,0 2-1 16,0-2 0-16,1 0 1 0,-1 0-1 0,0 0-1 15,2 0 0-15,-2-2 0 0,1 3 1 16,-1-2-1-16,0 0 1 0,2-1 1 16,-2 3-2-16,3-3 1 0,-3 2 1 0,0-2-1 15,1 2 1-15,-1-2-1 0,0 2 1 0,0-2-1 16,2 2 0-16,-2-2-1 0,1 1 1 0,-1-1 0 16,0-1 1-16,0 2-1 0,0-2 0 15,2 0 1-15,-2 1 0 0,0-1 0 0,0 0-2 16,0 1 1-16,0 0-1 0,0-1 0 15,0 0 0-15,0 0-1 0,0 0 1 0,0 0-1 16,0 0 2-16,0 0-1 0,0 0-1 0,2 1 1 16,-1-2 0-16,-1 1 0 0,0-2 0 15,2 1 0-15,-2 2 0 0,2-1 1 0,-2 0 0 16,1-1 0-16,-1 2-1 0,0-1 0 16,2 1 0-16,-1-1 0 0,-1 1 0 0,0 0-1 15,2 1 1-15,-2-2 0 0,2 1 0 0,-2-1-1 16,1 0 1-16,-1 0 1 0,2 0-2 15,-2 0 1-15,1 1 0 0,1-2-1 0,0 0 0 16,0 1 0-16,-2-1 0 0,2 1 1 0,0-2 0 16,-1 0 1-16,-1 1-1 0,2 1 1 15,-1-2-1-15,1 1 1 0,0-1-1 16,-2 2-1-16,1-1 1 0,-1 0-1 0,2-2 0 0,-2 4 0 16,1-1 1-16,-1 0-2 0,0 0 1 15,2 0 1-15,0-2-1 0,-2 2 0 0,0 2 0 16,0-4 1-16,1 2-1 0,-1-2 1 15,0 2-1-15,2-1 2 0,-1 1 0 0,-1-4 0 16,0 4 1-16,2-1-2 0,-2-1 1 0,2 0-1 16,-2 1 0-16,0-1-1 0,1 0 0 15,-1 1-1-15,3 1 2 0,-1 0 0 0,-1-1-1 16,-1 1 1-16,2 0-1 0,-1 1 0 16,-1-2 0-16,2 1 0 0,0 0-1 0,-1 0 1 15,-1 0 1-15,3-2 1 0,-3 2-1 0,4-1 0 16,-3 1 1-16,-1-2-1 0,2 0 0 0,0 2 1 15,-1-2-1-15,1 0 1 0,-1 1 0 16,-1-1 0-16,3 1 0 0,-1-1 0 0,-2 2 0 16,0-1-1-16,1-1 1 0,-1 0-1 0,2 1 0 15,-2-2 0-15,1 2 0 0,-1-2 0 16,2-1 0-16,0 2 0 0,-2-2 0 0,0 2 0 16,1-3 0-16,-1 0 0 0,0 3 1 15,0-3-1-15,2 0 0 0,-1 1 0 0,-1 1 1 16,0-3-1-16,2 2 0 0,-2 1 0 0,2-2-1 15,-2 2 1-15,1 1 0 0,1-2 0 16,0 2 1-16,-2-3-1 0,1 4 0 16,-1-3 1-16,2 1-1 0,-1 0 1 0,-1 0-1 15,3 0 0-15,-1-1 0 0,-2 1 0 0,0-2 1 16,0 2-1-16,1-1 0 0,1 0 0 0,-1 0 0 16,1 1 0-16,0-2 0 0,-2 3 0 15,1-2 2-15,1 0-2 0,-1 1 0 0,-1-2 0 16,2 1 0-16,0 1 0 0,-1-1-1 15,-1-2 1-15,2 4 0 0,0-2 0 0,-1 1 1 16,-1-1-1-16,3-1 0 0,-3 0 0 0,2 3 0 16,1-3 0-16,-2 0 0 0,1 1 0 15,-1 0 0-15,3-1 0 0,-3 2-1 0,1-2 2 16,0 1 0-16,-1-1 0 0,2 2-1 0,1-1 0 16,-3 1 0-16,2-2 0 0,2 1-2 15,-2 1 2-15,0-2 0 0,0 2 0 0,1 0 0 16,0-1 0-16,1 0 0 0,-2 0 0 15,3 0 0-15,-1 0 0 0,2 0-1 0,-3 0 2 16,1-2-1-16,0 1 0 0,3-1 0 0,-4 0 0 16,3 0 1-16,-1-1 0 0,-1 1 1 0,4 0-1 15,-2-2 0-15,-3 2 0 0,5-2 0 16,-5 2-1-16,2 0 1 0,2 0 0 0,-3 0 1 16,2 0-1-16,-1 0 2 0,1 0-1 15,0 0 1-15,-1 2-1 0,-1-2 0 0,4 2-1 16,-2-1 1-16,-2-1 1 0,3 1-1 15,-4 1 1-15,4 1 0 0,-2-3 0 0,1 2 1 16,-1-2-1-16,3 0-1 0,-2 3-2 0,-1-3 1 16,2 0 0-16,-1 1 0 0,2-1 0 0,-1 0 0 15,-2 0 1-15,2 0-1 0,1 0 1 16,-1 0-1-16,1 0 1 0,-3 0-1 16,3 0 1-16,-1 0-1 0,-1 0 1 0,2 0 0 15,-1 2 0-15,0-2 2 0,0 1-1 0,2 1 1 16,-1 0 0-16,0-1 1 0,0 0-1 0,-1 1-1 15,2 1 0-15,0-2 0 0,-1 3-1 16,0-2 0-16,0 1-1 0,1 0 1 0,-2 0 0 16,0 0-1-16,5 0 2 0,-5 0-2 15,1 0 0-15,1 0 2 0,1 0-1 0,-2 0-1 16,1-2 0-16,1 3 1 0,-2-3-1 0,-1 0 0 16,3 3-1-16,-3-4 1 0,2 1 0 15,1 0 1-15,-3-1 0 0,0 2 0 0,0 1-1 16,1-3 0-16,0 0 0 0,0 2 1 15,0-2-2-15,-1 3 0 0,0-2 0 0,0 1 1 0,1-1 0 16,-1 1 0-16,2 0-1 0,-1 0 1 16,-1 0-1-16,-2 0 0 0,2-1 0 15,1 0 0-15,-1-1 0 0,-1 2 0 0,1 1-1 16,-2-2 1-16,3 1 0 0,-2-1 0 0,-1 1 0 16,2 0 1-16,0 0 0 0,-2 1-1 0,2-1 1 15,-1 1-1-15,0 0 0 0,1-2 0 16,-1 2 0-16,-1-2 0 0,2 1 0 0,-2 0 0 15,1-1 0-15,-1-1-1 0,0 0 1 16,2 1 0-16,-2-1 0 0,1 0 1 0,-1 0-1 16,1 0 0-16,2 0 0 0,-3 0 0 0,2 0 0 15,-1 0 0-15,0 0 0 0,1 0 1 0,0 0-1 16,-1 2 1-16,0-2 1 0,1 2-1 16,-1-2 0-16,-1 1 0 0,3 0-1 15,-2 1 0-15,-1 0 0 0,1-2 0 0,-1 1 0 16,1 0 0-16,-2 1 1 0,3-2 0 0,-3 3-1 15,3-3 1-15,0 0 0 0,-3 0 0 16,1 0 0-16,0 0-1 0,2 0 1 0,-2 0-1 16,2-3 0-16,0 1 0 0,0 1 1 0,0 0 1 15,-2-3-2-15,4 2 1 0,-1-2 1 16,-1 2-2-16,0-2 1 0,0 2-1 0,1-1 1 16,-1 0-1-16,1 0 1 0,0 1-1 15,-1-1 0-15,0 0 0 0,0 0 0 0,2 0 1 16,-1 2-1-16,0-2 0 0,0 1 0 0,1 0 1 15,-2 2-1-15,0-2 1 0,1 2 0 16,-1 0 0-16,0 0-1 0,0 2 0 0,1-2 0 16,-1 0 0-16,2 1 1 0,-1-1-1 15,-1 1 0-15,0-1 1 0,0 0-1 0,1 0 1 16,-2-1-1-16,-1 0 1 0,1 1 0 0,0-4-1 16,0 3 1-16,-2 0-1 0,1-1 0 0,-1 2 1 15,1-2-1-15,-2 2 0 0,1 0-1 16,-1 0 1-16,0 0 1 0,1 2-1 15,-2 0 0-15,3 0 1 0,-2 2-1 0,0-2-1 16,0 0 1-16,-1 1 0 0,0 0 0 0,0 0 0 16,0-1 0-16,1 0 0 0,2 1-1 0,-5-1 1 15,2-2 0-15,2 1-1 0,-2 1 1 16,1-2 0-16,0 0 0 0,0 0 0 0,2 0 0 16,-3 0 0-16,2 0 0 0,-1 0 0 0,0 0 1 15,1 0-1-15,-1 0 0 0,1 3-1 16,-1-2 1-16,1 1 0 0,0 0 0 15,0 3 0-15,0-2 0 0,1 1 0 0,0 1 1 16,-1-2-2-16,0 2 1 0,0-2-1 0,1 1 1 16,1 0-1-16,-2-2 0 0,0 0 2 0,2 0 0 15,-1 0-1-15,0-2-1 0,0 2 1 16,-1-2 0-16,2 2-1 0,-3-1 1 0,2-1 0 16,-1 1 0-16,0 1 1 0,0-2-2 0,0 1 1 15,-1 1-1-15,1-1 0 0,1-1-1 16,1 1 0-16,-4 1 1 0,2 0 1 0,0-1 0 15,-2 1 0-15,3-1 1 0,-3 1-1 16,0-2 1-16,0 1-1 0,0 1 0 0,1-1 0 16,-3-1 1-16,3 0-1 0,-3 2 0 15,2-2 1-15,2 1-1 0,-4-1 0 0,2 1 1 16,1-1-1-16,-3 2 1 0,3-2-1 0,-1 0 0 16,0 2 1-16,0-2-1 0,0 1 0 0,2-1 0 15,-1 0 0-15,0 1-1 0,1-1 1 16,-2 0 1-16,0 2-1 0,0-2 0 0,2 2 0 15,-1-2 0-15,1 0 0 0,-2 0-1 16,1 0 1-16,0-2 1 0,0 2 1 0,0-2-1 16,2 1 2-16,-2 0-2 0,0-1 1 15,1-1-1-15,-2 0-1 0,2 2 1 0,0-1-1 16,1 1 0-16,-3-2 0 0,4 1 1 0,-4 1 0 16,2-1-1-16,0 2-1 0,-2 0 1 0,3 0-1 15,-5 0 1-15,6 0 0 0,-4 0-1 16,2 0 1-16,0 0 1 0,-2 0-1 0,3 0 0 15,-2 0 0-15,0-2 0 0,0 1 0 0,1-2 1 16,-1 2-1-16,0-2 0 0,1 0 0 16,-1 0 1-16,0 0 1 0,-1 1-2 0,0 0 0 15,-1 2 0-15,1-2 0 0,-1 0 1 16,1 2-1-16,-2 2 0 0,4 0 0 0,-4 0 0 16,1 2 0-16,-1-2-1 0,-1 2 1 0,4-2-1 15,-4 1 0-15,0 0 1 0,1 0-1 16,-1 0-1-16,0-1 0 0,-1-2-5 0,1 1-7 15,-4-1-15-15,1-1-25 0,-1-1-67 0,-2-1-82 16,-2 0-170-16,-1-1-277 0,-1 0-322 16,2-2-383-16,0 0-247 0,-2-5 75 0,-1 3 735 15</inkml:trace>
  <inkml:trace contextRef="#ctx0" brushRef="#br1" timeOffset="71272.47">7661 9675 470 0,'2'-3'955'16,"-4"0"291"-16,2 2-13 0,-1-3-241 0,-1 2-296 16,1 2-196-16,-1-2-127 0,-2 0-76 0,0 1-59 15,1 1-80-15,-2-2-46 0,2 1-33 0,-2-2-18 16,1 3-15-16,-4-2-14 0,3 2-8 16,-1-3-7-16,-1 1-6 0,-1 0-5 15,1-2-4-15,-1 3-1 0,-2-2-1 0,1 0 0 16,-1 0-3-16,1 0 0 0,-2 0-5 15,1 0-17-15,1 0-29 0,-4 0-58 0,2 0-60 16,-2 1-76-16,-1 0-120 0,1 2-148 0,-2 0-179 16,2 0-239-16,1 1-217 0,0 0-125 0,3 3 204 15,-2-3 419-15</inkml:trace>
  <inkml:trace contextRef="#ctx0" brushRef="#br1" timeOffset="71459.61">7304 9640 115 0,'-5'6'439'0,"1"-1"332"0,-3 1 282 0,1-1-73 15,0 1-234-15,-1-2-158 0,3 0-87 16,-3 2-76-16,1-1-83 0,1 1-67 16,2-2-42-16,0 2-46 0,-2-3-54 0,2 2-49 15,1-1-34-15,-2 0-27 0,2 1-17 0,-2-3-9 16,0 2-19-16,1 1-51 0,0 1-50 0,1-2-59 16,-1 2-119-16,-2-1-165 0,2-1-251 15,-2 2-245-15,1-1-227 0,-1 0-96 0,2 0 295 16,-2 1 463-16</inkml:trace>
  <inkml:trace contextRef="#ctx0" brushRef="#br1" timeOffset="71678.36">7076 10018 110 0,'-1'11'481'0,"1"-3"334"0,-2 0 209 16,1-2-111-16,-1 0-260 0,2 0-195 0,0-1-148 15,0-1-105-15,0 0-68 0,3 0-47 16,-1-2-35-16,-1 3-26 0,3-2-15 0,0 1-6 15,1 1-3-15,2-3-5 0,0 2-2 16,-2 0-23-16,3-1-51 0,-3 1-80 0,1 0-103 16,0 1-123-16,-1-1-202 0,0 1-250 15,-2 1-129-15,0 1 57 0,1-1 239 0,0 0 285 16</inkml:trace>
  <inkml:trace contextRef="#ctx0" brushRef="#br1" timeOffset="71860.42">7223 10317 41 0,'4'9'324'16,"0"-1"205"-16,-2 1 187 0,1-3 9 16,0-1-151-16,-1 0-121 0,1-1-86 0,-1 1-62 15,1-1-55-15,0-1-64 0,0 2-66 0,0-3-52 16,2 2-30-16,-2-2-19 0,2 3-10 0,0-2-7 16,1 0-35-16,-1-1-63 0,-1-2-85 15,0 0-99-15,0 3-137 0,1-3-228 0,0-3-178 16,-2 3-31-16,3 0 142 0,-1-2 242 15</inkml:trace>
  <inkml:trace contextRef="#ctx0" brushRef="#br1" timeOffset="72205.92">7393 10429 39 0,'5'8'286'0,"-2"-2"175"16,0-2 161-16,1 0-40 0,0 1-134 16,-1-2-98-16,0 1-51 0,0 0-38 0,0-3-31 15,-1 2-35-15,3 0-40 0,-2-1-41 0,3-2-36 16,-1 3-29-16,0-3-16 0,1 0-11 15,-1-3-8-15,4 3-4 0,-1-2-1 0,0 2-9 16,0-5-25-16,3 1-40 0,-3 1-49 16,3-2-57-16,0 1-62 0,-1 1-54 0,-1-1-41 15,2 1-19-15,0 0-5 0,-3 0-1 0,3 1 12 16,-3 1 27-16,0-2 44 0,-2 3 59 16,2 0 80-16,-2 0 87 0,-1 3 82 0,2-2 69 15,-1 1 56-15,0 1 32 0,-1 1 9 16,0-1-20-16,-1 1-28 0,1 0-19 0,0-2-15 15,-2 2-5-15,3-3-3 0,-3 0-6 16,2 3 0-16,-2-4-4 0,2 1-6 0,-1-1-11 16,0-1-10-16,2 1-13 0,-1-4-18 0,2 3-13 15,-1-4-9-15,0 1-11 0,3 0-2 16,-2-2-3-16,1-2-16 0,3 1-29 0,-3 1-38 16,0-2-47-16,-2 1-79 0,3 1-152 0,-1 1-169 15,-1 1-48-15,-1 0 59 0,-1 2 132 0</inkml:trace>
  <inkml:trace contextRef="#ctx0" brushRef="#br1" timeOffset="72362.13">7884 10365 79 0,'4'1'396'15,"-1"-1"296"-15,-1 0 241 0,-1 2-54 0,1-2-185 0,-1 1-167 16,-1 1-134-16,3-2-107 0,-3 0-86 16,2 0-68-16,-1 0-53 0,1 0-38 0,-1-2-21 15,1-1-15-15,3 0-27 0,-2-1-62 16,0-2-95-16,2-3-119 0,-2-1-166 0,3 0-291 15,-1 1-208-15,-2-1-62 0,2-1 174 0,0 1 325 16</inkml:trace>
  <inkml:trace contextRef="#ctx0" brushRef="#br1" timeOffset="72535.95">8019 10149 286 0,'2'-5'703'0,"-2"1"377"15,-2-1 111-15,0 2-281 0,1 0-254 0,-1 0-192 16,1 1-153-16,-1-2-108 0,0 0-73 0,2-3-47 15,-1-1-40-15,2 3-23 0,-1-4-12 16,2-2-11-16,1 1-16 0,0 0-28 0,1-2-50 16,-3 1-117-16,2-1-149 0,-3 2-226 15,2-1-274-15,-1 1-242 0,-1-1-98 0,0 2 263 16,-1-2 422-16</inkml:trace>
  <inkml:trace contextRef="#ctx0" brushRef="#br1" timeOffset="72829.16">7941 9774 80 0,'-6'-9'311'0,"-2"0"162"16,4 0 132-16,-1-1-125 0,0 3-172 0,0 1-123 16,3-3-72-16,1 3-48 15,-1-2-31-15,2 1-17 0,0 1-7 0,0-1-4 0,0 1-3 16,3 0 3-16,-3-1 26 0,0 0 62 0,0 1 113 16,-1-1 140-16,-2 1 106 0,-2-2 69 15,1 4 83-15,-3-2-24 0,-1 1-79 0,0 0-97 16,-1 3-78-16,-2 0-63 0,-2 2-83 15,-1 0-51-15,1 2-35 0,-3 0-27 0,2 2-20 16,0-1-15-16,1 1-11 0,1-1-9 0,1 0-7 16,2-2-3-16,0 3-6 0,3-3-10 15,1 0-24-15,0-1-60 0,0 2-69 0,1-2-139 16,-1 0-243-16,2 3-309 0,2-2-347 0,1 1-276 16,-2 1-78-16,2 0 549 0</inkml:trace>
  <inkml:trace contextRef="#ctx0" brushRef="#br1" timeOffset="74412.32">13804 8951 224 0,'3'-8'528'0,"-1"-2"326"0,0 2 236 0,-2 1-203 15,0-1-172-15,0 2-65 0,0 1-78 16,0 0-101-16,1 2-99 0,-1-1-67 0,0 1-53 16,0 0-65-16,0 0-47 0,0 3-26 15,0 0-18-15,0 0-17 0,3 2-15 0,-3 4-14 16,0 2-11-16,0 6-9 0,0 7-7 0,-3 6-5 16,0 6-1-16,0 4 0 0,-2 5-3 15,3 2-3-15,-1 0-2 0,0-1-3 0,3-4-3 16,0-3-2-16,3-3-2 0,2-6-2 0,0-6 0 15,1-6 0-15,3-3 0 0,-1-6 0 16,2-6 1-16,4-7-1 0,-1-5 0 16,2-6-1-16,0-1-2 0,2-3 1 0,-1-1 0 0,1-1 1 15,-1 4-1-15,0 2 1 0,0 1 0 16,0 3 1-16,0 4-1 0,-1 4 1 0,0 2 1 16,0 4 1-16,-2 2 0 0,1 6 2 0,-1 1 1 15,1 3-1-15,-1 2 1 0,1 0 0 0,-1 4 0 16,-1 0 0-16,1 0 0 0,-2-1 0 15,3 0 0-15,-3-1-1 0,1-2 0 16,-2-2 1-16,1-5 0 0,-2-1-1 0,1-6 1 16,-2-2 1-16,0-8 0 0,-3-3 0 0,0-2 0 15,1-5-1-15,-3-1 0 0,-3-5 0 0,0 1 1 16,-2 0 4-16,-1-3 2 0,-3-1 2 16,2-1 0-16,-5-2 1 0,1 0-1 0,-1-2-4 15,1 1-2-15,0 1-2 0,0 1-2 16,-1 3-1-16,4 2-1 0,0 2-2 0,1 5-1 15,2 4-2-15,2 2-1 0,0 3-1 16,3 4-6-16,2 5-16 0,0 1-27 0,1 3-70 16,0 3-80-16,-1 1-155 0,1 2-273 0,1 2-318 15,1 1-364-15,1 2-231 0,-1 2 33 16,3 1 650-16</inkml:trace>
  <inkml:trace contextRef="#ctx0" brushRef="#br1" timeOffset="74738.87">14574 9390 57 0,'3'21'657'0,"-1"-2"572"16,-2-6 167-16,0-5-107 15,2-3-355-15,-2-7-364 0,1-7-196 0,2-4-116 16,0-10-61-16,2-4-57 0,1-6-45 0,1-6-27 16,-1-3-15-16,5-2-14 0,-3-6-7 0,0 0-12 15,1-2-5-15,-1-1-4 0,-1 1 5 16,-1 1 5-16,-1 4 2 0,-1 2 1 0,1 6 6 15,-2 5 3-15,1 5-6 0,-3 7-6 0,1 4-3 16,-1 3-2-16,1 5-7 0,0 4-2 16,1 4-1-16,0 4 0 0,1 6 2 0,1 7 0 15,0 5 0-15,1 5 0 0,1 5-1 0,0 4-2 16,1 4-2-16,0 4-1 0,0 2-2 16,2 0-1-16,-2 0-1 0,0-1-1 0,0-3 0 15,2-1-6-15,-2-6-18 0,1-3-50 0,-2-5-80 16,-1-2-139-16,-1-5-247 0,-2-2-315 0,1-4-370 15,-3-1-330-15,-2-5-50 0,-3-3 585 16</inkml:trace>
  <inkml:trace contextRef="#ctx0" brushRef="#br1" timeOffset="74912.56">14638 9049 209 0,'-7'-3'894'0,"1"3"501"16,-1 3-1-16,1-3-241 0,3 2-461 0,3 2-311 15,0-2-172-15,3 1-102 0,3 0-53 0,2 0-23 16,4 0-13-16,1-2-8 0,2 3-6 0,4-3-37 16,0-1-63-16,1 1-149 0,6 1-199 15,-1-2-291-15,3 3-308 0,4-2-265 0,-1 2-59 16,-1 0 472-16</inkml:trace>
  <inkml:trace contextRef="#ctx0" brushRef="#br1" timeOffset="75762.49">15273 8781 55 0,'-5'1'469'0,"0"0"413"16,-2 1 290-16,2-2-26 0,0 2-287 0,0-1-169 16,0 1-147-16,4-1-124 0,-2 1-96 0,1-1-64 15,-1 1-70-15,2 1-72 0,-1-1-43 16,2 4-28-16,0 0-13 0,0 5-7 0,2 4-5 16,-1 4 1-16,2 4 1 0,-1 6 3 0,1 1 0 15,-2 4-2-15,4-1-2 0,-2 2-5 16,2-2-4-16,2-2-4 0,0 0-2 0,-2-5-3 15,3-2-1-15,-1-4-1 0,-1-3-1 16,1-4-1-16,0-3 1 0,-2-2 0 0,1-4 0 16,-1-2 2-16,3-6 2 0,0-3 0 0,-2-5-1 15,2-6 2-15,1-3-3 0,1-3 1 16,-1-2-2-16,2-6 0 0,-1 0 1 0,0 2-3 16,2-1 1-16,-1 0-1 0,0 0 1 15,2 4-1-15,-2 2-1 0,0 2 1 0,-2 2-1 16,1 5-1-16,-2 1-1 0,1 4 1 0,-2 0-2 15,-3 4 1-15,0 4 1 0,0 0 2 0,-2 4 3 16,-2 3 2-16,-2 3 3 0,-1 2 1 16,0 5 2-16,-3 2 0 0,-1 4 4 0,-4 2 2 15,2 5 4-15,-3 2 4 0,0 2 4 16,3 1 0-16,-3 0-1 0,3-1-4 0,1 0-6 16,3-2-3-16,0-4-5 0,2-1-4 0,3-4-5 15,2-2-1-15,-1-3-3 0,4-3-2 0,2-2-1 16,1-4-5-16,2-3-11 0,3-4-22 15,1-4-47-15,1-2-78 0,0-7-120 0,1 1-186 16,3-3-299-16,-3-3-337 0,1 2-316 16,1 1-132-16,1 1 353 0,-3 2 644 0</inkml:trace>
  <inkml:trace contextRef="#ctx0" brushRef="#br1" timeOffset="76129.5">15847 9276 14 0,'-3'11'545'16,"1"-3"497"-16,2-2 220 0,-3-3-52 0,2-4-261 16,-1-3-310-16,0-6-206 0,2-3-110 0,0-4-56 15,0-4-53-15,0-1-65 0,4-7-52 16,-3-2-29-16,2-4-16 0,3-3-14 0,1-1-4 16,-1-2-6-16,2 0-4 0,1-1-3 0,3 3-1 15,-3 1-2-15,4 1-5 0,-4 6-1 0,2 2 2 16,0 5 4-16,0 5 4 0,1 4 3 15,0 3 4-15,-1 7 2 0,2 3 5 0,-1 7 3 16,1 3 2-16,1 5 1 0,-2 5-1 16,1 7-5-16,-3 5-7 0,1 2-6 0,-1 6-8 15,-2 0-7-15,-2 6-4 0,0 2-2 0,0-2-2 16,-1 1-1-16,-2-3 1 0,1 0-2 0,-3-5 1 16,1 0-1-16,-1-7-2 0,-1-4-10 15,0-2-19-15,-3-5-32 0,-2-3-73 16,-1-1-88-16,-5-4-163 0,2-3-267 0,-7-4-322 0,3-2-362 15,-1-2-215-15,-2-5 78 16,3-3 653-16</inkml:trace>
  <inkml:trace contextRef="#ctx0" brushRef="#br1" timeOffset="76282.55">15860 9042 134 0,'-5'-6'771'0,"-2"4"534"0,1 4 89 0,2 3-146 15,2 3-413-15,2 0-337 0,2 1-177 0,2 1-109 16,7-1-60-16,0 2-61 0,5-2-38 15,3-2-22-15,5-2-11 0,4-1-9 0,2-1-10 16,3-1-70-16,-1-2-96 0,3-2-212 16,-2 2-281-16,0-5-315 0,1 4-391 0,-3 0-193 15,1 1 262-15,-2 1 747 0</inkml:trace>
  <inkml:trace contextRef="#ctx0" brushRef="#br1" timeOffset="77143.05">16403 8863 384 0,'3'-3'785'16,"-1"1"319"-16,0 0 61 0,-2 0-322 16,1 1-226-16,-1-1-127 0,2 1-77 0,-1 1-72 15,-1 1-60-15,2 1-35 0,1 1-37 16,-3 1-46-16,4 4-40 0,-3 4-20 0,2 7-10 15,-1 1-11-15,-2 7-14 0,0 3-11 0,-2 4-12 16,-1 0-10-16,3 4-7 0,-1-1-7 16,-3 0-6-16,4-2-5 0,-1-2-5 0,-1-6-2 15,2-4-3-15,2-2 0 0,-1-4-1 0,-1-4-1 16,0-4 1-16,0-3 1 0,0-4 1 16,2-6 0-16,0-3 0 0,-2-6 1 0,1-5-2 15,-1-6 0-15,2-1 0 0,-1-1 0 16,-1-5 2-16,0 0 0 0,2 0 1 0,-2-2 2 15,0 2-3-15,0-1 0 0,0 3 0 0,-2 1-1 16,2 2 0-16,0 5-1 0,-1 2 1 0,-1 5 0 16,2 1-1-16,0 2-2 0,0 4-1 15,2 1 0-15,-1 2-1 0,1 4 1 0,1 2-1 16,1 3 2-16,1 2 2 0,0 5 1 0,3 3 0 16,3 5 0-16,-1 2 0 0,1 3 0 15,1 0 1-15,1 2 0 0,1-1 0 0,0 4-1 16,-1-4 2-16,4 0 0 0,-1-3-1 0,-2-4-1 15,4-5 1-15,-2-2-1 0,1-5 0 16,-3-7 0-16,2-2 5 0,-3-5 2 0,-2-5 3 16,3-5 3-16,-4-3 4 0,-1-5 5 15,-1-2 1-15,-2-2-1 0,-1-5 5 0,-2 1-2 16,-1-1-3-16,-2-1-5 0,-2 1-4 16,-3-2-3-16,1 1-4 0,-1 4-3 0,-3 3-2 0,3 3-2 15,-1 4 0-15,3 5-3 0,0 5-1 16,1 4-2-16,0 4-2 0,4 6-12 0,0 3-19 15,2 5-29-15,1 0-69 0,0 4-80 16,6 1-146-16,-2 0-242 0,4 1-311 0,1-1-353 16,2 1-232-16,3 0-39 0,0-2 565 15</inkml:trace>
  <inkml:trace contextRef="#ctx0" brushRef="#br1" timeOffset="77361.03">17123 8763 134 0,'-2'-12'995'0,"-1"4"655"0,-2 2-48 16,-2 1-316-16,-3 4-434 0,2 4-341 0,-6 4-223 16,3 3-104-16,-4 7-53 0,0 2-36 15,0 5-22-15,1 3-19 0,3 4-12 0,0 4-11 16,5 2-7-16,1 1-10 0,5-1-8 0,2 1-3 16,3-2-4-16,4-5-3 0,4-2-8 15,-1-5-21-15,6-5-48 0,-4-4-84 0,6-1-167 16,-1-5-272-16,-1-3-333 0,1-2-405 15,-2-1-373-15,2-3 48 0,0-3 796 0</inkml:trace>
  <inkml:trace contextRef="#ctx0" brushRef="#br1" timeOffset="78186.57">17548 8703 112 0,'0'0'687'15,"0"3"451"-15,-2-1 114 0,2 2-125 0,-1 0-358 16,1 1-247-16,1 0-139 0,-1 0-74 16,2 1-51-16,0 0-40 0,-1 0-55 0,2-4-63 15,-1 4-43-15,5-5-22 0,-3 1-8 16,2-5 3-16,2 0 3 0,0-5-1 0,0-1 1 15,1-3 5-15,0-1 0 0,-1 0-5 0,-2-1-4 16,1 0-1-16,-2 4 2 0,-1 0-3 16,0 3-4-16,-2 1-3 0,0 1-1 0,-1 3-3 15,1 2-6-15,-1 1-3 0,1 5-3 0,2 5-1 16,0 3-1-16,0 8-1 0,3 3 0 0,1 7 1 16,4 5-2-16,-1 5 1 15,2 3-1-15,1 5 1 0,-1 3 1 0,3 4 0 0,-2 2 1 16,0 3 1-16,1 1 1 0,-5 1-2 15,2-1 0-15,-4-1-1 0,-2-3 0 0,0-3 6 16,-3-3 4-16,-3-7 2 0,0-4 1 16,-1-4 4-16,-7-7 3 0,3-4-4 0,-4-4 0 15,-3-7-3-15,-2-5 0 0,-3-7-4 0,-2-4-3 16,-1-6-2-16,-1-7-1 0,-1-7-2 0,1-2-1 16,0-7-1-16,3-4 0 0,0-3 0 15,2-4-1-15,4-3 0 0,2 0 0 0,6-1-1 16,2 1 0-16,4 1-1 0,1 2-1 15,3 1 0-15,6 1 2 0,0 2-1 0,5-1 1 16,1 5 1-16,2-2 1 0,2 0-1 0,1 3 0 16,-2-1 0-16,3 6-1 0,-5-1-2 15,2 4-6-15,-3 4-15 0,-1 2-27 0,-3 4-63 16,-2 5-72-16,-4 4-144 0,2 4-237 0,-4 4-307 16,0 5-352-16,-1 3-266 0,0 3-73 15,3 3 552-15</inkml:trace>
  <inkml:trace contextRef="#ctx0" brushRef="#br1" timeOffset="78527.35">18089 9297 79 0,'6'-17'657'0,"-1"-1"495"0,0-3 185 0,-1-2-56 16,1-4-348-16,0-4-345 0,3-3-185 15,-2-2-105-15,4-5-69 0,-1-5-76 0,2-1-49 16,2-4-30-16,1-1-20 0,0 0-7 15,0 2-14-15,1 3-3 0,0 5-8 0,-3 6-3 16,-1 6-3-16,0 6 0 0,-3 6 1 0,-2 5 2 16,2 4-2-16,0 6 3 0,-2 4 2 15,2 7 0-15,0 4-2 0,0 7-2 0,-2 6-4 16,2 6-4-16,-1 5-3 0,2 3-1 0,-3 4-4 16,1 2 0-16,-1 0-2 0,0 2-1 15,0-1-1-15,-1-1 1 0,2-3-1 0,-3-4-1 16,1-1 1-16,0-7-1 0,1-3-7 15,-3-3-17-15,2-6-34 0,-2-4-71 0,-1 1-75 16,-4-7-140-16,2-4-214 0,-5-3-309 0,1-2-321 16,-4-3-217-16,0-4-62 0,-2-3 477 15,-2-2 580-15</inkml:trace>
  <inkml:trace contextRef="#ctx0" brushRef="#br1" timeOffset="78712.74">18216 8888 207 0,'6'0'788'0,"-2"0"386"16,1 4 47-16,2-2-168 0,-1 3-397 0,6-3-267 16,0 4-109-16,3 0-57 0,1-3-34 15,1 1-27-15,4-2-38 0,1 1-33 0,4-3-35 16,-1 0-25-16,2-1-13 0,-2-1-12 0,5-1-17 16,-3 2-55-16,2-1-71 0,-6 0-160 15,1 1-291-15,-5 1-294 0,1 0-307 0,-2 3-203 16,-2-1 102-16,-2 0 603 0</inkml:trace>
  <inkml:trace contextRef="#ctx0" brushRef="#br1" timeOffset="82829.17">5466 8479 73 0,'4'-1'361'16,"-1"-1"249"-16,0 2 222 0,-3-1-8 15,2 1-124-15,1 0-114 0,-1 0-98 0,-1 0-88 16,-1 0-73-16,0 0-85 0,2 0-74 16,-2 0-48-16,2 1-8 0,-1 1 22 0,1-1 20 15,1 1 8-15,1 0-2 0,1 2-11 0,0 0-23 16,0 1-35-16,1 0-23 0,2 1-20 0,1 0-5 15,-2 5-1-15,4-3 0 0,0 1 2 16,0 1-5-16,0 2-1 0,3 1-3 0,-1 2 2 16,3-1-5-16,-2 3-2 0,3-1 2 0,1 2 2 15,-1 0 1-15,2 3-2 0,-3-1-3 16,3 1-3-16,-3-2-4 0,1 1-5 0,-1-2-4 16,1-2-3-16,-2 1-1 0,0-2-3 15,0-2-2-15,-1-1-1 0,-1-2-1 0,-1 1 0 16,-1-4-1-16,-1 0-1 0,-1-1 0 15,-1-1 1-15,-3-3-2 0,0 2 0 0,-2-2 0 16,0-2 1-16,0 2-1 0,-3 0 3 0,3-2 2 16,-3 0-1-16,-3 0 0 0,0-2 0 15,2 0-3-15,-3 0-2 0,1-2-10 0,-2 2-15 16,0-2-21-16,-1 0-54 0,-3 1-66 0,1 1-87 16,0-4-142-16,-3 4-208 0,1-2-305 0,1 3-260 15,-2-1-208-15,3-1 31 0,0 0 481 16</inkml:trace>
  <inkml:trace contextRef="#ctx0" brushRef="#br1" timeOffset="83144.25">5783 8887 91 0,'5'5'369'0,"0"2"233"15,1-2 230-15,2 1 8 0,0 2-114 16,1-1-116-16,1 1-98 0,2 3-81 0,-2-2-97 15,4 0-100-15,-3 0-86 0,2-1-42 16,1-2-23-16,0 0-20 0,2-2-2 0,-3 0 46 16,1-3 34-16,-3-2 8 0,0-3 7 15,2 0 2-15,-4-4-1 0,-1-1-38 0,1-4-24 16,-2-1-14-16,-2-2-13 0,-2-1-9 0,0-1-10 16,-1-2-8-16,-4 2-11 0,1 1-9 15,-3 0-7-15,0-2-5 0,-3-1-4 0,1 4-4 16,-3-2-4-16,2 4-10 0,-1 2-30 0,-1 0-73 15,3 3-93-15,1 4-182 0,0-1-290 16,2 2-332-16,1 4-356 0,2 2-195 0,0 1 219 16,2 3 701-16</inkml:trace>
  <inkml:trace contextRef="#ctx0" brushRef="#br1" timeOffset="84105.45">7412 8325 90 0,'0'-1'380'16,"0"-3"248"-16,0 2 225 0,0 0-18 0,0-1-128 16,0 2-118-16,0-1-96 0,0 0-77 0,0 1-67 15,0 1-57-15,0-2-41 0,1 2-21 16,-1 0-12-16,0 2-18 0,2-2-20 0,-2 0-30 16,1 1-30-16,-1-1-32 0,0 2-24 15,2 0-15-15,-2 2-7 0,2 0-8 0,-1 4-4 16,2 2-5-16,-1 3 1 0,0 3-1 0,-1 2 0 15,1 3-3-15,1-1 1 0,-1 5-2 16,-1 2-2-16,2-2-3 0,-3 1-2 0,0-1-3 16,0 1-4-16,0-1-1 0,0-2-1 0,0-2-2 15,0-1-1-15,-3 0 0 0,3-3-2 16,0-2-2-16,-1-4-2 0,1 0-3 0,0-3-10 16,0-2-17-16,0-3-29 0,0-1-57 15,0-4-61-15,-2-3-90 0,0-4-144 0,1-1-213 16,-2-4-291-16,1-1-236 0,-1 1-195 0,0-3 68 15,-1 3 491-15</inkml:trace>
  <inkml:trace contextRef="#ctx0" brushRef="#br1" timeOffset="84345.88">7358 8587 285 0,'-2'9'704'15,"-1"3"341"-15,1 0 114 0,1 0-259 0,1 3-251 16,0 1-167-16,3 3-86 0,0-1-56 0,2 1-55 15,0 0-47-15,1 0-41 0,0-1-44 16,2 0-54-16,0-2-39 0,2-1-23 0,-1-2-14 16,2-3-8-16,-1-3-6 0,2-3 2 15,1-2 1-15,1-4 0 0,-1-2-1 0,4-3 2 16,-4-5-1-16,4-2-3 0,-1-2-2 16,0-4-4-16,0 1-11 0,-2-4-53 0,0 2-65 0,-2 0-105 15,0 2-204-15,-4-1-299 0,0 2-326 16,1 2-276-16,-4 1-141 0,-2 1 325 0,0-1 655 15</inkml:trace>
  <inkml:trace contextRef="#ctx0" brushRef="#br1" timeOffset="85497.54">9888 8341 184 0,'0'2'546'0,"1"-1"379"0,-1-1 229 0,0 2-199 15,0-2-157-15,0 1-122 0,-1 1-126 16,1-1-121-16,-2 0-91 0,-1 1-59 0,1 1-69 16,-1 0-68-16,0 0-39 0,-3 1-24 0,1-1-19 15,0 2-13-15,-3 1-7 0,2 2-5 16,-3-1-5-16,-1 2-2 0,0 0-3 0,-3 3-6 15,0 4-4-15,-3-2-2 0,-2 5-4 16,0 1-1-16,-2-1-3 0,-2 6-1 0,0-3-1 16,0 0-1-16,3 1-1 0,0-2-1 0,3 0 0 15,1-2-1-15,0-2-1 0,3-1-1 0,2-3 0 16,-1-1 0-16,3-4 0 0,2 1-3 16,0-4-5-16,1 0-14 0,1 1-18 0,1-3-38 15,-1-3-56-15,4 2-62 0,-2-4-58 16,2 0-96-16,0-1-138 0,0-3-159 15,2 0-233-15,-2-1-218 0,4-1-174 0,-4 2 124 0,2-1 423 16</inkml:trace>
  <inkml:trace contextRef="#ctx0" brushRef="#br1" timeOffset="85791.39">9437 8643 371 0,'-4'4'829'0,"-1"0"331"0,0 1 29 15,0 1-312-15,0-1-249 0,-1 2-151 16,3 1-101-16,0 1-67 0,-2 0-51 0,3 1-38 16,-2 2-43-16,0-2-51 0,1 1-41 15,2 1-22-15,-4-1-16 0,2 1-10 0,1 0-9 16,-1-1-9-16,2 0-7 0,-1 1-6 0,2-4-3 16,-2 1-6-16,4-1-2 0,-2-3 1 15,2-1-2-15,1 1-1 0,0-2 2 0,5-1 1 16,-2-2 3-16,2-2 0 0,3-2 0 0,3-1-3 15,-1-2-11-15,1-2-42 0,2-2-62 16,1 0-67-16,1-2-129 0,-1 1-202 0,0 0-306 16,-1 0-276-16,-3 4-217 0,3 0-72 15,-5 3 414-15,0 2 548 0</inkml:trace>
  <inkml:trace contextRef="#ctx0" brushRef="#br1" timeOffset="86660.09">9783 10066 23 0,'5'2'210'0,"-3"1"116"15,-1-2 75-15,2 1-8 0,-3-1-34 0,2 0-4 16,0-1 37-16,-1 2 58 0,-1-2 50 16,2 0 19-16,-2 0-26 0,-2 0-14 15,2-2-3-15,0 2-42 0,-1 0-55 0,-3 0-55 0,1 0-43 16,-2 0-46-16,-1 0-58 0,0 0-37 16,-2 0-29-16,0 2-17 0,0 0-14 0,-1-1-11 15,-1 2-10-15,0-1-9 0,-2 0-6 16,3 2-5-16,-3-2-5 0,0 3-5 0,-1-3-6 15,1-2-3-15,-1 4-1 0,0-1-3 0,-1-2-2 16,1 2 0-16,1-3-1 0,1 2 1 16,-2-2-3-16,4 2-2 0,-1-2-2 0,2 0-1 15,-1 0-3-15,2 0-1 0,1 0-1 16,1 0 0-16,0-2-1 0,-1 2 0 0,3-2-1 16,0 2-1-16,0 0-1 0,1-3 0 0,-1 2-1 15,1 0-1-15,2-2 0 0,-1 0-5 0,1 1-8 16,0-1-12-16,1 0-17 0,-1-2-23 15,2 1-35-15,0 1-70 0,-1-2-73 0,1 3-131 16,-1-1-193-16,-1 0-302 0,2 1-325 16,-2 2-212-16,0 0-66 0,0 0 459 0,0 2 574 15</inkml:trace>
  <inkml:trace contextRef="#ctx0" brushRef="#br1" timeOffset="87009.7">9442 10200 115 0,'-5'3'520'0,"1"0"376"0,-1 0 244 16,0-2-102-16,0-1-257 0,0 0-135 0,-1 0-121 15,2 0-101-15,0-1-87 0,-1-1-60 16,-1 1-53-16,0-4-70 0,-2 1-42 0,2-2-24 16,-1-2-14-16,-1 1-10 0,-1-2-6 0,-1-2-9 15,2 1-7-15,-1-2-5 0,-2 0-2 0,3-1-2 16,1 0-5-16,-2 1-2 0,1 2-4 15,2-2-5-15,-1 1-4 0,0 1-5 0,1-1-4 16,1 0-2-16,1 4-2 0,1-2-1 16,0 5-1-16,1-1 0 0,-1 1-1 0,3 1-1 15,0 1-2-15,0 1 2 0,3-1 0 16,2 2 1-16,2 2 2 0,2-1 2 0,2 1-1 16,2-1 1-16,1 2 1 0,0 0-2 0,2 0 0 15,0 0-2-15,1 0-1 0,-1 0-1 16,1-2 0-16,0-1-2 0,1 0-4 0,-2 0-22 15,0-1-55-15,-2 0-78 0,-1-3-151 0,-4 3-273 16,1 0-325-16,-3-1-373 0,-2 1-310 16,-1-1 4-16,-4-1 677 0</inkml:trace>
  <inkml:trace contextRef="#ctx0" brushRef="#br1" timeOffset="88297.29">5508 10204 305 0,'-2'2'695'15,"2"1"350"-15,0-2 103 0,-1-1-288 16,-1 2-232-16,2-2-183 0,0 1-145 0,2-1-100 16,-1 2-71-16,1-1-53 0,1-1-34 15,-1 2-17-15,3-1-12 0,-2-1-3 0,3 2 16 16,3-2 12-16,-2 0 7 0,1 0-4 16,4-2-3-16,-2 2 1 0,1-1-15 0,3-1-7 15,-1 1-11-15,1-2 0 0,0 1 0 0,3-1-3 16,0 2 1-16,1-2 0 0,-3 0 3 0,4 0 1 15,-3 0 1-15,1 0-3 0,-3-1-7 16,2 1-5-16,-3 1 1 0,-1-1-2 0,-2 0 1 16,-2 1-11-16,-1 2-22 0,-2 0-39 15,-5-3-127-15,0 3-185 0,-5 0-296 0,-1 3-273 16,2-3-247-16,-4 2-95 0,-1 2 387 0,0 0 502 16</inkml:trace>
  <inkml:trace contextRef="#ctx0" brushRef="#br1" timeOffset="88606.96">5742 10109 206 0,'9'-1'395'0,"-2"0"171"16,1 1 88-16,3 0-161 0,0 1-84 15,0 0-38-15,3 2-11 0,-1-3-9 0,1 4-4 16,2-1-25-16,0 0-46 0,-2 1-39 15,0-1-32-15,-1 0-35 0,1 0-33 0,-3 2-28 16,0-1-12-16,0 1-6 0,0 1 16 0,-3 1 51 16,0 0 25-16,0 3 9 0,-2-2-5 15,-1 2-11-15,-2-1-27 0,-1 0-51 0,-2 0-31 16,-2 1-21-16,-1 0-15 0,-2 1-11 16,-1 0-9-16,-2 1-6 0,0-2-5 0,-3 1-12 15,-1 1-52-15,-1 1-62 0,-3-5-104 0,2 4-180 16,1-2-297-16,-1 1-325 0,1-2-282 15,1 1-164-15,2-1 275 0,2 2 633 0</inkml:trace>
  <inkml:trace contextRef="#ctx0" brushRef="#br1" timeOffset="89491.58">5824 12199 133 0,'-1'7'299'0,"-1"-4"130"15,2 2 59-15,-1-3-110 0,-1 4-69 0,2-1-8 16,0-3 43-16,0 2 58 0,0-2 50 0,-2 2 24 16,2-3-23-16,0 0-44 0,-1-1-59 15,1 0-36-15,0 2-18 0,0-2-33 0,1 1-27 16,-1-1-27-16,0 0-31 0,2 0-43 15,-2 0-50-15,0 0-35 0,0-1-22 0,3-1-16 16,-1 0-6-16,1-3-4 0,2-1-2 0,2-6 2 16,1 3-1-16,2-3 3 0,2-3 1 0,0 0 2 15,0-2 0-15,4 0-1 0,-2-2 1 16,2-2-3-16,0 3 2 0,1-3-2 0,-2 2 1 16,0 0 1-16,0 0-3 0,-1 0-1 15,-3 5-1-15,1-1 0 0,-2 2-4 0,-4 2-3 16,-1 0-38-16,0 5-66 0,-5-1-135 0,-3 3-257 15,0 0-288-15,-4 3-349 0,-1 0-312 16,-4 1-72-16,2 1 536 0</inkml:trace>
  <inkml:trace contextRef="#ctx0" brushRef="#br1" timeOffset="89756.32">6000 11826 188 0,'9'-5'521'0,"-2"-1"285"0,2 0 203 16,-1 0-110-16,3-1-240 0,3 0-172 0,-3-3-106 16,5 1-84-16,-2-2-84 0,2 3-71 15,0 0-54-15,1-1-38 0,-1 1-16 0,0 3-10 16,-2 0-10-16,0 3 5 0,-1 0 10 16,-2 2 47-16,0 2 48 0,-1 0 38 0,-4 3 20 15,1 0-7-15,-3 3-15 0,-1 3-36 0,-1 2-43 16,-4 1-32-16,2 3-25 0,-3-1-12 0,-3 1-29 15,3 2-62-15,-4-1-62 0,1-1-138 16,-1 0-219-16,0-1-307 0,2-3-312 16,0-1-235-16,1-5-64 0,2 0 467 0</inkml:trace>
  <inkml:trace contextRef="#ctx0" brushRef="#br1" timeOffset="90507.19">7714 11824 220 0,'3'4'721'0,"-2"1"405"0,-1-1 101 16,0 3-223-16,0 0-220 0,2 2-198 0,-1 2-151 15,1-1-95-15,0 2-62 0,-1 3-53 16,1-1-75-16,1 1-52 0,0 1-34 0,-1-1-22 16,1 1-13-16,0-2-11 0,-1 0-7 15,2-3-7-15,-2 2-5 0,-1-3-3 0,1 0-4 16,1 0-8-16,-3-1-41 0,2 0-70 15,-4-2-114-15,1 4-192 0,-3-1-297 0,1 0-336 16,-1 1-319-16,-1-3-145 0,2 4 351 0,-2-5 655 16</inkml:trace>
  <inkml:trace contextRef="#ctx0" brushRef="#br1" timeOffset="90806.42">7584 11865 50 0,'-5'0'512'16,"1"-1"374"-16,2-1 187 0,0-1-28 0,2-2-350 15,0 1-260-15,4-5-160 0,0 1-75 16,3-3-35-16,2-2-28 0,-1 0-31 0,3-2-27 16,0-2-22-16,0 0-12 0,0 1-12 15,2 3-7-15,-2-2-4 0,-1 3-8 0,0 2-5 16,-3 0-1-16,1 3 8 0,-2 2 14 0,0 2 67 15,1 3 55-15,-2 2 29 0,-1 2 5 16,1 4-12-16,0 0-17 0,-1 5-53 0,1 4-44 16,-2 0-26-16,-1 4-16 0,1 2-16 15,-3 2-67-15,3 1-69 0,-3-2-152 0,0 1-285 16,2-3-298-16,-2-1-359 0,3-2-239 0,2-3 15 16,-1-4 630-16</inkml:trace>
  <inkml:trace contextRef="#ctx0" brushRef="#br1" timeOffset="91707.9">9663 11681 164 0,'3'-5'364'16,"-1"1"177"-16,0 0 76 0,-1 1-99 0,2 2-98 16,-1-1-66-16,0 1-1 0,-1-1 22 0,2 2 12 15,-1 2-12-15,4-1-26 0,-3 1-31 16,2 1-37-16,0 0-22 0,1 3-16 0,1 0-11 15,0 1-11-15,1 2-18 0,0 1-22 16,1 1-36-16,1 1-34 0,-2 2-28 0,0 0-18 16,1 2-16-16,-1-1-14 0,0 1-10 15,0-1-8-15,0 1-8 0,-2-2-3 0,-1-1-3 16,2-2-2-16,-3 0-5 0,2-2-8 0,-3-1-36 16,-1-2-67-16,-2-1-75 0,0-3-148 0,-2 1-220 15,-1-3-316-15,-1-3-306 0,1 1-208 16,-2-4 0-16,2-1 517 0</inkml:trace>
  <inkml:trace contextRef="#ctx0" brushRef="#br1" timeOffset="92035.63">9622 11776 70 0,'-4'-6'413'0,"0"-2"258"15,-1 2 209-15,4-5 27 0,-1-3-200 16,1-1-171-16,1-3-107 0,1-4-46 0,1 2-45 16,-1-3-41-16,4-2-31 0,-1 0-34 0,0-2-24 15,2 2-21-15,-1-1-27 0,0 2-32 16,0 1-34-16,0 1-20 0,-1 4-17 0,2 1-15 16,-1 3-9-16,0 1-10 0,0 4-5 0,0 3 4 15,-1 2 8-15,5 4 6 0,-2 0 4 16,-1 4 4-16,2 5-2 0,1 1-7 0,0 5-10 15,0 0-7-15,0 0-6 0,-1 4-3 16,0 1-5-16,0-1-3 0,0 1-8 0,0 0-32 16,-2 0-80-16,-1-3-125 0,-3-2-236 0,1 1-296 15,0-4-360-15,0-1-373 0,-3 0-111 0,-3-3 494 16,-1-2 723-16</inkml:trace>
  <inkml:trace contextRef="#ctx0" brushRef="#br1" timeOffset="95629.23">4844 8774 77 0,'2'0'376'0,"1"0"240"15,1 0 176-15,-2-2-84 0,1 2-185 0,0 0-120 16,-1 0-75-16,0 0-35 0,-1 0-21 16,2 0-25-16,-1 0-44 0,0 0-50 0,-1 0-51 15,-1 0-41-15,2 0-31 0,1 0 28 16,0 0 19-16,-2 0 7 0,2 2 2 0,1-2 13 15,-1 0 2-15,0 1-38 0,2-1-20 16,0 0-10-16,0 1-5 0,2 1-15 0,-2-2 18 0,3 1 17 16,-2 1 11-16,2-1 6 0,0 0 7 15,-2-1 6-15,1 0-17 0,2 2 23 16,-1 0 12-16,0-1 8 0,2-1-3 0,-1 2-1 16,0-1-4-16,1 1-36 0,-1-1-18 0,1 1-5 15,0-1-6-15,0 1-2 0,0-1-3 16,-2 2-2-16,4-1-3 0,-2-1-9 0,0-1-9 15,-1 1 1-15,2 1 1 0,0 0-5 16,0-2 0-16,-1 1 4 0,-1-1 9 0,2 0-2 16,0 1-4-16,-1-1 6 0,1 0-2 0,-2 0-5 15,3 0 0-15,-2 0-4 0,0 3 0 0,0-3-1 16,0 1-1-16,0-1 0 0,-2 1-1 16,0-1 0-16,3 1 1 0,-3-1 1 15,0 0 0-15,3 2-1 0,-3-2 2 0,1 0-1 16,-1 0-1-16,1 0-1 0,1 0-1 0,-2 0 2 15,3 0 0-15,-3 0 1 0,0-2 1 16,4 2 0-16,-4-1 1 0,2 1-1 0,2-1 2 16,-2 1 6-16,1 0 4 0,0-1 1 0,2 1 1 15,-2 0 1-15,0 0 0 0,0 0-7 0,0 0-3 16,2 0 0-16,-2 1 1 0,1-1-1 16,0 0 1-16,0 1-1 0,-1-1 0 0,0 0-1 15,-1 1-1-15,1-1-2 0,0 0 0 16,-1 0 1-16,0 0-1 0,0 0 0 0,1 0 2 0,0 0 0 15,0 2 0-15,0-2 2 0,0 0 6 16,2 3 2-16,-2-3 1 0,0 0 0 16,2 0 1-16,1 0-3 0,-3 2-2 0,3-2-3 15,-1 0-7-15,1 0 2 0,-1 3 0 16,0-2 1-16,-1-1 0 0,1 2-1 0,1-2 6 16,-3 0-2-16,3 1-2 0,-4 1-1 0,1-2-2 15,0 0 0-15,-2 2 0 0,1-2-2 0,1 1 2 16,-2-1 1-16,-1 0 1 0,0 0 3 15,3 0 1-15,-3 0 1 0,0-1 3 0,1-1-3 16,-1 0-1-16,-1 1 0 0,1-1-2 16,-2 1-1-16,2-2-4 0,-2 1 1 0,2 2 0 15,-3-3-1-15,1 1 0 0,-1 1 0 0,0 0 0 16,-1 1-2-16,0-1 0 0,-1 1 0 16,2-3 0-16,-2 3-1 0,1 0 0 0,-1-1 2 15,1 1 0-15,-1 0-1 0,0-1 0 16,0 1 0-16,2-2 0 0,-2 0 0 0,2 1 0 0,-1 1 0 15,1-1 0-15,-1-1 0 16,0 0 1-16,1 1-2 0,0 0 1 0,1 1 1 16,0-2-1-16,1 1-1 0,-1-1 1 0,-1 2 1 15,4-1 0-15,-2-1-1 0,1 1 0 16,-2-1 0-16,5 1 0 0,-3-1-1 0,0 0 0 16,1 1 1-16,-1 0 0 0,0-1 1 0,0 1-1 15,1-1 1-15,1 1 1 0,0 0-2 0,0-1 1 16,0 0 0-16,1 0-1 0,0 0 1 15,-1 2 1-15,-1-2 1 0,4 1-2 0,-2 0 1 16,0-1 3-16,3 2 3 0,-1 0 1 16,2-2 0-16,0 1 1 0,4-1 1 0,-2 2-3 15,2-4-5-15,3 4 1 0,-3-2-2 0,3-1 0 16,0-1-1-16,2 0 0 0,-1 0 0 0,0-2 0 16,-1 2-1-16,2-2 1 0,-2 0-1 15,0 0 0-15,2 0 0 0,-3 1 0 0,-1 1 0 16,2-2-1-16,-3 3 1 0,2-3-1 15,-1 4 0-15,-2-1 0 0,2 0 0 0,-3 2 0 16,1 0 0-16,2-2 0 0,-2 2 1 0,-1-2-1 16,1 1-1-16,1 1 1 0,-2 1 1 15,-1-1-1-15,1-1 2 0,-1 0-1 0,0 2 2 16,-2-1 0-16,3 0-1 0,-4 1 1 0,3 0-1 16,-2-2-1-16,0 1 1 0,-1 1 0 15,0-2-1-15,1 1 1 0,-3 1-1 0,1-2 1 16,0 2 0-16,-1 0 0 0,1-1 0 0,-2 1-1 15,1-2 1-15,0 2 0 0,0-1 0 16,0 1-1-16,-1-2 0 0,-1 2 1 0,2 0-1 16,-3-2 0-16,3 2 1 0,-3 0-1 15,1 0 0-15,1 0 1 0,-2 0-1 0,3 0 0 16,-1 0 0-16,-1 0 1 0,2 0-1 16,-3 0 1-16,2 0-1 0,0 0 0 0,-2 0 0 15,2 0 0-15,-2 0 0 0,3-1 0 0,-3 1 0 16,2-1-1-16,0 1 0 0,-2-2 1 15,2 2 0-15,-2-1-1 0,3-1 1 0,-3 1 0 16,0 1 1-16,1 0-1 0,-1-1 1 0,0 1 0 16,0 0-1-16,1-2 0 0,1 2-1 0,-2 0 1 15,1 0-1-15,1 0 0 0,-1 0 0 16,2 0 0-16,-1 0 0 0,-1 0 0 0,2 0 0 16,0 2 1-16,1-2-1 0,-2 0-1 15,1 0 1-15,1 0 1 0,0 0-1 0,-2-2 0 16,-1 2 1-16,2-2 0 0,0 2 0 15,-1 0-1-15,2 0 0 0,-2 0 1 0,0 0-1 16,0 0 1-16,0 0 0 0,0 0 1 0,0 0-1 16,0 0 1-16,1 0 0 0,0 2 0 0,0-2 0 15,-1 2 0-15,1-2-1 0,-2 1 1 16,1-1 0-16,1 1 0 0,-3 1-1 16,1-1 2-16,1 1-1 0,-1-2 0 0,-1 1-1 15,3 0 1-15,-3 1 0 0,0 0-1 0,0-1 1 16,1 2 0-16,1-1 0 0,-2-1 0 0,1 1 0 15,-1-1 0-15,0 1-1 0,0 0 1 16,1 0-1-16,-1-2 1 0,0 2 1 0,-1-1-1 16,2 0 0-16,-1 1 0 0,-2-2 0 15,2 2 0-15,0-1-1 0,0 0 0 0,0 2 0 16,0-2 0-16,0-1 1 0,0 1-1 0,-2 0 0 16,4 1 0-16,-1-2 0 0,-1 3 1 15,0-3 0-15,1 2-1 0,-1-2 0 0,0 0 0 16,0 3 0-16,1-2 0 0,-1 1 0 0,0-1 0 15,-1 1 0-15,2-2 0 0,-1 2 0 0,0-1 1 16,0 0-1-16,1 1 0 0,-1-2 0 16,0 2 0-16,1-1 0 0,-1 0 0 0,0-1 0 15,2 2 0-15,-1 0 0 0,-1-1 0 16,2-1-1-16,-1 1 1 0,1 1 0 0,-1-1 0 16,2 1-1-16,-3-2 0 0,3 1 1 0,-1 0 0 15,2-1 0-15,-2 2-1 0,2 0 1 16,-2-1 0-16,1-1 0 0,2 3-1 0,-2-3 0 15,-2 2 1-15,4-1 0 0,-2 1 0 16,0-1 0-16,0 1 0 0,0-1 1 0,3 0-1 16,-4 1 0-16,3-2 0 0,-1 2 0 15,-1-1 1-15,2 0 0 0,-2 1 0 0,0 0 0 16,3-1 1-16,-1 0-1 0,-1 2 0 0,1-2 0 16,0 0 0-16,1 0 0 0,-3-1 0 15,3 2 0-15,-3 1 0 0,2-3 0 0,0 0 0 16,-2 2 0-16,1-2 1 0,1 0-1 0,-3 0 0 15,2 3 0-15,-1-3 0 0,-1 1 0 0,2-1 0 16,-2 0-1-16,0 2 2 0,0-2-2 16,2 1 1-16,-3 1-1 0,2-2 1 0,0 0-1 15,2 2 0-15,-2-1 0 0,0-1 1 16,0 1-1-16,-1-1 1 0,-1 2-1 0,3-2 0 16,-2 2 1-16,1-2-1 0,0 1 0 0,-1-1 0 15,1 1 0-15,0-1 0 0,-2 2 0 16,3-2 0-16,0 2 0 0,-1-2 1 0,2 1-1 15,-2 0 0-15,0 1 0 0,3-2 0 16,-3 1 1-16,3 1-1 0,-1-1 0 0,0 0 0 16,1-1 0-16,0 2-1 0,0 0 1 15,1-1 0-15,0-1 1 0,-2 2-1 0,1-1 0 16,-1 1 0-16,0-1 0 0,1-1 0 0,0 2-1 16,0-2 2-16,-2 1-1 0,0-1 1 0,-1 2 1 15,2-2-1-15,-1 1 2 0,0-1 0 16,-3 1 2-16,4-1 0 0,-2 0 2 0,1 0 1 15,-1 0-1-15,-1 0-1 0,2 0-2 16,-2-1 0-16,1 1-2 0,2-1 0 0,-4-1 0 16,1 1 0-16,2 1 0 0,-4-2-1 0,2 1 0 15,1-1-1-15,-2 2 0 0,-1-1 1 0,2 1-1 16,-1-2 0-16,-1 2 0 0,0 0 0 16,1-1 0-16,-1 1-2 0,-1-2 0 15,1 2-2-15,1 0 0 0,-4 2-2 0,1-1-8 0,-1 2-21 16,-5 0-47-16,-3 3-86 0,-2 3-184 15,-6 1-275-15,-6 6-335 0,-7 2-408 16,-6 3-368-16,-6 6 105 0,-9 3 854 0</inkml:trace>
  <inkml:trace contextRef="#ctx0" brushRef="#br1" timeOffset="97959.91">5160 10062 112 0,'0'1'344'0,"0"-1"195"16,0 0 170-16,0 2-117 0,0-1-132 0,0 1-79 16,0 1-42-16,-3 0-31 0,3-1-22 15,0 3-18-15,-1-2-15 0,1 1-17 0,-2 2-22 16,2-1-26-16,0 0-32 0,-1-1-25 15,1 0-21-15,-2 0-14 0,2-1-12 0,0-2-9 16,0 3-3-16,0-3-12 0,0 0-12 16,2 1-9-16,-2-2-15 0,1 0-10 0,-1 1-8 0,2-1-1 15,-1 2-5-15,2-2 0 0,2 1 1 16,-2 1 4-16,3 1 57 0,1 0 28 0,2 0 16 16,-1 1 9-16,0 0 0 0,3 0-2 15,0 0-51-15,-1-1-26 0,1 0-15 0,1 0-7 16,0 0-7-16,0 0-4 0,1-3 0 0,0 2 3 15,1 1 0-15,0-2 0 0,0-1 1 16,1 2 1-16,0-2 2 0,-2 1 1 0,4-1-2 16,-4 0-2-16,4 0-1 0,-1 0 0 15,0-1-1-15,0 1-5 0,1 0 3 0,-1-2 1 16,3 2 2-16,0-4-2 0,-2 4 0 0,4-2 3 16,-2-1-3-16,1 0 1 0,1-2-1 15,-2 3 0-15,3-3-1 0,-2 0-2 0,0 0 0 16,0-1-1-16,2 0-1 0,-3 0 2 0,3 0 0 15,0 0 0-15,0-2-3 0,-1 1 3 16,1 0 1-16,-1 0-2 0,-2 1 0 0,3 1 1 16,-2 1-1-16,-2 0 0 0,2-1 0 15,-2 1-1-15,-1 1 2 0,2 1-3 0,-5 1 2 16,2-1-2-16,-2 1 1 0,-1 0-1 0,1 1 1 16,-1 0 2-16,-2-2-3 0,0 2 2 15,0-2 0-15,0 2 0 0,-3-1-1 0,0 0 1 16,1 1 1-16,-1-2-1 0,0 2 1 0,-3-2-1 15,2 2 4-15,0 0-5 0,-2 0 2 16,0 0-1-16,0 2 1 0,1 0 1 0,0-1-2 16,0 2 3-16,-1-1-2 0,2 0-1 0,-1 0 0 15,0 1-1-15,0-2 1 0,1 1-2 16,-1-1 1-16,2-1 1 0,0 0-2 0,0 0 4 16,0 0-2-16,0 0 1 0,3 0 1 0,-3-1 1 15,0 1-1-15,4-3-1 0,-4 1 2 16,3 1 1-16,0-1 0 0,2 1-2 15,-2 0-1-15,2-1 1 0,-2 0-2 0,1 2-2 16,1 0 2-16,-2 0-1 0,3 0 2 0,-2 0 1 16,1 0 1-16,0 0 0 0,1 0 2 0,-1 0-2 15,0 2 0-15,1-2 0 0,-1 0-1 0,2 2-1 16,-2-2 0-16,1 0 1 0,1 0-3 16,0 0 0-16,-2-2 0 0,3 2 2 15,-2-2-2-15,-1 2 1 0,1 0 0 0,-1-1 2 16,2 1 0-16,0 0-1 0,0 0 0 0,-2 1 0 15,3-1 2-15,-2 2-2 0,2 0 2 16,-2-1-3-16,2 0 2 0,-2 1-1 0,2 1-1 16,0-2 0-16,-1 2-1 0,2-1 1 0,-2-1 1 15,1 2 0-15,1-1 0 0,-2-1 0 16,2-1 1-16,-1 2-2 0,1-1 0 0,-1 1 0 16,0-1 1-16,0 0 2 0,1 1-3 0,0 1 2 15,-1-2 1-15,0 1 1 0,0 0-4 16,1-1 1-16,-1 0 1 0,3 1 3 0,-3 0-1 15,1 0-1-15,1 0 1 0,-1 1 0 16,2-3-3-16,-1 2 0 0,0 1 0 0,0-2-1 16,2 1 2-16,-1-1 2 0,-1 0-2 0,2-1 1 15,-2 3-3-15,2-3 1 0,-1 0-1 0,-1 0 0 16,2 0 2-16,-1 0-1 0,-3 0 1 16,1 0 0-16,1 0-1 0,-1 0 0 0,-1 2 0 15,1 0-1-15,1-2-1 0,-1 2-1 16,0-1 2-16,-1 0-1 0,2-1-2 0,-1 2 2 15,-1 0 2-15,0-1-1 0,1 0 0 0,-1 2 2 16,1-1 1-16,-1 1-1 0,2-2-2 16,0 2 1-16,-2-1 0 0,2 1-1 0,-2-2 0 15,2 1 3-15,-3 1 1 0,4-2-2 0,-3 0 0 16,1-1 1-16,-1 2-1 0,3 0 1 16,-2-2-2-16,-1 1 2 0,1-1 1 0,-1 1 0 15,1 1-2-15,-2-2 0 0,4 2 0 16,-3-1-2-16,1-1 1 0,2 1 3 0,-2 1-3 15,2 0 3-15,-1-2 1 0,2 0 1 0,-1 1-4 16,-1-1 0-16,0 0 0 0,0 0-1 16,1-1 0-16,0 1 0 0,-2 0 3 0,0-2-3 15,1 2 3-15,1-2 1 0,-3 2-3 0,3 0 0 16,-2 0 0-16,1 0 0 0,0 2 0 16,-1 0-1-16,1-2 3 0,0 2 0 0,-1 0-2 15,2 1 2-15,-1-1 0 0,0 1 3 0,0-2-2 16,2 2 2-16,-1 1 1 0,-1 0-1 0,2-2 1 15,-2 0-3-15,2 3 1 0,1-2 0 16,-2 0-3-16,1 1 1 0,2-1 2 16,-2 0-2-16,0 0 2 0,2 0 1 0,-1 0 0 15,-1-2 2-15,2 3-2 0,2-3 2 0,-3-1 2 16,2 1 1-16,1-1 0 0,0-1-1 16,-2 0-2-16,2-1-1 0,-1-1-3 0,-1 0-1 15,1 0-2-15,0 0-1 0,-1-1 0 0,-1 1 0 16,1-2 0-16,0 2 0 0,0 1-1 15,-4-2 0-15,2 2 0 0,-2 0-2 0,1 2 0 16,-2 0-1-16,-1 0 0 0,3 2 0 16,-3-1-1-16,1 2-1 0,-2-1-2 0,0 0-7 15,1 0-17-15,-2-1-43 0,-1 1-67 0,-1-1-66 16,-2-1-131-16,-2 0-200 0,-2 0-303 0,-1 0-279 16,-2 0-203-16,-6 0-69 0,-3 0 411 15,-4 2 549-15</inkml:trace>
  <inkml:trace contextRef="#ctx0" brushRef="#br1" timeOffset="100726.09">5851 11693 39 0,'0'0'279'0,"-1"1"163"15,1-1 151-15,0 0-42 0,0 0-163 16,1 0-111-16,-1 0-9 0,0 1-9 0,2-1-7 15,-2 2-4-15,1-2-13 0,-1 1-16 0,2-1-40 16,1 0 29-16,-3 2 12 0,3-2 3 0,1 0-5 16,0-2-17-16,1 2-11 0,1-1-56 15,-1-1-43-15,3 2-29 0,1-1-20 16,-1 1-12-16,-1-1-10 0,1 1 13 0,2 0 5 16,-3 0 2-16,1 1 0 0,3 0 1 0,-2 2-3 15,-1-1-19-15,2-1-4 0,-1 1-5 0,2 1 34 16,-3 0 33-16,3 0 22 0,0 1 7 15,-3-1-1-15,5 1 2 0,-4-1-28 16,1 2-28-16,2 0-18 0,-2-1-5 0,0 1-5 16,2-3-6-16,-1 2-3 0,0 1-4 15,-1-3-2-15,-1 2-2 0,1-4 3 0,2 4 1 16,-4-3-4-16,2 1 1 0,-1-1 1 0,1-1 0 16,-2 0 3-16,1 2 4 0,-1-2 1 0,2 0 1 15,0-2 0-15,0 2-1 0,0 0-4 16,2 0-2-16,-1 0-2 0,-1 0 0 0,2 0 1 15,1 0 1-15,-2 2 0 0,0-2-1 0,2 1 1 16,-1 1 1-16,0-1 1 0,-1 1-2 16,3-2 0-16,-3 3 1 0,3-1 1 0,-1-1-5 15,-2-1-1-15,3 1-2 0,-3 1 2 16,3-2-3-16,-1 0 10 0,1 0 7 0,0 0 5 16,1-2 0-16,-1 1 0 0,0 1-1 15,0-3-8-15,-1 1-9 0,1 1-2 0,-1 1-1 16,-2-2-2-16,0 1 0 0,2-1-1 0,-1 1 1 15,-2 1 0-15,0-2-1 0,2 2 0 0,-4 0 1 16,2 0 1-16,0 0-2 0,-2 0 0 16,2 0 2-16,-2 0 0 0,3 0-2 15,-2 0 1-15,-2 0 0 0,2-1 1 0,1 1-3 16,-2-2 1-16,0 2 1 0,2-1-1 0,-2-1 1 16,2 0 3-16,-1-1 4 0,1 2 0 0,1-1 1 15,0-3-1-15,-2 1 0 0,3 2-3 16,0-1-4-16,-1-2-2 0,2 2 0 0,-4-1-1 15,3 0 0-15,0 1 0 0,-2 1 0 16,-1-3 0-16,2 3 0 0,0-2 0 0,-1 2 0 16,1-3 0-16,-2 2 0 0,1 0-1 0,1-1 1 15,-2-2 0-15,-1 3 1 0,0 0-1 16,1-2 1-16,-1 1 0 0,1 2 0 0,-3-1 0 16,3 0 0-16,-4 0-1 0,1 1 1 15,2-1-2-15,-2 2 1 0,2-1 1 0,-1 0-1 0,1 2 1 16,-1 0 1-16,1-1 0 0,2 1 0 15,0 0-1-15,0 0 0 0,0 0 0 0,-2 0-1 16,4-2 1-16,-2 2 0 0,1 0 0 16,0-1 2-16,-3 1-1 0,3-1 0 15,-2 1 0-15,1 0 0 0,-2-2 0 0,1 2-1 16,1 0 0-16,-2-1 1 0,0 1 0 0,0 0-1 16,0 0 1-16,-2 0 0 0,2 0 0 0,1 0 1 15,-1 1-1-15,0-1 0 0,-1 0-1 16,2 2 1-16,-1-2 0 0,0 1-1 0,1 0 0 15,-1 1 2-15,0-1 0 0,3-1-2 0,-2 2 0 16,1-2 1-16,1 2 0 0,3-2 0 16,-1 1 0-16,1-1 0 0,-1 0 0 0,4 0 1 15,-2-1-2-15,0 1 1 0,1-2-1 16,1 0 1-16,0 2-1 0,1-3 0 0,-2 2 0 16,2 0-1-16,-1 1 0 0,-1-2 0 15,1 1 0-15,-3-1 0 0,2 2-1 0,0 0 2 0,-2 0-1 16,-1 0 1-16,1 0 0 0,0 0 0 15,-2 0 1-15,0 2-1 0,-1-2 1 0,0 1 0 16,0-1 1-16,0 0-1 0,-1 0-1 16,2 0 0-16,-4 0 0 0,2 0 0 0,-1 0-2 15,1 0 2-15,-2 0-1 0,3 0 2 16,-3 0 2-16,1 0-2 0,-1 0 1 0,1 0-1 16,-2 0 1-16,3 0 2 0,-1 0 0 15,-1 0 2-15,1 2 1 0,-1-2 1 0,3 0 2 16,-3 1-5-16,2-1 0 0,1 1-1 0,-2-1-1 15,1 0-1-15,-1 0 0 0,2 0 0 16,-1 0-1-16,2-1 1 0,-2 1-1 0,0-1-1 16,0 1 0-16,0-2 1 0,1 1-1 0,0-1 1 15,0 2 0-15,-1 0 0 0,0-1 1 16,0 1 1-16,1 0 0 0,2 0 2 0,-4 0 0 16,3 0 0-16,0 0 1 0,-1 0-2 15,0 0 0-15,0 0-1 0,-1 1-1 0,2-1 0 0,-2 0 0 16,0 0 0-16,0-1-1 0,0 1 0 15,-2-1-1-15,3-1 1 0,-3 2-1 0,0-2 1 16,0 1 0-16,-1 0 0 0,1-1 0 16,-3-1 0-16,2 1-1 0,-1 2 0 0,0-1 0 15,0-1 0-15,-1 1 1 0,0-1-1 16,0 2 1-16,1-1 0 0,2 1 1 0,-3-1 0 16,1 1 0-16,1 0 0 0,0-2-1 0,1 2 0 15,0 0 0-15,-1-2 0 0,2 2-1 16,-1-2 1-16,0 2-1 0,1-3 1 0,0 3 0 15,0-1-1-15,0 0 0 0,0 0-1 0,1-2 1 16,0 1 1-16,0 0-1 0,-2 0 0 16,2 1 0-16,-2 0 1 0,3-2-1 0,-2 1 0 15,-1 1-1-15,3-1 1 0,-3-1 0 16,0 0-1-16,3 2 0 0,-3-3 1 0,0 3 0 16,2-1 0-16,-3 0 1 0,1-1 1 0,0 1-2 15,-1 0 2-15,0 0-1 0,1-1 1 16,-1 0-2-16,-1 1 2 0,3-1-1 0,-4 2 1 15,2-1 1-15,-1 1 1 0,0-1 0 16,2 2 1-16,-2-1 0 0,2 0 0 0,-3-1-1 16,3 2-1-16,0 0-1 0,-2-2-2 0,2 0 2 15,-1 2-1-15,2-3 0 0,-3 3 0 16,2-1 0-16,2 0 1 0,-1 0 0 0,-1-2 0 16,0 1-1-16,1 2 1 0,1-2-1 0,0 0 0 15,0 1-1-15,0 0 1 0,1-1 0 0,0-1-1 16,-1 2 1-16,1-2 0 0,1 1 0 15,-1-1 0-15,-1 2 0 0,4-3 0 0,-3 3 1 16,-1-1 0-16,4 0 0 0,-3 0-1 16,1 1 1-16,0-1 2 0,-1 0-1 0,1 0 1 15,-2 0-1-15,0 2 1 0,0-1 0 0,0 0 0 16,0-1 0-16,0 2 1 0,0-2 1 16,0 2 1-16,0-1-1 0,0 1 1 0,-2 0-1 15,4 0 0-15,-2 0 0 0,1 0 1 16,0 0-1-16,-1 0 0 0,1 0 0 0,1 0 1 0,-2 0 2 15,4 0 1-15,-3-2 0 0,0 2 2 16,0 0-1-16,0-1-1 0,-1 1-3 0,2-2-2 16,-4 2-1-16,2 0-3 0,1-1-1 15,-3-1-1-15,2 1-1 0,-1 0-1 16,-1 1 0-16,-2-2 1 0,-1 2-1 0,1 0 1 16,-1 2-4-16,-4 2-12 0,1 2-25 0,-8 3-56 15,0 2-90-15,-4 6-195 0,-4 2-277 16,-2 6-340-16,-6 2-407 0,-2-1-317 0,-6 5 165 15,-3-2 849-15</inkml:trace>
  <inkml:trace contextRef="#ctx0" brushRef="#br1" timeOffset="108324.95">10623 8918 194 0,'0'-2'467'0,"3"2"246"16,-3-2 172-16,2 2-146 0,-1-1-126 16,1 1-96-16,-2 0-80 0,2 0-68 0,-2 0-63 15,-2 0-62-15,2 0-48 0,2 0-30 16,-2 0-3-16,1 0 4 0,-1 0-1 0,2 0-10 15,-2 0-17-15,1 0-21 0,-1 1-20 0,0-1-23 16,2 2-12-16,-2-2-5 0,0 0-6 16,3 2-4-16,-3-2-6 0,0 0-5 0,0 1-7 15,0 0-8-15,0 1-7 0,0 0-4 16,1 0-1-16,-1 1-3 0,0 1 0 0,2 4 1 16,-1 0 2-16,-1-1 2 0,0 4-1 0,0-2 0 15,2 3 1-15,-2 0-1 0,0 0 2 0,2 1 2 16,-1 0 1-16,-1 4 0 0,0 0 1 15,2-1 3-15,-2 2 0 0,2 2 0 0,-1-1-2 16,1 1-1-16,-1-1 0 0,-1 2-5 16,2 0-2-16,0 0-2 0,-1 1-1 0,2 0 5 15,-3 0 2-15,2 2 2 0,2-1 0 16,-2 0-1-16,-1 0-1 0,1 0-4 0,1-1-5 16,-1 2-1-16,0 0-2 0,-1-4 0 0,2 2-1 15,-1-2-1-15,1 1 1 0,0-2 0 16,-1 1-1-16,2-3 0 0,0 2 0 0,-3-1 1 15,2-2-1-15,-1 0-1 0,0 1 2 16,-1-4-1-16,2 4 0 0,-3-2-1 0,2 0 1 16,-2 0-1-16,0 2 0 0,3-2-1 0,-3-2 0 15,2 2 1-15,-1 0 1 0,1-2-1 16,-2 0 2-16,2 0-1 0,-1-2 1 0,2-1 0 16,-3 0 0-16,2-3-1 0,-1 1 0 0,1 1 0 15,-1-3 0-15,-1-2 1 0,0 2 0 16,0-3 0-16,2 0 0 0,-2 0 0 0,0-2 0 15,0 1 1-15,0-1 0 0,0 1 0 0,0-2 1 16,0 1 0-16,0-1-1 0,0 1-1 16,0-1-1-16,0 0 1 0,0 2-1 0,0-2 1 15,0 2 0-15,0-1 0 0,0 2 0 0,0 0 1 16,0 0-2-16,0 0 1 0,0 0-1 16,0 0 0-16,0-1-1 0,0 2 1 0,0-2 0 15,-2 0 0-15,2 1 0 0,0-3 0 16,0 0 2-16,0 0-1 0,0 0 1 0,0 0-1 15,0 0 0-15,-1 0 1 0,-1 0-1 0,2 0 0 16,0 0 0-16,0 0 0 0,-1 0-3 16,1-3 0-16,-2 3-4 0,2-1-4 0,0 0-11 15,-3-1-14-15,3-2-20 0,0 2-39 0,-1-1-67 16,-1-1-68-16,0-1-120 0,-1 0-180 16,0-1-298-16,1 2-292 0,2-2-214 0,-1 2-95 15,-1-2 381-15,2 1 559 0</inkml:trace>
  <inkml:trace contextRef="#ctx0" brushRef="#br1" timeOffset="109511.59">11119 9394 191 0,'2'-1'501'0,"-2"-1"290"0,2-1 224 0,-2 3-142 16,0-1-183-16,0-1-147 0,0 0-88 0,0 2-51 16,1-1-45-16,-1 1-51 0,0 0-41 15,0 0-28-15,0 0-34 0,0 0-38 0,-1-1-38 16,1 1-22-16,-2-2-14 0,0 1-9 16,1 1-6-16,-1-2-8 0,-1 2-8 0,1-1-8 15,-1 1-6-15,-2 0-8 0,1 1-6 0,-1 1-4 16,0-1-6-16,-1 1-4 0,1 0-3 15,-2 3-3-15,0-2-3 0,-1 2-2 0,0 0-1 16,2 1-1-16,-3 0-2 0,1 2-1 16,1 1-2-16,-2-1-1 0,1 3 0 0,1 0-1 15,1 1-1-15,0 2 0 0,0 1 0 0,3 2 0 16,-1-2-1-16,3 2 1 0,-1 0 0 16,2-1-1-16,2 0 0 0,1-2 1 0,0 1 0 15,3-1-1-15,0-5 0 0,1 2 1 0,1-4 0 16,0-2 0-16,3-3 0 0,-2-2 1 0,4-2 1 15,-2-4 0-15,0-4 1 0,2 1 0 16,-4-6 0-16,2-1 0 0,0-2 1 0,-1-2-1 16,-1-3 1-16,-1 1 1 0,0-1 3 15,-2-1 1-15,1 2 1 0,-2-1 1 0,-1-1-1 16,-1 2-2-16,0 0-1 0,-1-2 2 16,-2 5 2-16,3-1 0 0,-3 1 1 0,0 0 0 15,0 0-1-15,-3 1-4 0,3 1-1 0,-2-2-2 16,1 5-1-16,-1-1 1 0,1 1-1 15,-1 1 0-15,-1 1 0 0,3 0-1 0,-1 0 1 16,-1 2-1-16,1 1 0 0,-1 0 0 0,2 2 0 16,-2-1 0-16,2 2 0 0,-1 1 1 15,-1 1-1-15,2 2 1 0,0-3-1 0,0 4 1 16,0 0-1-16,0 1 1 0,0 0-1 0,-2 0 1 16,2 0-1-16,0 0 0 0,0 0 1 15,0 0 0-15,0 0-1 0,0 1 0 0,0 0 0 16,0 4-1-16,0-3-1 0,0 5 1 15,2-1-1-15,-2 4 0 0,2-1 0 0,-1 4 1 0,1 2 0 16,1 0 0-16,0 6 1 16,3 0 1-16,-3 3 0 0,2 0 0 0,2 0 0 0,-1 1-1 15,2 1 0-15,0-1 0 0,0-1-1 16,1-1 0-16,0-3 0 0,1 0-1 0,1-2 0 16,0-2 0-16,0-3-1 0,-1-1 0 15,2-3-1-15,0-2-1 0,0-3 0 0,-1-2-1 16,2-2-2-16,-1-3-6 0,0-2-13 15,-1 0-21-15,-2-4-37 0,-1-2-80 0,-3 1-130 16,-2-2-245-16,-1 1-307 0,-2-1-369 0,0 3-406 16,-2 0-93-16,-3 0 562 0,0 4 763 15</inkml:trace>
  <inkml:trace contextRef="#ctx0" brushRef="#br1" timeOffset="136208.73">20043 5613 64 0,'0'0'278'0,"-2"0"150"16,1 1 142-16,-1 1-97 0,2-2-99 0,-1 1-44 16,1-1-14-16,-2 0 10 0,2 1-1 0,0-1-14 15,2 2-31-15,-2-2-42 0,0 0-49 16,1 0-46-16,-1 0-42 0,0 0-30 15,2 0-23-15,-2 0-15 0,1 0 0 0,-1 0 12 16,0 0 16-16,2 0 20 0,-2 0 18 0,0 0 12 16,-2-2-2-16,2 2-3 0,0 0-12 15,-1 0-16-15,1 0-15 0,0 0-7 0,0 0-5 16,0 2-10-16,0-2-8 0,0 0-5 0,0 0-8 16,0 0-7-16,0 0-6 0,0 0-4 15,1 0-4-15,-1 0-4 0,0 0 2 0,0 2 3 16,2-2 0-16,0 0 3 0,-1 1 64 15,2 1 32-15,-1-2 15 0,1 3 6 0,2-2 1 16,-2 1-6-16,3-1-48 0,-3 1-30 0,2-1-14 16,0-1-10-16,0 1-7 0,1-1 0 15,0 0-1-15,2 0-1 0,-1 0 1 0,1-1 0 16,-1 1 3-16,1-1 1 0,0-1-5 16,0 1 3-16,0 1 0 0,-2-2 0 0,-1 1-5 15,2 1-1-15,-3 0 1 0,1-2-1 0,0 2 0 16,-1-1 1-16,0 1 2 0,-1 0 1 0,2 0 1 15,-1 0-4-15,0 1-2 0,3-1 1 16,-2 0-2-16,0 0 0 0,0 0-1 0,1 0 4 16,2 0 0-16,-4 0 0 0,1 0 1 15,2 0 0-15,-1 0 0 0,-1 0-3 0,2 0 1 16,-2 0 0-16,0 0 2 0,2 2-2 0,-4-2-1 16,3 1 3-16,-2 1-1 0,3-1-1 15,-2 1 0-15,0-1 0 0,-1 2 1 0,2-1 0 16,-1-1 0-16,2 0-2 0,-4 1-2 15,2 0 0-15,-1-1 2 0,2 0-1 0,-2-1-2 16,0 2 2-16,1 0 1 0,-2-2 2 0,2 0-1 16,-2 1 1-16,2-1 0 0,1 0 2 15,-3 0-4-15,2-1 1 0,0 1-1 0,0 0-1 16,0-2 3-16,1 0-2 0,0 1 2 16,-1 0 0-16,0-1-1 0,0 0 3 0,-1 0-2 15,4 0 0-15,-3-1 3 0,0 0-2 0,-1 0 2 16,1 0-3-16,3 2 0 0,-4-2-1 0,1-1-3 15,0 3 3-15,0 0-2 0,-2-1 2 16,2 1-3-16,1-1 2 0,-3 1 0 0,4 0-3 16,-4-1 1-16,2 2 2 0,-2 0-2 0,0-2 2 15,5 2-1-15,-5 0 0 0,2-1 0 16,-1 0-3-16,0 1 3 0,0-2-1 0,1 0 2 16,1 1 2-16,-1 0-1 0,-2 1 2 15,4-2 0-15,-4 0 0 0,2 1 0 0,1-1-1 16,-3 1-1-16,3 1-2 0,-3-3-1 15,2 3-2-15,0 0 1 0,-2-2 1 0,3 2 2 16,-1 0-1-16,0 0 0 0,-2 0 1 0,4 0-1 16,-3 0-3-16,2 0 1 0,-1 0 2 0,-2 0 1 15,2-3 1-15,2 3 2 0,-3 0 0 16,2-2-1-16,-1 1 0 0,-2 1-1 16,2-1 2-16,0 1-3 0,-2-2-1 0,0 0 0 15,1 2 0-15,-2-1 0 0,2 1-1 0,-3-1 0 16,2 1 3-16,1 0 2 0,-1-2 0 0,2 2 0 15,-2-2 1-15,0 2-1 0,0 0-3 16,3-1-2-16,-1 1-1 0,0-1 0 0,0-1 1 16,1 0 2-16,2 1 1 0,-2 0 3 0,0-2-1 15,1 1-3-15,-1-1 3 0,2 0-3 16,-2 0 1-16,-1 0-4 0,2 0 3 0,-3 2 3 16,2-2-6-16,-1 2 5 0,-2-1-1 15,1 0-1-15,-3 1 4 0,2 1-3 0,-3 0 2 16,2-1 0-16,0 1 0 0,-2 0 2 0,0 0-4 15,1-2 1-15,-1 2 1 0,0 0-3 16,2 0 2-16,-1-2-1 0,-1 2 0 0,0 0-1 16,5-1-2-16,-4 0 2 0,2-1 0 15,-1-1 2-15,1 0 0 0,1 0-1 0,-1 1 1 16,0-4-4-16,0 3 1 0,0-1 0 0,1 0 0 16,0 2 2-16,-1-3 1 0,0 2-2 15,1 0 0-15,0-1 1 0,0-1 1 0,0 1-1 16,0-2-2-16,0 0 3 0,-1 1 0 15,2-1-1-15,-2-1-2 0,0 2 1 0,1-1 4 16,-3-2-1-16,2 2 1 0,-1-1 0 0,1 0-1 16,2-1 10-16,-4 1 4 0,-1-2 4 15,2 0-1-15,-1-1 1 0,3 2 3 0,-3-3-11 16,1 1-5-16,-1-2-3 0,3 0-1 16,-3-3 0-16,3 5-1 0,-3-5 1 0,1 2 0 15,-1 0-2-15,4 0 3 0,-4-3 0 0,-1 2-1 16,2 1 0-16,-1 0 1 0,-1 1 0 0,0 0-1 15,0 1 0-15,0 1 0 0,0-1-1 16,0 2-4-16,0-1 1 0,0 1 0 0,0 0-1 16,2 0-1-16,-2-1 2 0,2 2 2 15,-1-2-2-15,-1 2 0 0,3-2-3 0,-1 2 0 16,0-1 0-16,-1 0 0 0,3 1 2 0,-3 1 2 16,1-1 1-16,-1 0 2 0,1 3-3 15,1-1 0-15,-2 1 0 0,1-1 0 0,-1 2 0 16,-1-1 0-16,0 1 1 0,0 1 0 15,0 0-1-15,0 0 0 0,0 0-1 0,0 0 0 0,0 1 3 16,0-4-2-16,0 4-2 0,0-3 1 16,0 0-2-16,-1 0 4 0,1 1-3 0,0 0 1 15,-2 1 0-15,2 0-1 0,0-1 3 16,0 3-2-16,0-2 2 0,0 2 7 16,-1 1 5-16,1-2 2 0,0 2 1 0,0-1 0 15,0 1-1-15,0 0-6 0,0 0-3 0,0 0-3 16,0 1 0-16,0-1-4 0,0 2 0 0,0-1 1 15,0 1-1-15,0-1-1 0,0 2 1 16,0 2 0-16,0-2 1 0,0 1-1 0,0 2 3 16,1 0-1-16,-1 1-2 0,0-2 0 15,2 0 1-15,-2 2-1 0,1-1-1 0,-1 2 1 16,0-2 3-16,0 1-1 0,0-1-1 0,0 2 0 16,0-1 0-16,0 3 0 0,0-2-1 15,-1 1 0-15,1 1 0 0,-2 0 0 0,2 0 0 16,0-1 1-16,-1 1-1 0,1 1 1 15,0 0 0-15,-3-1 0 0,3 0 0 0,-2-1-1 0,2 2 0 16,0-2-1-16,-1 1-1 0,-1 1 0 16,2 0 2-16,-1-2 0 0,1 0 0 0,-2 1-1 15,0-1 0-15,2 0 0 0,0 1-1 16,0-2 1-16,-1 1-2 0,1 1 1 16,0-3 2-16,0 0 0 0,0 1 0 0,0-1-2 15,0-1 2-15,0 0 0 0,0 1-1 0,0-2 0 16,1 0 1-16,-1-1 2 0,0 1-2 0,0 1 1 15,0-3 0-15,0 2 1 0,0-1-2 16,-1 0 0-16,-1 1 0 0,2-1 1 0,0 2 0 16,0-2 2-16,-2 2 0 0,2 0 0 0,0-1 0 15,0 1-1-15,0-1-1 0,0 1 0 16,0 0-1-16,0 0 0 0,0 0-2 16,0-2 1-16,0 2 1 0,0-1-1 0,0-1 0 15,2 2 2-15,-2-2-1 0,0 1 2 0,2 0-1 16,-1-1 2-16,-1-1-2 0,0 2 1 15,0-1-1-15,0 0 0 0,0 0 2 0,0 0-3 0,0 1 0 16,0-1 3-16,0 0-2 0,0 1 0 16,0 0 0-16,0-2 2 0,0 0-2 15,0 1-1-15,0-1 0 0,0-2 0 0,0 3 0 16,0-2-3-16,2 0 2 0,0 1-2 0,-2 0 2 16,1 0 0-16,-1-1 1 0,2-2 1 15,-1 4-2-15,1-2 1 0,1 1-1 0,-3-1 1 16,1 0 0-16,1 2 1 0,-1-3 1 0,3 2-1 15,-4 0-1-15,1-2 0 0,1 2 1 16,0-1-1-16,-1-1-1 0,2 2 2 0,-1-1-1 16,0-1 1-16,-1 1 0 0,1-1 0 15,-1 1 1-15,4 1-2 0,-4-2 1 0,2 1 0 16,-1-1 0-16,1 0-1 0,-1 1-1 0,0 1 0 16,-1-2 1-16,2-1 1 0,1 2-1 15,-3 0 0-15,2-1 2 0,2 0-1 0,-4-1-1 16,2 2 1-16,1-2-2 0,-1 2 1 15,0-2-2-15,0 0 2 0,1 1 0 0,-3-1 0 16,4 0 3-16,-1 1-1 0,0-1 1 0,-3 2 0 16,2-2 0-16,1 0 0 0,0 0-1 0,-2 3 0 15,1-3-1-15,0 0 0 0,1 0 1 16,0 0 0-16,-1 0 0 0,0 0 1 0,2 0 0 16,-2 0 0-16,1 0 0 0,-1 0 2 15,0-3 1-15,3 3 1 0,-3-3 0 0,2 2 1 16,-2-1 0-16,0 0 0 0,1 1-1 0,-1-2-1 15,0 1 0-15,0 0 0 0,3 0-1 16,-3 0-1-16,1 1-2 0,-1-2 0 0,0 2 0 16,0-1-1-16,1 1 0 0,-1-1 0 0,0 1 1 15,0-1-2-15,0 2 2 0,0-1-1 16,0-1 1-16,1 0-1 0,-3 2 0 0,2-1 1 16,1 1-1-16,-1-1 0 0,0 1 1 15,1 0-1-15,-1 0 0 0,-1 0 0 0,3 0-1 16,-2 0 2-16,0 0 0 0,1 0-2 15,-1 0 0-15,2 0 1 0,-3 0-1 0,2 0 1 0,-1 1-1 16,0-1 2-16,0 0-1 0,0 0 0 16,1 0 0-16,-1 0-2 0,0 0 2 0,0-1 0 15,2 1-1-15,-2-2 1 0,0 2 1 16,0 0 0-16,0-1-2 0,1 1 0 0,-3 0 0 16,3-2 0-16,-1 2-1 0,1-1 1 15,-1 1 1-15,0 0 0 0,1-1-1 0,0-1 0 16,0 0 2-16,-1 2-2 0,0-1 0 0,0 1-2 15,2 0 2-15,-4-1-1 0,4 1 0 16,-2 0 1-16,0 0 0 0,1 0 1 0,-1 0 0 16,0 0 0-16,0 0 0 0,3 0 0 15,-3 0 0-15,1 0-1 0,-3 0 0 0,3 0 0 16,-1 0 0-16,2 0 0 0,-2 0 0 0,3 0 1 16,-3 0 0-16,0 0 0 0,0-2 0 15,2 2-1-15,0-2 0 0,-2 2 0 0,2-1 0 16,1 0 1-16,-1-1-1 0,0 2 0 15,-1-2 1-15,1 1 0 0,0-1 0 0,3 1-2 16,-4-2 2-16,3 3-1 0,-2-2 0 0,1 2 0 16,2-3 0-16,-2 0 1 0,0 3-1 0,3-1 2 15,-2-1 0-15,-1 0 8 0,4 1 7 16,-2 0 1-16,4-1 3 0,-2 0-1 0,1 1 0 16,0 1-7-16,0-1-6 0,1 1-2 15,-2 0-2-15,2 0-1 0,-2 0 0 0,2 1-1 16,-1-1 0-16,1 1 0 0,-2-1 1 0,1 2 0 15,0 0-2-15,-2-2 2 0,1 1-1 16,1-1-1-16,-1 1 1 0,-1-1-1 0,0 0 2 16,-1 2-2-16,0-2 1 0,0 2 0 15,1-2-1-15,-2 0-1 0,-1 0 1 0,1 0 1 16,0 0 0-16,-2 1 0 0,2-1 0 0,-3 0 0 16,3 0-1-16,-1 0 0 0,0 0 0 15,1 0 0-15,-3 0 1 0,1 0-1 0,0 0 0 16,3 0 0-16,-4 0-1 0,3 0 0 15,-2-1 1-15,1 1 0 0,2-2 0 0,-4 2 0 0,1-2 1 16,0 2-1-16,2 0 1 0,-4 0-1 16,3 0 1-16,-2 0-1 0,0 0 0 0,1 0-1 15,-1 0 1-15,1 2-1 0,0 0 1 16,1-1 0-16,0 0 0 0,-1 1 1 0,2 1 0 16,-1-3 0-16,2 2-1 0,-2-2 0 0,0 0-1 15,1 3-1-15,-1-3 1 0,2 0 0 16,-2 0 0-16,1 0 1 0,-2 0-1 0,2 0 1 15,-2 0 0-15,0 0-1 0,-1 0 1 16,1 0 0-16,0 0 0 0,3 0 0 0,-4 1 1 16,1-1-1-16,0 2 0 0,2-2 0 15,-3 0 0-15,2 1 0 0,-1-1 0 0,-2 0 0 16,2 0 0-16,0 0 0 0,0 0 0 0,1 0 0 16,-2 0-1-16,0 0 1 0,1-1 1 0,-1 1-1 15,1 0-1-15,-2-2 2 0,3 2-1 16,-1 0 0-16,-2 0-2 0,2 0 2 15,-2 0 0-15,2 2 0 0,-2-2-1 0,2 0 0 0,1 1 1 16,-1-1 0-16,-2 2 0 0,4-2 0 16,-4 2 0-16,0-2 0 0,5 0-1 0,-4 1 0 15,1-1 1-15,0 0 0 0,0-1-1 16,0 1 1-16,2-2 0 0,0 2 0 0,-3-3 0 16,1 1-1-16,2-2 1 0,0 4-2 0,0-2 2 15,-1-3 0-15,1 3 0 0,-3-2-1 16,2 2 1-16,1-2 1 0,-4 3-1 0,2 0 0 15,0-1 1-15,-2 2-1 0,2 0 0 0,-1-2 0 16,1 2-1-16,0 0 1 0,-1 0-1 16,0 0 1-16,0 0 0 0,2 0 1 0,-2 0 0 15,0 0 0-15,1 0 0 0,0 0 0 0,-2 0 0 16,2 0-1-16,1 0 0 0,-3 0 0 16,4-1 1-16,-4 1-1 0,2 0 0 15,0 0 0-15,-1 0 0 0,1 0-1 0,-1 0 1 16,1 1 0-16,-2-1 0 0,2 2 1 0,2-2-1 15,-1 2 1-15,-2-1 0 0,3 0-1 0,-1-1 0 16,-1 2 0-16,3 0 0 0,-2-1 0 0,1 0 1 16,-1-1-1-16,0 2 0 0,0 0 0 15,1-1 0-15,-1-1 0 0,1 1 0 0,-3 1 0 16,2-2 1-16,-1 3-1 0,0-3 1 16,0 0 0-16,0 2 0 0,-1-2-1 0,1 0 0 15,1 3 1-15,1-2 0 0,-3-1-1 16,1 2 1-16,0-1 0 0,3 1-1 0,-4-2 0 15,1 2 0-15,0-1 0 0,2 0 1 16,-3-1-1-16,2 2 0 0,1 0 0 0,-3-1 0 16,1-1 0-16,0 0 0 0,0 1 0 0,1-1 0 15,-1 2 1-15,1-2-1 0,-1 0 0 16,0 0 0-16,1 0 1 0,-2 2-1 0,1-2 0 16,0 0 0-16,0 0 0 0,0 0 0 0,0 0 1 15,1 1-1-15,-3-1 0 0,0 0 0 16,0 1 1-16,0-1-1 0,1 2 0 0,-1-1 1 15,0-1-1-15,-1 3 0 0,2-2 0 0,-1 1 0 16,0 1 0-16,1 0 0 0,-3 0 0 16,2 0 0-16,2 1 0 0,-1 1 0 0,-3 0 0 15,2-3 0-15,2 3 1 0,-2-2-1 0,-2 0 1 16,3-1 0-16,-3 2 0 0,4-2-1 16,-2-1-1-16,-1 1 0 0,1-2 1 15,0 2-1-15,2-2 0 0,-2 0 1 0,0 0 0 16,0 0 0-16,0 0 1 0,1 0-1 0,-1 0 0 15,0 0-1-15,0 0 1 0,2 1 0 16,-2-1 0-16,0 0 0 0,0 0 1 0,1 0-1 16,-3 0 1-16,2 0-1 0,2 0 0 0,-2 0 0 15,2 0-1-15,-1 0 0 0,0 0 1 16,1-1 0-16,-1 1-1 0,0 0 1 0,0-2-1 16,2 0 1-16,-2 1 0 0,0 1 0 15,1-2 0-15,0 1 0 0,-2-2 0 0,0 3 0 16,2 0 0-16,0 0 1 0,-2 0 0 0,0 0-1 15,0 0 0-15,0 3 1 0,1 0-1 16,-3-2 0-16,2 3 1 0,1-2-1 0,-3 2 0 16,2-2 0-16,-1 0 0 0,1 1 0 0,-2-2-1 15,3 2 1-15,-3-1-1 0,2-1 1 16,1 0 0-16,-1 1 0 0,0-2 0 0,0 2 0 16,2-1 0-16,-2 1 0 0,0-2 0 0,0 1-1 15,0 1 2-15,1-2-1 0,-3 1 0 16,3-1-1-16,-1 2 0 0,3-2 1 0,-5 0-1 15,4 0 0-15,-2 0 1 0,2 0 0 16,-2 0 1-16,1 0-1 0,0 0 0 0,1 0 0 16,-2 0 0-16,0 0 0 0,0 0-1 0,1-2 0 15,-1 2 0-15,0-1 1 0,0 1 0 16,0 0 0-16,1 0 0 0,0-2 0 0,-1 2 0 16,0 0 0-16,1 0 0 0,-3 0 0 15,4 0 0-15,-2-1 0 0,0 1 0 0,-1 0 0 16,2 0 0-16,-2 0 0 0,1-2 0 0,0 2-1 15,-1 0 0-15,0 0 0 0,-1 0 1 0,2 0-2 16,-1 2 1-16,0-2 0 0,-2 1 1 0,1 1-2 16,-1 1 2-16,2-2 0 0,-1 2 0 15,1 0 2-15,0 0-3 0,-2-2 2 0,1 3-1 16,2-3 0-16,-1 0-1 0,-1-1 0 0,-1 2 1 16,2-2-1-16,-1 0 1 0,1 0-1 15,0 0 1-15,-2 0-1 0,1 0 0 0,-1 0 1 16,2 0 0-16,-2 0 0 0,1 0-1 15,-1 0 0-15,0 0 0 0,0 0 0 0,0 0 0 16,0 0-1-16,0 0-1 0,0 0 0 0,0 0-4 16,0 2-3-16,0-2-5 0,0 0-6 0,0 0-10 15,-1 0-14-15,1 1-19 0,-2-1-39 16,1 0-59-16,-3 0-57 0,0 1-66 0,-2 1-117 16,1-2-164-16,-2 3-258 0,1-3-212 15,0 0-198-15,-2 0-44 0,2 0 349 0,-2 0 478 16</inkml:trace>
  <inkml:trace contextRef="#ctx0" brushRef="#br1" timeOffset="145132.62">3013 6396 29 0,'2'-4'204'0,"-2"3"96"16,1-2 87-16,-1 1-131 0,0 1-85 0,0 0-49 16,0-1-27-16,0 1-16 0,0 1-6 15,0 0-3-15,-1-2-9 0,1 2-8 0,0 0-4 0,0 0-8 16,0 0-1-16,0 0-7 0,0 0 0 15,0 0-5-15,0 0-8 0,0 0-5 16,0 0-3-16,0 2-6 0,1-2-4 0,-1 0-4 16,0 0 0-16,0 0 0 0,2 1-2 0,-2-1-2 15,0 2 0-15,1-2 6 0,1 1-2 0,1 2 2 16,-1-1 2-16,1 0-2 0,0 0 0 0,3 0-2 16,-3 0-2-16,2 0 2 0,2 0-2 0,-2-2 3 15,2 0 1-15,-2 0 0 0,1 0 1 16,1 0 1-16,-1 0 0 0,-1-2 0 0,1 0-2 15,0 1 0-15,1 0 0 0,-1-1 0 0,-1 2 2 16,1-2 0-16,-1 2 0 0,0 0 0 0,-2 0-2 16,3 0 0-16,-3 0 0 0,3 2-2 15,-1-2 2-15,0 2 0 0,0-2 0 0,0 0-2 16,-1 1-2-16,4 0 4 0,-3-1-4 0,1 0 2 16,2-1 2-16,0 0 0 0,0 1 2 0,0-4-2 15,0 3 0-15,3 0 0 0,-2-3 0 0,1 3-2 16,-2-2 1-16,3 2 1 0,-2-1-2 15,-1 1 0-15,3 1 2 0,-3 0 0 0,2 0-2 16,2 1 2-16,-2 1 2 0,-2 1 0 0,4-2 0 16,-2 2-1-16,-2 0 3 0,1 0-2 15,1 0-2-15,-4 0 0 0,2-1-2 0,1-1 0 16,-2 0 2-16,-1 1 0 0,2-2 0 0,0 0 0 16,-2 0 2-16,2-2 0 0,-1 1-2 0,-1 0 0 15,3-1 2-15,-1 0-2 0,0 0 4 16,1 0 0-16,-2 0 2 0,1 2 0 0,0 0 0 15,1 0 0-15,-1 0 0 0,2 2-3 0,-1 0 1 16,0-1 4-16,1 0-2 0,-2 1 0 0,1 0 2 16,1-2-2-16,0 0-2 0,0 0-1 0,0-2-3 15,0 0 4-15,0 1-4 0,0-2 0 16,1 1 0-16,1 0 0 0,0-2 0 0,-3 2 0 0,4-1 2 16,-2 0 26-16,0 1 15 0,0 1 7 15,0-1 2-15,2 1 4 0,-2-1-27 0,0 2-36 16,3-1-24-16,-3 1-8 0,3-2-7 15,-1 2-3-15,0 0 24 0,1 0 11 0,-1 0 6 16,-1-1 4-16,1 1 1 0,1-2-1 16,-1 2 2-16,-2-1-2 0,5-1 4 0,-3 1-4 15,0 1 0-15,2 0 0 0,-1 0 2 16,-1 0 2-16,2 0-4 0,-3 0 2 0,0 0 2 0,2 0-2 16,-1 1-2-16,1 1 2 0,1-2 2 15,-1 1-3-15,-2-1 1 0,4 2 0 16,-3-2 2-16,1 1-2 0,0-1 0 0,1 2 2 15,0-1-2-15,-2 1 2 0,3-1 0 0,-2-1 0 16,2 2 0-16,-2-2 2 0,2 0 0 0,-2 0 2 16,2-2-1-16,-2 1-1 0,2-2-2 15,-2 0 0-15,0 0 2 0,1-1-2 0,0-1-2 16,-2-2 2-16,4 2 2 0,-4-1 26 16,3-1 13-16,-2 1 7 0,2-1 1 0,-2 1-3 15,2 0-1-15,0 0-26 0,-2 3-12 0,2-1-7 16,-3 2 2-16,2 1 4 0,0-1 4 15,0 1 1-15,-2 2-24 0,1 1-16 0,1-1-11 16,-1 1-7-16,-2 1-3 0,4 0-3 16,-5 0 26-16,2 0 13 0,-1 0 11 0,0 1 1 15,-3-1 2-15,2 0 0 0,-1 0 2 0,-4 0-2 16,3-2-2-16,-4 3 2 0,0-3 0 0,0-1 0 16,-2 1 2-16,0 1 1 0,-1-2-1 15,-2 3 6-15,1-3 14 0,-1 0 22 0,-1 0 15 16,1 0 8-16,-3 2 2 0,-1-2-25 15,-2 4-48-15,-1 0-55 0,0 3-111 0,-3 2-251 16,-1 0-123-16,-3 3-2 0,1-1 94 0,-4 6 133 16</inkml:trace>
  <inkml:trace contextRef="#ctx0" brushRef="#br1" timeOffset="146796.12">3101 8710 40 0,'5'-3'251'0,"-3"2"126"0,1-1 111 0,-1 1-115 0,-1-1-141 16,1 1-97-16,1 1-66 0,-3-1-36 15,2 1-15-15,-1 0-8 0,1 0-2 0,1 0-6 16,-3 0 0-16,1 0-2 0,-1 0 0 0,0 0 1 16,2 0 19-16,-1 0 14 0,1 0 7 0,0-2 10 15,-1 2 1-15,3-2 25 0,-3 2 8 16,2 0 0-16,1-1-2 0,-1 1 8 0,0 0 47 15,1 0 10-15,1 0-7 0,-2 0-5 0,2 1-2 16,0-1-8-16,0 2-8 0,1 0 5 0,2-1 0 16,0 0-1-16,0 1-1 0,1-1-3 15,1 2-40-15,-1-2-30 0,-1 1-19 0,3 1-10 16,0-1-5-16,2-1-5 0,-2 1-2 0,3-1-1 16,0-1 1-16,1 0-3 0,0 0 0 0,0 0 2 15,0-1 1-15,-2-1 2 0,1 1-4 16,-1-1 4-16,1 1 1 0,-3-1 50 0,2 0 24 15,-2 2 18-15,0-1 1 0,-3 1 2 0,3-1 0 16,-3 1-48-16,0 0-24 0,3 0-16 16,-2 0-4-16,-1 1-4 0,2 0-6 0,-1-1 5 15,1 2-4-15,1 0 0 0,0-1 1 0,0 1-1 16,0-1 1-16,0 1 14 0,2-1 6 0,-1-1 6 16,1 2 1-16,0-2-1 0,1-2 26 0,0 2-4 15,2-3 4-15,0 0-1 0,1 0 3 16,-1-1-2-16,0-1-25 0,3 1-15 0,-2 0-8 15,2-2-4-15,-3-1-5 0,5 1 2 0,-3 0 0 16,0 1 2-16,2-1-2 0,0 2 1 16,-2 0-1-16,1-1 1 0,-1 2 2 0,-1 0-2 15,1 0 2-15,-1 1-1 0,-1 0 2 16,1 0-6-16,0 1 1 0,-1 1 2 0,2-2-3 0,-4 2 0 16,3-1 0-16,-4 1 0 0,3 0-3 15,-2-1 2-15,-1 1 0 0,1 0 0 16,-1-2 1-16,1 2 3 0,-1-2-3 0,-1 2 1 15,1 0 1-15,0 0 12 0,1-1 3 16,-2 1 4-16,2-1 4 0,1 1 1 0,-1 0-3 16,2 0-10-16,-2 0-6 0,2 0-4 0,1 0-2 15,-2 1 0-15,0-1-1 0,1 1 2 16,1-1 0-16,-4 2-2 0,4 0 0 0,-4 0 0 16,3 0-1-16,-2 1-2 0,0 1 1 0,-1-1 1 15,-2 2 0-15,3-1 0 0,-2 0 1 0,0 1 15 16,-1 0 25-16,0 1 9 0,3-2 3 15,-4 1 7-15,2 1 1 0,0 0-18 0,-3-1-23 16,4-1-3-16,-2 0-6 0,0 1-6 16,0-3 2-16,0 2 4 0,0-1-1 0,3 0-2 15,-2-2 3-15,1 1 1 0,0-2-2 16,1 1 0-16,-1-1-3 0,0-1-2 0,1-1-3 0,-3 2 1 16,0-3-2-16,0 2-2 0,-3-1 4 15,-1 1 5-15,0-1 3 0,-4 2-8 16,2-2 1-16,-3 2 2 0,1 0-2 0,0 0-4 15,-3 0-1-15,0 0 3 0,0 0-3 16,0 0-5-16,0 0-1 0,0 2-4 0,2 0-32 16,-2-1-36-16,0 2-89 0,0 0-167 0,-2-1-292 15,2-1-288-15,-3 1-253 0,0-2-167 0,-2-5 243 16,-3-1 554-16</inkml:trace>
  <inkml:trace contextRef="#ctx0" brushRef="#br1" timeOffset="148166.62">4428 6528 101 0,'0'-2'233'0,"2"1"89"0,-2-1-22 16,1 1-84-16,-1-1-58 0,2 1-34 0,-1-1-22 0,1 2-3 15,-2-1-3-15,3-1-6 16,-3 2-8-16,0 0-15 0,0 0-16 0,2 0-17 0,-2 0-15 16,0 0-11-16,2 0-10 0,-1 2-7 15,-1-2 3-15,0 1-4 0,2-1 2 0,-2 3 8 16,3 0 6-16,0 2-2 0,-2-1 8 16,1 2 1-16,-1 2 1 0,1 0 2 0,0 5 9 15,-1-2 16-15,-1 0 12 0,2 3 17 0,-2 0 12 16,2 3 13-16,-1 3-3 0,-1-1-5 15,0 4-9-15,0-1 15 0,0 4 5 0,0 1-24 16,0-1-13-16,0 0 15 0,0 3 6 16,2-2-22-16,-1 1-1 0,-1 1 12 0,0-2 5 15,2 1-20-15,-2 0-11 0,3-2-5 0,-1 3-17 16,-1-4-5-16,1 1-6 0,2 1 0 0,-2-1-6 16,1-3 1-16,2 3-4 0,-2-2 5 15,0 0-1-15,1 3-2 0,-1-3-2 0,2 3 23 16,-1-2 11-16,-1 4 3 0,0-1 3 0,-1 3 2 15,1-2-1-15,-1 3 29 16,-1 1 21-16,1-1 32 0,-2 5 19 0,2-3 9 0,-1 2 1 16,1-2-38-16,-2 2-23 0,3-2-20 15,-3-1-10-15,3 1-3 0,0-2-2 0,-1-1-4 16,-1-1-5-16,2-2-12 0,-1-3-9 16,0-3-8-16,-1-1-5 0,1-1-6 0,1-4-3 15,0 0 0-15,-1-1-2 0,1-3-2 0,-1 1-1 16,-1 0 0-16,2-2 2 0,-1-1-5 15,-1 1 1-15,1-1 0 0,-2 0 0 0,0-2 0 16,1 3-2-16,-1-2 2 0,0 1-1 16,0 2 0-16,0 0-1 0,0 4 0 0,-1 2 2 15,1 1 1-15,-2 1 2 0,2 5 2 0,-1-1 2 16,-1 0 1-16,2-1 0 0,-3-1 7 16,3-1 4-16,0-4 3 0,-1 0-2 0,1-8 1 15,0 1-2-15,0-4-6 0,1-5-6 16,-1-2-3-16,3-5-1 0,0-5-2 0,-1-2-1 15,-1-3-6-15,1 1 0 0,1-3-3 0,-3-1-1 16,2 5-15-16,-2-2-41 0,-2 2-77 16,2 1-107-16,-3 1-125 0,1 2-210 0,-1 1-269 15,0 2-167-15,-1 1 21 0,-1 0 251 16,-2 2 321-16</inkml:trace>
  <inkml:trace contextRef="#ctx0" brushRef="#br1" timeOffset="148529.28">4441 8297 36 0,'0'0'266'0,"0"2"144"0,0-2 124 0,0 2-80 15,0-2-164-15,3 0-142 0,-1 4-56 16,-2-2-28-16,6 1-6 0,-3 1-3 0,2 2 16 15,-2 0 39-15,3 1-4 0,1 4 11 16,0 0 16-16,0 1 22 0,1 0 10 0,-2 2 4 16,3 0-1-16,-1 0-16 0,-1-1-18 0,1 2-24 15,1-4-20-15,-3-1-20 0,1 1-16 16,1-2-8-16,-2 0-11 0,0-3-10 0,-1 0-9 16,0-1-5-16,1-2-6 0,-2 2 0 15,0-3 1-15,1 1-5 0,-2-2 2 0,0-1-2 16,0 0 5-16,0-4 0 0,-1 0 0 0,1-6-2 15,-1-2-3-15,1-5-5 0,0-3-16 0,-1-6-31 16,1-4-50-16,-2-5-61 0,1-4-70 16,-2-3-100-16,1-5-237 0,-2-4-173 15,1-4-40-15,-2-1 103 0,-4-2 198 0</inkml:trace>
  <inkml:trace contextRef="#ctx0" brushRef="#br1" timeOffset="149447.32">4213 6580 27 0,'5'4'202'0,"0"-3"90"15,-2 2 83-15,3-2-113 0,0 1-88 16,1-1-50-16,-1 1-30 0,2-1 1 0,0-1 1 15,-2 0-16-15,2 0 9 0,-1 0 19 0,-1-1 12 16,0-1 30-16,0-1 46 0,-1 0 80 16,2-3 73-16,-1 0 48 0,0-1 27 0,2-4-19 15,-2 1-37-15,4-2-71 0,-1-5-75 16,1 3-52-16,0-5-43 0,2-2-37 0,-1 2-26 16,0-1-13-16,2 2-9 0,-4 0-24 15,1 3-10-15,1 2-2 0,-5 2-1 0,2 4 4 16,0 1 7-16,-2 6 14 0,2 0 10 0,-1 7 3 15,-1 3 0-15,3 3-9 0,-4 2-8 16,0 4-10-16,1 0-6 0,-1 3-5 0,1-2-6 16,-1 3-2-16,-2-3 3 0,2-1-2 15,0 0-1-15,-2 0-3 0,2 0-13 0,-4-1-27 16,2-3-94-16,-6 0-144 0,0 0-239 0,0-3-284 16,-4 0-264-16,-1 0-189 0,-1-1 161 15,-2-3 464-15</inkml:trace>
  <inkml:trace contextRef="#ctx0" brushRef="#br1" timeOffset="150065.07">4074 7309 14 0,'3'0'293'0,"-1"0"209"15,1 0 210-15,-2 0 61 0,-1-1-110 16,0-1-73-16,0 0-56 0,-4 1-57 0,1 1-59 15,0-1-66-15,-1-1-70 0,-2-1-56 16,3 2-28-16,-2-4-13 0,-1 2-20 0,0 1-18 16,-1-1-16-16,2 2-23 0,-3 1-30 15,2 0-25-15,0 1-13 0,1 1-13 0,0 3-9 16,0 2-10-16,2 4-8 0,0 3-2 16,0 5-2-16,3 3-1 0,3 6 0 0,0 1-4 15,0 1 1-15,2 0-1 0,3-3-3 0,-1-2-2 16,2-2 1-16,2-4 4 0,-1-7 2 15,2-1-1-15,1-5 8 0,1-5 6 0,-3-3 5 16,-1-8-2-16,2-4 6 0,-4-7 3 0,0-7-10 16,1-1-6-16,-4-8-6 0,0-1-2 15,-2-1-2-15,-3-2-4 0,-1 2 6 0,-3 0 13 16,0 0 9-16,-2 5 0 0,-1 1 1 16,-1 3 11-16,0 4 6 0,-3 5-1 0,3 2-2 15,0 4 1-15,2 4 1 0,-3 2-7 0,4 5-5 16,0 4-9-16,2 4-12 0,0 4-5 0,1 7-5 15,2 3-4-15,3 4-1 0,1 2 1 16,0 5 6-16,3-1-1 0,3 4 2 0,2-2-2 16,-1 1-27-16,5 1-60 0,2-1-58 15,0-3-111-15,1-2-160 0,3-3-281 0,0-2-295 16,0-5-228-16,0-3-153 0,-1-3 264 0,0-5 521 16</inkml:trace>
  <inkml:trace contextRef="#ctx0" brushRef="#br1" timeOffset="162868.98">21301 5557 166 0,'0'0'358'0,"2"0"148"0,1 0 57 16,-1 0-164-16,0 2-126 0,-1-2-77 0,-1 0-35 15,2 0-8-15,-1 0-9 0,1 0-9 0,-2 0-14 16,2 0-16-16,-2 0-23 0,0 0-11 16,1 0-4-16,-1 1-3 0,0-1 0 0,2 0 17 15,-2 1 25-15,0-1 20 0,0 2 29 16,0-2 37-16,1 0 40 0,-1 2 0 0,4-2-17 16,-2 1-26-16,0-1-26 0,1 0-37 0,-1 0-39 15,1 0-25-15,0 0-10 0,0 1-1 16,1-1-15-16,0 0-7 0,1 2-6 0,0 0-4 15,-1-2-7-15,1 1-8 0,-2-1 1 16,4 1 0-16,-2-1 2 0,1 0 13 0,-2 2 7 16,1 0 0-16,0-2 4 0,2 0 0 0,-3 0-3 15,2 0-13-15,1-2-7 0,-1 2 0 16,-1-2-5-16,1 2 2 0,2-1-5 0,-2 0 0 16,1 1 1-16,-1-2 1 0,3 2 2 15,-1 0-4-15,0 0 4 0,-1 0-2 0,2 2-2 16,-3-2 0-16,2 1-3 0,0 0-1 0,0-1-1 15,-2 0 3-15,2 2-1 0,-1-2 3 0,-1 2 0 16,2-2 1-16,-2 0-2 0,1 0 0 16,-1-2 2-16,0 2 1 0,0-2 0 0,-1 2 4 15,0 0-4-15,2-1 1 0,-3 1-1 16,2-1-6-16,-1 1 2 0,-2 0 0 0,2 0 4 16,0 0-2-16,-2 0 0 0,5 0 4 0,-4 1-2 15,1 0 62-15,0-1 30 0,2 2 16 16,-1 0 4-16,0-1 0 0,-1-1-4 0,0 0-49 15,1 1-28-15,-1-1-16 0,2 0-5 16,-2 0-7-16,2 0 0 0,-3 0 0 0,1 0 1 16,0 0-1-16,3 0-3 0,-4 0 0 0,1 0 1 15,0 0-6-15,2 0 0 0,-3 0 3 0,2 2 1 16,-1-2-1-16,0 0 2 0,0 0 2 16,0 0-2-16,-1 0-2 0,2 0 1 15,1 0 1-15,-2 0 1 0,-1 0-3 0,1 0 3 16,3 0 0-16,-4-2-1 0,1 2 1 15,0-1-1-15,0 0-2 0,0-1 0 0,2 0 1 0,-2 1 2 16,2 0-3-16,-3-1 5 0,3 0-3 16,0 1 0-16,-2 0 1 0,2-1-1 0,-3 2-1 15,3-2-1-15,-2 2 1 0,1-1 0 16,0 1-3-16,0 0 2 0,-1 0 0 0,0 0 2 16,3 0-3-16,-4 0 2 0,3 0-1 15,-2 0 2-15,0-1-1 0,1 1 1 0,0-2 0 16,-1 2 2-16,0-1 2 0,-1 1-2 0,1-2-4 15,3 1 0-15,-5 1-1 0,2-2 0 16,0 2-1-16,-4-1 0 0,4 1 0 0,-2 0 1 16,2-2 1-16,-1 2-2 0,-1 0 1 15,2 0 1-15,-1 0 2 0,0 0 0 0,0 0-1 16,0 0 2-16,2-1-3 0,-1 1 2 0,2-2-3 16,-3 2 0-16,1-2 1 0,2 1-2 15,0 1 1-15,-2-1 0 0,1 1 0 0,-1-2 3 16,2 2-1-16,-1 0 1 0,0-1 2 15,0 1-1-15,-1 0 1 0,0-2-4 0,3 2 0 0,-2-1-5 16,-1 1 1-16,1 0 1 0,-1-1-2 16,4 1 4-16,-2-2 0 0,-2 2 1 0,3-2 2 15,-2 1-2-15,1 0 2 0,2 1-2 16,-5-2 4-16,3 0 0 0,0 2 1 0,0-1-5 16,-1 1 0-16,1-1 0 0,-1 1 0 0,2 0-3 15,-4 0 0-15,1 0 2 0,2 0 1 16,-3 0 0-16,4 0-3 0,-3 0 2 0,0 0 1 15,-1 0 0-15,1 0 0 0,0 0 0 0,1 0 3 16,-3 0 1-16,4 0 0 0,-4-2-2 16,2 2 2-16,0-2-2 0,-1 1 0 15,2-1-4-15,-1 1-1 0,0 1 3 0,0-3-2 16,1 3 2-16,2-2-2 0,-2 2 1 0,1 0 3 16,-3 0 0-16,4-3-1 0,-2 3-1 0,1 0 0 15,-1-2 1-15,1 2-1 0,-3-1 0 16,2 1 4-16,-1-1-4 0,2 1 0 15,-3-2 3-15,1 2 1 0,-2-2-1 0,2 2-4 0,0 0 2 16,-1-1-1-16,0 1-1 0,-1-1 0 16,2 1 1-16,-2-2 1 0,0 0-1 0,0 1 4 15,2 0-2-15,-2-1-3 0,0-1 1 16,0 2 0-16,0-2 0 0,2 0-1 0,-1 0 1 16,0 0 0-16,1-1-1 0,-4 2 1 0,4-1 1 15,-2 0 2-15,1 0 2 0,-3-1-1 16,4 0-1-16,-2 0-2 0,0-1 1 0,2 1-3 15,-4 2-1-15,2-4 4 0,1 3 0 16,-3-1-1-16,1-1 3 0,0 2-2 0,-1-1 0 16,2-1-1-16,-1 1 2 0,0-3 1 0,-1 2 0 15,1-1 1-15,-1 0 4 0,1 0 6 16,1 0-1-16,-2-2 4 0,-1 0-3 0,0 2 2 16,0-1-5-16,0 0-6 0,0-1-2 0,2 2-3 15,-1-1 1-15,-1 1-2 0,2-2 2 16,0 1 0-16,-1 2-2 0,1-3 0 0,0 2-2 15,-1 0-1-15,2 1 1 0,-1-1-1 0,0 1 3 16,-1 1 0-16,2-1 1 0,-1 1 3 16,0 1-3-16,0-2 2 0,-2 3-2 0,2 0 0 15,0-1-2-15,-2 0 1 0,0 0 0 16,1 1 0-16,-1-1 3 0,0 0 1 0,0 1 2 16,0-2-1-16,0-1-2 0,0 3-3 15,0-2 0-15,0 0 0 0,-1 0-1 0,1-1-1 16,0 0 3-16,0 0 0 0,0 1 0 0,-2-2-1 15,2 0 2-15,0-1 0 0,0 1-3 16,0-1 0-16,0 1-1 0,0 1 1 0,0-1-1 16,0 0 2-16,0 0 2 0,0 0-1 0,0 2 2 15,0-2-2-15,0 2-1 0,0-1-2 16,0 0 2-16,0 1 0 0,0 1-2 16,0 1 2-16,0-1-4 0,0 0 2 0,0 2 0 0,0 0-1 15,0-2 2-15,0 3 1 0,0 0 1 16,0-1 0-16,0 1 0 0,0-1 1 0,0 1 2 15,0 0-2-15,0-2-2 0,0 2 1 0,0 0 0 16,0 0 0-16,0 0-1 0,0 0 2 16,0 0 1-16,0 0-2 0,0 0 1 0,0 0-1 15,0 0 1-15,0 0-3 0,0 0 3 16,0 0 2-16,0 0-2 0,0 0 1 0,0 0 0 16,0 0 0-16,0-2-1 0,0 2 1 15,0-1-1-15,0 0 1 0,0-1-1 0,0-1 2 16,2-1-2-16,-2 1 0 0,0-2 0 0,0 2 0 15,0-3 0-15,0 2-1 0,0-1 2 16,0 3 6-16,0-3 4 0,0 2 1 0,0 1 2 16,0 1 1-16,0-2 0 0,0 3-4 15,-2-3-4-15,2 3-2 0,0 0-1 0,0 0-1 0,0 0-2 16,0 0-1-16,0 0-2 0,0 0-1 16,0 0-1-16,0 0 0 0,0 0 2 0,0 0 0 15,0 0 1-15,0 0 1 0,0 0 1 16,0 0-2-16,0-2 0 0,0 2 1 0,0 0 1 15,0 0-1-15,0 0 2 0,-2-3 1 0,2 3 0 16,0-2-1-16,0 2-1 0,0-1 1 16,0 1-2-16,0 0 0 0,0 0 0 0,0 0-1 15,0 0 0-15,0 0-1 0,0 0 0 16,0 0-1-16,0 0-1 0,0 0 2 0,0 0 0 16,0 0 0-16,0 0 0 0,0 0 2 0,0-1-2 15,0 1 1-15,0 0 0 0,0 0 2 16,0-1-1-16,0 1 0 0,0-3 0 0,0 3-2 15,0 0-1-15,0 0 1 0,0 3 0 16,0-3-1-16,0 1 0 0,0-1-2 0,0 1 2 16,2 2-2-16,-2 0-1 0,2-1 1 0,-2 4 1 15,1-1 1-15,1 1 3 0,-1 1 0 0,-1 0 1 16,4 1 0-16,-4-1-1 0,1 2 0 16,-1 1-2-16,3 0 0 0,-3-1-2 0,0 0 2 15,4 0 0-15,-4 1 2 0,0-1 0 16,1 0 0-16,-1 1-1 0,2-2 0 0,-2 1 0 15,1 1-2-15,-1-3 0 0,2 1 1 0,0 2 0 16,-2-2 0-16,1 0 2 0,-1 1 0 16,0-1 0-16,3-1 0 0,-3 1 0 0,2 0 1 15,-2-3-2-15,0 1 1 0,1 2-1 16,-1-2-1-16,0 1 0 0,0-2 0 0,0 1 2 16,0 1 0-16,0-2-1 0,0 1 1 15,0-2-1-15,0 1 0 0,0 1-1 0,0-2 0 16,2-1 0-16,-1 2 1 0,-1-1-1 0,0 1 0 15,0-2 1-15,2 1 0 0,0 0 1 0,-2 1-3 16,1 0 2-16,-1 2-3 0,0-5 1 16,0 5 1-16,3-1-3 0,-3 0 3 15,2 0-1-15,0 0 1 0,-2 0 1 0,0-1 0 0,1-1 1 16,-1 2-1-16,0-2 1 0,2 1-1 16,-2 0 0-16,2-4-1 0,-2 2 0 15,0 0 0-15,1-1-1 0,-1 1 1 0,0-2-1 16,2 1-1-16,-1-1 0 0,-1 1 1 0,5 0 1 15,-5 0 0-15,1 0 0 0,-1 0 0 16,3-1 1-16,-3 2 0 0,2-1-1 0,0 0-1 16,-1 1 1-16,1-1 0 0,-1 0 0 0,3 0 1 15,-3 1-1-15,1-1 0 0,0 1 1 16,-1-2-1-16,2 1 0 0,2-1-1 0,-4 1 1 16,1-1 0-16,-1 0 0 0,1 1-1 0,1-2 0 15,-1 2 1-15,1-1 0 0,0 0 0 0,-1-1-1 16,1 2 1-16,0 0 1 0,2-2-1 15,-4 1 1-15,2-1-1 0,1 0 0 0,1 0 1 16,-4 0-1-16,4-1 2 0,-2 1 0 16,2 0 3-16,-1-2 4 0,-1 0 3 15,2 2-2-15,0-1 2 0,0-2 0 0,-2 1-3 0,4 1-3 16,-3 0-3-16,1-1-1 0,0 1 0 16,-2-1-1-16,2 1 0 0,1-1 1 0,0 1-1 15,-1 1 0-15,0-2-1 0,-1 2 2 16,1 0-2-16,0-1 1 0,1 1 1 0,-1-2 0 15,1 2-1-15,-1 0 1 0,0 2-1 0,0-2 0 16,1 1 0-16,-2-1 0 0,1 2 0 16,2-1 2-16,-2 1-1 0,-1-2 7 0,4 1 6 15,-2 1 2-15,2-1 2 0,0 1 1 16,1-1-1-16,0 2-5 0,-1-1-6 0,0-1-3 16,2-1-3-16,-2 1 0 0,0-1-1 0,3 2 0 15,-3-2 0-15,2 2 0 0,1-2-1 16,-3 0 1-16,1 1-1 0,-1-1-1 0,1 1 1 15,-1-1 0-15,1 0 1 0,0 0-1 16,-1 2 0-16,0-2 0 0,-2 0 0 0,3 0 1 16,-1 2-1-16,-1-2 0 0,-1 0 0 0,3 0-1 15,-2 0 0-15,-1 1 0 0,2-1 0 16,-1 0 1-16,0 0 0 0,0 0 1 0,1 0-1 0,-4 0 1 16,6 0 0-16,-4 0-1 0,0 0 1 15,3 0-1-15,-2 0 1 0,-1 0-1 0,1 0 2 16,-1 0-2-16,2 0 1 0,0 0 0 15,-2 0 0-15,2 0 0 0,-1 0-1 16,0 0 0-16,1 0 1 0,-1 0-1 0,-1 0-1 16,3 0 2-16,-2 0 0 0,1 0-1 0,-2 0 0 15,3 0 0-15,-1 0 0 0,0 0 0 0,0 0 0 16,2 0 0-16,-1 0 0 0,-1 1 1 16,0-1 2-16,1 0-3 0,-1 0 1 0,1 0 1 15,-3 0-2-15,1 0 1 0,1 2-1 16,-3-2 0-16,3 0 0 0,-2 0 0 0,1 3 2 15,-1-3-2-15,1 0 0 0,-3 0 0 0,2 0 0 16,2 2 1-16,-3-2-2 0,2 0 1 16,1 3 1-16,-1-3-1 0,0 0-1 0,1 1 0 15,-2-1 1-15,2 2 0 0,0-2 1 0,-2 0-2 16,0 1 1-16,4-1 0 0,-4 2 1 0,0-2-1 16,1 0-1-16,-1 2 2 0,0-2 0 15,2 0-1-15,-1 0 0 0,-2 0 0 16,4 0 0-16,-3 0 0 0,1 0 0 0,-1 0 0 15,0 0 0-15,2 0 0 0,-2-2 1 0,2 2 0 16,-1 0-1-16,0-2 1 0,1 2-1 16,-1 0 1-16,-1 0 0 0,3 0-1 0,-4 0 0 15,3 2 0-15,-1-2-1 0,1 0 0 0,-1 2 1 16,1-2 0-16,0 0 1 0,-1 1-1 16,2-1 0-16,-3 0 0 0,2-1 1 0,-1 1-1 15,0-2 0-15,1 0 1 0,-1 1 0 0,-1-2 1 16,3 0 0-16,-2 1-2 0,-1-1 0 15,2 0 0-15,0 0-2 0,-2 0 0 0,1 0 0 16,-1 0 1-16,0 2 0 0,2-1 0 16,-2 0 0-16,-1 1 1 0,2 1 0 0,-3 0 0 15,1-1 0-15,1 1 1 0,1 0 0 0,-3 0-1 16,1 0 0-16,2 0 0 0,-1 0 0 16,-2 0 0-16,0 0-1 0,0 0 0 0,1 0 1 15,0 0-1-15,-2 0 0 0,3 1-1 0,-3-1 3 16,2 0 0-16,-1 1 1 0,-1 1-1 15,2-2 1-15,-2 3 0 0,3-2-1 0,-5 1-1 16,4 0 1-16,-2 0 0 0,2 0-1 16,-2 1 0-16,1 0 0 0,-1 0 1 0,0-3-1 15,1 2 0-15,-1 1 0 0,1-2 0 0,-1 1 0 16,0-1 0-16,0 1 0 0,1 0 0 0,-1-1 1 16,0 0-1-16,1-1 1 0,0 0 0 15,-1 2 1-15,0-2-2 0,0 2 0 0,0-2 0 16,2 0 0-16,-2 1 0 0,1-1 0 0,2 0 1 15,-3 1 0-15,2-1 0 0,-4 2 1 16,4-2-1-16,-2 0 0 0,1 0 0 0,-1 2-1 16,1-2 0-16,-1 1 0 0,0-1 0 15,1 1 0-15,-1 1 0 0,0-2 0 0,-1 1 0 16,1 1-1-16,-1-1 0 0,1 0 1 16,1-1 0-16,-2 2 0 0,-1-2 0 0,2 0 2 15,-1 0 0-15,0 2-2 0,-2-2 1 0,1 0 0 16,1 0-1-16,-1 0 0 0,-1 0 0 0,4 0 1 15,-4 1 0-15,1-1 0 0,-1 0-1 16,4 2 0-16,-4-2 0 0,1 0 0 16,-1 0-1-16,2 0 1 0,-2 0 0 0,1 0 0 15,-1 0 0-15,0 0 0 0,0 0 0 0,2 0 0 16,-2 0-1-16,0 0 0 0,-2 0 1 16,2 0-1-16,-1 0 0 0,-1 0-2 0,1-2-8 15,-3 1-15-15,-1-1-34 0,-1 0-76 0,0 0-94 16,-5 0-180-16,1 1-288 0,-1-2-329 15,-1 2-349-15,0 1-180 0,0 1 209 0,-1 2 690 16</inkml:trace>
  <inkml:trace contextRef="#ctx0" brushRef="#br1" timeOffset="172020.4">20992 5520 207 0,'0'2'368'0,"-2"-2"153"0,-1 0 26 16,3 1-119-16,0-1-83 0,-1 1-38 0,1-1-9 15,0 0 5-15,1 2 2 0,-1 0-3 16,0-1-9-16,3-1-19 0,-1 1-33 0,-2-1-33 0,0 2-35 16,1-2-28-16,-1 0-28 0,0 0-21 15,0-2-17-15,0 2-13 0,0 0-14 16,0 0-11-16,0 0-6 0,0 0 4 0,2 0-1 15,-1 0-2-15,3 2 21 0,-3-2 16 0,2 2 4 16,1-1-7-16,1-1-5 0,-1 3-1 16,2-2-20-16,-1 1 22 0,1-1 13 0,3 0 5 15,-3 1 2-15,1-2-2 0,2 0-2 0,-1-2-35 16,1 1-20-16,0 0-10 0,-1-1-4 16,0-1-2-16,3 2-2 0,-1-2-2 0,-1 0 2 15,2 2-1-15,-3-3-3 0,3 3-1 16,-1 0-2-16,-1-1 2 0,1-1 0 0,1 1-3 15,-2 1-1-15,-1-2 2 0,5 3-2 0,-5-2-1 16,1-1 0-16,4 0 3 0,-4-2-2 16,1 3 2-16,1-3 0 0,-2 0 0 0,1 1 3 15,0 0-1-15,-1-1-1 0,-3-1 1 0,2 2-1 16,-3 0 8-16,3-1 6 0,-4 0 3 16,1 1 4-16,-2-1 1 0,1 1 3 0,-3 2-7 15,1-1-8-15,0 1-2 0,-2 0-5 16,1-2 2-16,-1 2-4 0,0-2 0 0,2 2 0 15,-2-2 0-15,1 0-1 0,-1 1-3 0,3-1 0 16,-1-3 0-16,-2 2-2 0,1-3 0 16,2 0 1-16,1 0 0 0,-3-3 0 0,2 0 1 15,1 0 0-15,-3-3 0 0,3 2 0 0,-3 0 0 16,2 0 4-16,0-2-2 0,-1 4 1 16,-2-2 1-16,0 3-1 0,0 1-1 0,0-2-1 15,0 1 1-15,-2 2-1 0,-1-1-1 16,2 0 2-16,-1 3 0 0,2-3-1 0,-1 1 1 15,-1 0 2-15,0 1 0 0,-1-2-1 0,3-1 0 16,-2 2-2-16,-1 1-1 0,3-1 0 0,-1 0-1 16,1 1 1-16,-4 0 0 0,4 0 1 15,-1 1 0-15,-1 1-1 0,1 0 1 0,1-1-1 16,-2 2 1-16,-1 0-1 0,3-3 1 16,-1 4-1-16,1 2 1 0,-2-3-1 0,2 0 3 15,0 2 1-15,-1 1-1 0,1 0 1 16,0 0 0-16,0 0 1 0,-2 0-2 0,2 0 0 15,-2 1 0-15,2-1-1 0,0 1-1 0,-1 1-1 16,1 1 0-16,0-3 0 0,0 0 0 16,0 0 1-16,0 0 1 0,0 2 0 0,0-2-2 15,0 0 1-15,0 0 0 0,0 0-1 0,0 0-2 16,0 0 1-16,0 0 1 0,0 0-2 0,0 3-1 16,0-2 1-16,0 2 2 0,0 1-1 15,1-2 2-15,-1 3-1 0,0 1 2 0,2 0-2 16,0 1 0-16,-1 1 1 0,1 1-2 15,-1-1 0-15,2 3-1 0,0-2 0 0,-1 2 0 16,1-1-2-16,0 4 2 0,-3-4 1 0,3 4-2 16,-1-2 1-16,0 2 0 0,-1-1 2 15,-1 0 0-15,2 0 2 0,-2 1 1 0,0 0 1 16,0-2 0-16,-2 1-1 0,2-1 0 16,0 2 1-16,0-4 1 0,0 2-2 0,0 0 0 15,0-1 0-15,0-2-2 0,0 1-2 16,0-1 1-16,2 0 0 0,0-1 0 0,-2-1-2 15,1-1 0-15,1 0 2 0,-1 0 1 0,4-1 0 16,-4-1 1-16,1 1 0 0,-1-1 0 0,3-1 2 16,-3 1-4-16,1 1 0 0,-1 0 1 15,1-3-1-15,-2 4-1 0,2-1 0 0,-1-3 1 16,1 4 1-16,0-3-1 0,-1 1 1 0,2 0 0 16,2-3-2-16,-4 2 1 0,2 0 0 15,1-2 0-15,1 1 0 0,-2-2 1 0,2 1 1 16,-2-1-1-16,3 2-2 0,-2-2 1 0,0 1-4 15,1-1 4-15,-1 1-1 0,1-1 0 16,0 2 2-16,3-2 0 0,-4 0 2 0,1 0 0 16,0 0 1-16,1-2-3 0,-1 1 1 15,3 0 1-15,-2-1 0 0,1 1-1 0,-1-1 0 16,3 1 1-16,-2-2 1 0,1 0-2 0,-2 2 0 16,2-3-1-16,0 3 0 0,-2-2-3 15,1 0 0-15,-1 0 0 0,1 0-2 0,-2 1 3 16,2-1-1-16,-2 0 2 0,-1 2-2 15,2-3-2-15,-1 4-7 0,-2-1-42 0,1 0-72 16,-3 1-93-16,1 0-174 0,-2 0-295 0,0 0-331 16,1 2-307-16,-1 2-160 0,0-2 217 15,0 3 643-15</inkml:trace>
  <inkml:trace contextRef="#ctx0" brushRef="#br1" timeOffset="173733.38">22868 5403 76 0,'0'0'274'0,"-2"-2"139"16,2 1 98-16,0 1-83 0,-4 0-96 16,4-2-54-16,-1 2-12 0,-1 0-3 0,1 0-6 15,1 0-2-15,-2 2 0 0,0-2 2 16,2 0-2-16,-1 1-2 0,1 1-6 16,-2-2-13-16,2 0-25 0,0 1-38 0,0-1-42 0,0 2-31 15,2-2-27-15,-2 0-20 0,1 1-10 16,1-1-12-16,0 2 1 0,-1-1-3 0,2 0-3 15,3 1 0-15,-1 0-3 0,0-1 16 16,1-1 10-16,-1 1 7 0,3-1-2 0,0 2 0 16,0-2-1-16,0-2-13 0,1 2-17 0,1-1-10 15,-2-2 0-15,0 1-3 0,2 0-6 16,-2 0 1-16,-1-1 5 0,1 0-2 0,-1 2 3 16,2-2 3-16,-5 1 45 0,3-1 27 15,0 0 7-15,-2 2 7 0,-2-2-4 0,2 2-4 16,-2-3-25-16,1 2-16 0,-1-2-8 0,0 0-6 15,1 1-2-15,0-3-3 0,0-1-10 16,0 0-8-16,-1-2-4 0,2-1-3 0,-1-1 2 16,0-1-2-16,2 0-1 0,-5 0 0 15,4-2 0-15,-3 4 0 0,1-2 7 0,-2 1 4 16,1 0 2-16,0-1 2 0,-2 4 2 16,-2 1 2-16,0-1-3 0,1 1 0 0,-1 1 0 0,1 1 1 15,-1 1 2-15,-1 1-3 0,1 0-5 16,-1 0-1-16,0 1-5 0,2 1-3 0,-3 1-4 15,3 0-3-15,-1 0 1 0,1 0-3 16,1 1 1-16,-2 1-1 0,0 0 2 0,2 0 1 16,-1 0-3-16,1 1 3 0,0 1 0 0,0-1 0 15,0 2 0-15,0-1-1 0,0 2 1 16,1-2-3-16,-1 1 3 0,0 0-3 0,2-1 3 16,0 1-3-16,-2-1 2 0,1 1 0 15,1-1-2-15,-1 1 2 0,-1 1 0 0,4-2 1 16,-3 2 1-16,2-1-1 0,-1 2 1 0,-1-1 1 15,2 2-1-15,-1-1-1 0,0 1 0 0,-1 1 0 16,1 1-1-16,-1-1 3 16,1 2-2-16,0 0 1 0,-1 1 1 0,1-1 0 0,1 0 0 15,-1 1-1-15,2-3 1 0,-1 0-1 16,0-2 1-16,2 1-1 0,2-2 2 0,-2 0-1 16,2-2 2-16,-1-1 2 0,2-1 1 15,1-2 1-15,0 0 1 0,0 0 0 0,-1-2-1 16,5-3-1-16,-5 3-2 0,1-3-1 0,1 0-1 15,1 1-1-15,-2-2 1 0,-1 2 0 16,3 1-2-16,-3-2 0 0,0 2 0 0,-1 0-1 16,-1 0 0-16,-2 1-2 0,1 0 1 0,0 0-2 15,0 1 0-15,-2 1 1 0,5 0 0 16,-5 0 1-16,2 0 0 0,-2 1-1 0,2 1-5 16,0 1-18-16,-2 0-50 0,0 0-69 0,1 1-92 15,-2-1-169-15,-1 2-299 0,-1-2-315 16,2 1-278-16,0 2-167 0,-2-1 210 15,0-1 616-15</inkml:trace>
  <inkml:trace contextRef="#ctx0" brushRef="#br2" timeOffset="182010.56">14144 10494 104 0,'0'-7'440'0,"0"2"326"0,-3 2 267 0,3-2-40 15,-2 5-253-15,2-3-175 0,-3 1-122 16,3 4-109-16,0 1-99 0,0 2-80 0,2 0-31 15,1 6-5-15,0 3 4 0,2 2 10 16,4 3 3-16,-1 5-1 0,2 1-19 0,2 1-21 16,-1 6-23-16,2-1-18 0,1 3-11 0,-1 0-4 15,1 0-6-15,1 1-6 0,-2-3-7 16,0 1-8-16,-3-5-4 0,2-3-2 0,-2-2-2 16,1-2-1-16,-3-3-3 0,-2-3-1 0,-1-3 1 15,-2-3-2-15,0 0-5 0,-3-5-24 16,0-1-51-16,-3-1-49 0,-3-5-48 0,-2-3-81 15,-3-4-123-15,1-4-141 0,-1-5-178 0,-3-1-237 16,1-4-217-16,-2-2-30 0,0-6 274 16,1-1 409-16</inkml:trace>
  <inkml:trace contextRef="#ctx0" brushRef="#br2" timeOffset="182344.15">14122 10446 23 0,'0'-15'307'15,"-3"4"197"-15,3 3 154 0,3 2-1 16,-2-1-174-16,2 2-117 0,2 3-51 0,3-2 0 15,0 3 23-15,5 1 13 0,0 1-19 0,4 4-38 16,0 1-38-16,4 1-37 0,1 1-35 16,2 4-5-16,4 3 20 0,-1 0-1 0,3 3-6 15,-1 3-14-15,-1 2-16 0,0 1-33 16,-1 2-44-16,0 0-21 0,1 4-16 0,-5-3-8 16,-1 3-4-16,0-2-7 0,-3 3 0 0,-2-2-1 15,-1 1 0-15,-5-1 0 0,-1 1 3 16,-4 1 3-16,-4-2 1 0,-2 3-2 0,-3-2-2 15,-4-1-1-15,-1 1-1 0,-1-4-2 0,-4 0-3 16,0-2-1-16,-2-3 0 0,0-4-4 0,1 0-1 16,0-5-5-16,-2-3-4 0,4-2-3 15,0 0-5-15,-2-5-4 0,5-2-9 16,-2-2-9-16,5-3-16 0,-1-2-28 0,2-2-57 16,0-3-60-16,4-2-75 0,-1 0-126 15,2 0-165-15,0-2-279 0,3-1-236 0,2 1-214 16,0 0-51-16,2 2 357 0,2 2 486 0</inkml:trace>
  <inkml:trace contextRef="#ctx0" brushRef="#br2" timeOffset="182627.87">14830 11028 29 0,'8'3'562'16,"-2"0"496"-16,-2-3 208 0,1 0-38 0,-4-3-292 15,2-3-303-15,-1-3-209 0,2-4-111 0,-2-1-53 16,1-4-57-16,0-2-62 0,1-5-44 16,0-1-22-16,0-5-8 0,0-2-15 0,2-3-10 15,1-3-10-15,-2-3-6 0,-1-2-4 0,1 1-7 16,-2-2-5-16,2 0-4 0,-4 3-3 16,1 1 0-16,-4 6-2 0,-2 1 0 0,1 6 0 15,-2 3-1-15,-1 3-2 0,-3 4-10 16,0 6-18-16,-2 3-39 0,0 7-67 0,-5 2-67 15,2 4-115-15,-3 3-165 0,1 2-271 0,-2 3-282 16,2 1-218-16,1 0-132 0,0 0 270 16,1-1 528-16</inkml:trace>
  <inkml:trace contextRef="#ctx0" brushRef="#br2" timeOffset="182865.18">14595 10393 8 0,'-2'0'496'0,"2"0"479"0,0 1 244 15,0-1-57-15,0 5-341 0,0-5-303 0,3 2-174 16,0 5-71-16,1-1-22 0,2 2-18 16,3 1-20-16,1 1-23 0,1 4-39 0,3 0-38 15,1 4-36-15,0 1-18 0,1 3-14 16,1 1-13-16,-1 2-6 0,3 0-7 0,0 0-8 16,-3 2-2-16,3-2-6 0,-1-2-4 0,-3 1-5 15,3-5-19-15,-1 1-58 0,-3-3-63 16,0-4-110-16,-1 0-170 0,1-2-306 0,-3-4-318 15,1-1-246-15,0-3-153 0,-1-3 306 0,2-4 583 16</inkml:trace>
  <inkml:trace contextRef="#ctx0" brushRef="#br2" timeOffset="183283.03">15301 10333 81 0,'-1'-18'655'0,"-3"2"503"0,-3 2 247 16,1 1-73-16,-2 0-391 0,-4 3-333 16,0 3-189-16,-3-1-102 0,-2 4-93 0,3 0-71 15,-3 4-46-15,1 5-29 0,-2 1-21 16,6 1-17-16,-4 6-11 0,5 0-12 0,3 4-7 16,0 1-6-16,3 1-3 0,5 2-3 0,2 0-1 15,3-1 0-15,4 0 0 0,2-1 0 16,4 0 0-16,3-1-1 0,3-1 1 0,0-2-2 15,2-2 0-15,2 1-2 0,-1-1-2 16,1-3-8-16,-2 3-6 0,0-1-4 0,-1 0-1 16,-4 0 0-16,-1 0 4 0,-2 0 8 0,-3-1 8 15,-4 4 7-15,-1-2 4 0,-4 2 3 16,-5 0 2-16,1 0 2 0,-6 3 3 0,-3-2 2 16,-2 4 1-16,1-1-1 0,-5 2 0 0,0 0-3 15,-1 3-3-15,-1-2-3 0,1 3-3 16,-1-1-3-16,1-2 0 0,1-1-3 0,2-1-1 15,1-2-3-15,3-2-8 0,2-4-33 0,1-3-72 16,4-1-75-16,0-4-140 0,3-2-229 16,1-4-320-16,3-4-323 0,0-1-213 0,5-5-26 15,0-3 512-15</inkml:trace>
  <inkml:trace contextRef="#ctx0" brushRef="#br2" timeOffset="183638.9">15538 10337 27 0,'-2'-6'580'16,"0"1"536"-16,0 3 241 0,-1 2-66 0,0 2-318 16,1 4-348-16,-1 1-211 0,2 3-114 0,-1 1-75 15,0 4-65-15,1 3-55 0,-1 1-31 16,2 4-19-16,0 1-13 0,2 4-6 0,-2 0-3 15,1 1-3-15,-1 3-1 0,2 1 1 0,0 1 0 16,-1-1 1-16,-1 3-1 0,3-4-3 16,1 0-5-16,0 1-4 0,2-6-5 0,-1-4-6 15,3 0-4-15,2-5-1 0,1-3-2 16,0-4 0-16,2-3 0 0,2-5 1 0,-2-1-1 0,4-4 0 16,-1-2 1-16,0-3-1 0,0-1-1 15,1-1-1-15,0-1-7 0,-2 0-8 16,2-1-18-16,-3 1-36 0,-1 1-69 0,1 1-74 15,-4 0-131-15,2 1-206 0,-2-1-305 0,0 2-309 16,0 0-218-16,0 0-63 0,1 0 443 0,0 1 576 16</inkml:trace>
  <inkml:trace contextRef="#ctx0" brushRef="#br2" timeOffset="183963.46">16021 10501 157 0,'-5'18'813'0,"0"1"495"16,0 5 83-16,1 2-137 0,-2 3-419 16,3 1-330-16,1 1-169 0,2 3-96 0,2-2-69 15,2 2-65-15,4-2-42 0,1-3-27 0,4-4-19 16,3-5-9-16,-2-7-5 0,5-4-6 16,-2-6-7-16,-1-5-6 0,2-4-5 0,-4-4-2 15,2-5 0-15,-4-2 1 0,-2-3 9 16,1-4 5-16,-3-4 6 0,-2 2 9 0,-2-4 10 15,-3-2 8-15,-1 2 10 0,-1-2 9 0,-6 0 4 16,-1 1-2-16,-6-1-7 0,1 0-5 0,-4 4-3 16,-1 1-5-16,-4 4-3 0,-3 5-4 15,-2 5-2-15,-1 11-4 0,1 4-9 0,-2 6-4 16,2 7-5-16,4 5-2 0,2 4-5 16,5 5-26-16,4 2-81 0,2 3-111 0,2 0-219 15,5 1-290-15,0 0-358 0,3 0-396 0,0-2-136 16,1-3 394-16,-1-1 756 0</inkml:trace>
  <inkml:trace contextRef="#ctx0" brushRef="#br2" timeOffset="184742.82">16266 10491 29 0,'5'-4'495'0,"2"0"416"16,-4 2 215-16,2 0 5 0,-1-1-333 0,2 6-236 15,2 0-106-15,1 4-65 0,2 3-42 16,1 1-52-16,0 5-41 0,3 4-54 0,-2 3-64 16,0 4-33-16,1 1-24 0,-1 2-16 0,0 3-13 15,1 0-11-15,-1 2-9 0,-1-3-11 0,1 0-8 16,3-2-4-16,-5-4-4 0,0-4-1 15,1-2-2-15,1-4-1 0,-2-4 1 0,-3-4 1 16,2-4 1-16,-2-5 2 0,2-5 0 0,-3-7 1 16,-1-5-2-16,2-5-1 0,0-5-4 0,-2-6 0 15,2 0 0-15,0-4 1 0,1 0 0 16,1-4 2-16,0 3 0 0,1 1-1 0,0-1-1 16,0 3-1-16,1 1-1 0,-2 3 0 0,-2 6 1 15,1 1 1-15,-2 5 0 0,-3 2 2 16,1 4 2-16,-1 3 0 0,-4 3 0 0,-2 1 1 15,-1 5 0-15,-4 2 0 0,1 5-1 16,-5 1 3-16,1 4 2 0,-1 3 2 0,-1 3 1 16,1 3 1-16,-1 5 0 0,3 1 0 15,0 4 0-15,0 1-2 0,2 3 1 0,2 1-2 16,2 2 0-16,1 1-2 0,2-2-3 0,2-1-3 16,1-3-3-16,6-2-1 0,3-1-2 15,-1-6-4-15,4-1-7 0,1-8-18 0,5-1-45 16,-1-5-79-16,1-4-121 0,1-3-218 15,2-5-304-15,-1-2-355 0,1-1-345 0,0-5-116 0,0 2 433 16,-2-3 708-16</inkml:trace>
  <inkml:trace contextRef="#ctx0" brushRef="#br2" timeOffset="185079.74">17137 10787 256 0,'5'14'824'0,"-4"-3"371"0,2-2 26 0,-3 0-223 0,2-2-284 15,0-2-225-15,1-3-129 0,0-3-72 16,0-3-47-16,1-5-39 0,0-3-59 16,2-5-58-16,-1-3-32 0,0-5-14 0,-2-2-7 0,4-3-6 15,-4-6-10-15,3-1-5 0,-2-4-2 0,0 0-3 16,1 0 2-16,-1 0 3 0,1 3 3 16,-2 2 0-16,3 8 1 0,-3 2 0 15,-1 5-7-15,3 4-3 0,-2 5-2 0,0 2 0 16,1 4 1-16,0 4 1 0,2 4 2 15,2 5 1-15,-1 3-1 0,-1 5-1 0,5 3-2 0,-3 5-2 16,3 2-1-16,0 3-1 0,0 3-1 16,1 3-1-16,-2 2 0 0,3 3 0 0,-2 1-1 15,0-2-2-15,-1 0-14 0,-1-2-45 16,0 0-63-16,0-3-64 0,-3-4-102 0,-1-1-164 16,-2-4-218-16,1-2-263 0,-2-4-219 15,0 0-161-15,-4-6 158 0,0-1 472 0</inkml:trace>
  <inkml:trace contextRef="#ctx0" brushRef="#br2" timeOffset="185263.56">17226 10628 482 0,'-3'-4'959'0,"-4"-1"245"0,6 5-44 16,-3 5-304-16,4-3-324 0,4 4-198 15,0-1-106-15,4 2-56 0,1-2-36 0,4-3-28 16,1 0-34-16,1-2-36 0,4-2-13 0,-2-2-6 15,2 0-19-15,0-2-47 0,0-3-47 0,1 5-104 16,-2-5-174-16,-1 3-305 0,-1 0-284 16,2 2-227-16,-2-1-112 0,1 1 317 15,2-1 515-15</inkml:trace>
  <inkml:trace contextRef="#ctx0" brushRef="#br2" timeOffset="185551.65">17838 10306 87 0,'-13'-5'908'0,"-3"1"700"0,-2 1 4 16,-2 3-297-16,-3 2-407 0,2 1-356 0,-3 4-230 16,2 5-114-16,0 3-60 0,4 3-43 15,1 3-32-15,6 3-26 0,1 4-15 0,3 3-11 16,4 1-7-16,3 5-4 0,4-2-3 0,2 3-2 15,4-3-3-15,1-1 1 0,5-1-2 0,1-4-5 16,2-6-11-16,2 0-18 16,-2-6-29-16,0-4-66 0,-2-3-81 0,0-5-134 0,-4 0-207 15,3-4-309-15,-3-2-344 0,-1-2-254 16,-1-2-83-16,-3-2 451 0,2-3 628 0</inkml:trace>
  <inkml:trace contextRef="#ctx0" brushRef="#br2" timeOffset="186484">17967 10457 139 0,'11'-7'565'0,"0"0"324"0,-3-2 161 0,3 0-65 16,-1 0-326-16,1 0-223 0,1 1-120 15,0-4-51-15,2 1-36 0,-2 3-28 0,1-1-26 16,1-1-20-16,-1 0 17 0,-1 2-4 16,0-2-14-16,-3 1-21 0,2 2-12 0,-4-1-9 15,-1 2-27-15,-3 2-6 0,2 1 2 16,-1 0-6-16,-4 3-6 0,2 0-5 0,-4 3-10 16,2 0-14-16,-1 4-15 0,-2 4-8 0,1 2-5 15,2 3-4-15,2 6 2 0,1 2-1 16,0 4 3-16,3 5 0 0,1 2 0 0,2 5 3 15,2 3-3-15,0 3-1 0,3 2-2 0,2 5 0 16,0 0-1-16,0 2-3 0,1 1-2 16,-1 0 0-16,1-1-2 0,0-2 1 0,-4-3-1 15,0-3-1-15,0-5 1 0,-4-1-1 0,-1-5 0 16,-3-2 1-16,-2-4 0 0,-3-1 1 16,-3-4 1-16,-2-2 1 0,-3-2 3 0,-4-3 1 15,-2-3 1-15,-4-2-2 0,-3-3 0 16,-2-5-1-16,-1 0 1 0,-1-5 2 0,3-3 2 0,0-4 3 15,0-3 1-15,4-2 1 0,2-3-2 16,5-2-4-16,2-4-2 0,4-4-4 0,4 1 0 16,1-4-1-16,4-4-2 0,5-1 0 0,1-4-2 15,3-2 1-15,3-5-2 0,-2 0 0 16,5-4 0-16,1-2-1 0,1-2-2 0,1 4-4 16,0-4-12-16,-3 2-23 0,0 4-48 15,-2 1-77-15,-4 3-100 0,-2 1-170 0,-2 9-289 16,-2 0-326-16,-2 7-307 0,0 4-158 15,-4 5 208-15,-1 5 635 0</inkml:trace>
  <inkml:trace contextRef="#ctx0" brushRef="#br2" timeOffset="186848.73">18766 10885 332 0,'14'-1'760'0,"-3"-5"321"0,1-3 75 16,-4-7-264-16,0-3-231 0,2-5-125 0,-1-4-95 16,-1-5-71-16,0-2-62 0,-1-3-49 15,-1-1-70-15,-3-5-67 0,-2-3-41 0,3 0-21 16,-3-3-15-16,-1 2-4 0,3 3-2 16,-3 2-1-16,0 8 1 0,0 1-2 0,-3 9 0 15,3 5-3-15,-1 1-5 0,1 7-6 16,-2 5-5-16,2 3-6 0,2 8-3 0,-1 2-5 0,2 3-2 15,2 8 0-15,2 0 0 0,0 4-1 16,3 2 0-16,0 4-1 0,2 1 0 0,-1 4-1 16,0 1-2-16,3 2 1 0,-2 3-2 15,0 2 0-15,-1-2-1 0,0-1-6 0,0 1-15 16,0-1-39-16,-1-5-75 0,-2-2-87 0,-2-3-156 16,0-3-220-16,-2-3-320 0,-1-5-316 15,-1 0-195-15,-2-5 43 0,-4-4 532 0</inkml:trace>
  <inkml:trace contextRef="#ctx0" brushRef="#br2" timeOffset="187032.52">18903 10684 77 0,'-24'-27'416'0,"1"1"321"0,-1 0 286 15,5 0 0-15,2 5-251 0,2 1-200 0,6 6-130 16,0 2-109-16,5 4-67 0,4 3-58 0,4 1-8 16,5 4-10-16,2 2-19 0,3 0-15 15,5-1-36-15,2 0-32 0,1 1-39 0,3-2-24 16,2 0-8-16,2-2-9 0,1 1-2 0,-2 0-1 15,0-3-28-15,-1 0-58 0,0 0-66 16,-4 0-130-16,0 2-212 0,-3-3-309 0,-2 3-295 16,3 2-218-16,-7-5-60 0,2 3 448 0,-4-2 538 15</inkml:trace>
  <inkml:trace contextRef="#ctx0" brushRef="#br2" timeOffset="191143.75">9949 6142 177 0,'0'-3'377'0,"-1"2"176"0,-1-3 95 16,2 0-125-16,0 2-86 0,0-2-24 15,0-1 3-15,0 3-2 0,0-1-20 0,0 0-39 16,-1 1-51-16,1-3-60 0,-2 3-46 15,2 0-20-15,0 0 7 0,0 0 20 0,0 0 3 16,-2 0-2-16,2 1-10 0,-1 0-24 0,-1-1-31 16,2-1-40-16,-1 3-22 0,-1-3-13 15,0 3-9-15,-2-1-6 0,2-1-7 0,-1 1 0 16,0 1-5-16,1-2-5 0,-1 1-5 0,0-1-3 16,1 2-3-16,-1-3-4 0,-2 3-1 15,1-2 0-15,1 1-1 0,-2 0-2 0,0 1-3 16,2-2 0-16,-2 2-3 0,0 0-3 15,-1-1-2-15,0 1 1 0,1 0-1 0,0 0 0 16,0 0 0-16,1 0 1 0,-4 1-1 0,3-1 0 16,-1 0-1-16,1 2 0 0,-1-1 0 15,-2-1 0-15,3 1-1 0,-1 1 0 0,1 0-1 16,-1-1 0-16,-2 1-1 0,3-1-1 16,0 1 1-16,1 1 0 0,-3-2 1 0,2 2-1 15,-1 0 0-15,0 0 0 0,0-2-1 0,1 4 0 16,-2-2 0-16,1 1 0 0,0 1 0 0,1 0 0 15,-1-1 1-15,1 0-1 0,-3 2 1 16,4-2 0-16,-1 2 0 0,0-2 0 0,0 2 0 16,0 2 1-16,-1-4-1 0,0 2 0 15,1 0 1-15,2 0-1 0,-2 0 0 0,2-1 0 16,-2 3-1-16,1-2 1 0,-1-2-1 0,3 2 0 16,-3 1 1-16,2-1 0 0,0 0 0 0,0 2 1 15,0-1-1-15,-2-1 1 0,2 2-1 16,1-1 0-16,-1-1 0 0,2 2 0 0,-1-1 0 15,0-1-2-15,-1 2 2 0,2-1-5 16,-1 0 2-16,0-1-4 0,2 2-2 0,-3 0 0 16,3 0-2-16,-1-2 5 0,-1 1-3 0,2 0 5 15,-3 1 2-15,3-2 0 0,0 1 2 16,-1-1 0-16,-1 2 0 0,2-1-1 0,0-2-1 16,0 3 2-16,0-1 0 0,0-1-1 15,0 1 1-15,0 1 0 0,0-2 0 0,2-1-1 16,-1 1 0-16,-1 0 1 0,0 0-1 0,0 1 1 15,3-1-2-15,-3-1 2 0,2 1 0 0,-1 0-1 16,-1-1 1-16,3 1 0 0,-3 0 0 16,2-1-1-16,0 0 1 0,-1 0 0 0,-1 1 0 15,3-1-1-15,-1 2 1 0,0-2 5 16,-1-1 3-16,1 0 2 0,-1 2 0 0,1-2 1 16,1 0 0-16,0 1-6 0,0-1-4 15,0 1-2-15,-1-1 1 0,1 1-2 0,2-1 1 16,-2 0 0-16,2 2-1 0,1-1 1 0,-1 1-1 15,1-4-1-15,-1 3 1 0,2-2-1 16,-1 2 1-16,3-1-1 0,-2-2 0 0,1 2 1 16,1-2 1-16,-1 1 0 0,1 0 0 15,-1-1 1-15,3 1-1 0,-3-2 1 0,0 2 0 0,1-1 0 16,-1 1 0-16,0 0 1 0,-1-1 1 16,-1 2-2-16,3-2 1 0,-2 2 0 0,-1-2 0 15,1 2-1-15,0-2 0 0,-2 3 0 16,1-3 0-16,-1 0-1 0,2 2 0 0,0-2 1 15,-2 1 0-15,0-1 0 0,1 0 0 0,1 0 1 16,-1-2-1-16,0 1 0 0,-1-1 1 16,3-1 0-16,-2 1-1 0,0-2 1 0,2 0 1 15,-3 0 0-15,3-2-1 0,-1 2 2 16,0-3-1-16,0 3 1 0,-1-4-1 0,2 1 0 16,-2 1 0-16,0 0-1 0,2-1 1 15,-3-1-1-15,2 2 0 0,0-2-1 0,0 1 0 16,-1 0 1-16,1-1-1 0,-1 0 0 0,1 1 1 15,-2-1 0-15,3 1 1 0,-3-1-2 16,3 0 2-16,-2 0 0 0,1 0-1 0,-1-1-1 16,0 1 0-16,2 0 1 0,-2-2-1 15,2 0-6-15,-1 0 4 0,0-2-4 0,1 2-1 16,0-2-1-16,-1 2-2 0,-1-3 6 0,3 3-4 16,-4-2 4-16,3 2 2 0,-3-2 0 0,3 0 1 15,-4 0 7-15,1 2-3 0,2 0 0 16,-4-1 5-16,2 2 2 0,-1 0 3 0,-1-1-4 15,0 0 1-15,-1 2 1 0,1-2-4 0,-1 1-2 16,-1 0-1-16,-1-1-2 0,0 1 1 16,2-1 0-16,-2 0-1 0,0 0 1 0,0-2-3 15,0 3 1-15,0-2-2 0,-2 2 0 16,2-1 0-16,0 1 1 0,-1 0 2 0,-1-1-1 16,1 0 1-16,-1-1 0 0,0 2 6 15,-1-1 5-15,2 2 2 0,-4-1 1 0,4-1 2 16,-2 2 1-16,-1 0-8 0,1 0-3 0,1 2-3 15,-1-3-1-15,-2 2-2 0,2 0-1 16,0-1 0-16,0 1 0 0,0-1-1 0,0 2 0 16,0-2 0-16,-1 2 0 0,3-2 0 0,-2 1-1 15,1 1 1-15,0 0 0 0,-1 0-1 16,2 0 0-16,-1 0 1 0,-1 0 0 0,2 1 0 16,-1-1 0-16,0 2 3 0,1-4 3 0,-1 3 6 15,-1 0 5-15,1 0 4 0,1 0 3 16,-2-2 2-16,-1 3 0 0,1-1-4 0,0-2-5 15,-3 2-2-15,1-2-2 0,0 3-4 16,1-1-1-16,-3-1-2 0,2 0-1 0,-1 2-1 16,0-2-1-16,1 2 0 0,-1-1-1 0,1 1-1 15,-1 0-1-15,1 1 1 0,0-2 0 16,2 3 0-16,0 0-1 0,1 0 0 0,-1-2 0 16,1 2-1-16,2 0 1 0,-1 0-2 15,-1 0 1-15,2 0 0 0,-1 0-1 0,-2 0 0 16,3 0 0-16,0 0-2 0,0 0 0 0,0 0-1 15,-2 0-6-15,2 0-10 0,0 0-23 0,-3 2-40 16,0-2-83-16,0 4-163 0,-2 0-266 16,0 1-326-16,-3 1-397 0,-3 0-401 0,0 1 4 15,-5 3 792-15</inkml:trace>
  <inkml:trace contextRef="#ctx0" brushRef="#br2" timeOffset="193246.96">10216 6603 103 0,'-1'0'378'0,"-1"0"252"0,-1-2 275 15,0 1-13-15,2-1-147 0,-1 2-117 0,1-1-95 16,-1 1-82-16,0 0-91 0,2 0-75 15,0 0-59-15,0 0-36 0,0 0-25 0,0 0-27 16,0 1-29-16,0-1-27 0,0 0-22 16,0 2-17-16,0-2-17 0,2 0-12 0,-2 1-8 15,0 1-4-15,2-2-1 0,-1 1-1 0,1 1-2 16,-1 1 0-16,4-2 1 0,-4 2 3 16,4 0-5-16,-2 0 3 0,0 1 2 0,2 0 2 15,0-2 0-15,0 3 0 0,4 0 10 0,-1 0 6 16,0 0 2-16,4 1 2 0,1 0 2 15,3 0 5-15,-2 2-3 0,2 1-1 0,0-2-2 16,3 0 0-16,-1 4-1 0,0-3-8 0,3 3 0 16,-2-1-1-16,1-1-3 0,1 1-1 15,-2 2-1-15,1-2 1 0,-2 3-2 0,2-1-2 16,1 0-1-16,-2 1 2 0,-2-1-1 16,1 1 0-16,-1 1 0 0,0-2 3 0,-1 2 6 15,-2-2 2-15,-1 1 4 0,0 2 0 0,-1-5 2 16,0 5-2-16,-3 0-2 0,2-3-4 0,-1 4-1 15,-1-1-2-15,0 0-2 0,-1 2-2 16,1 0-2-16,0 1 1 0,-3 1-3 0,2-2-1 16,0 1-1-16,1 3 0 0,-1-1-1 15,-1 0-1-15,-1 0 0 0,3-1-1 0,-2 0 0 16,-1-1 0-16,1-3 1 0,-3-1 0 0,1-1-1 16,0-2 0-16,-2-3 1 0,0 0 0 15,-1-2 0-15,-1-3 1 0,1 1 5 0,-1-1 2 16,-1-2 3-16,0 1 1 0,2 0 1 15,-2-1 1-15,0 0-3 0,2-1-1 0,-1 0-2 16,-1 2-1-16,0-2-1 0,0 0 0 0,0 0-2 16,0 0-2-16,0 0 0 0,0 0-2 15,0 0-1-15,-1-2 0 0,-1 2 0 0,2 0 0 16,0-1-1-16,-2 1 1 0,2 0-1 16,0-1-1-16,-3-1-1 0,3 0-1 0,-1 1-1 15,-1-1-3-15,0 0-11 0,1-1-16 0,-1 0-27 16,-1-2-62-16,-3-1-65 0,1 2-94 0,0-2-149 15,-1 1-242-15,-2 0-305 0,-1 3-241 16,2-4-197-16,-1 4 110 0,0 1 535 16</inkml:trace>
  <inkml:trace contextRef="#ctx0" brushRef="#br2" timeOffset="193662.47">10707 7236 395 0,'1'0'829'0,"1"0"290"0,-1 0 17 16,-1 0-318-16,2 0-281 0,0 2-198 15,-1-2-117-15,1 3-60 0,1-1-23 0,2 2-20 16,1 2 45-16,5 1 27 0,-1 0 6 16,2 2-2-16,1 1-14 0,-2 3-16 0,5-3-50 15,-2 3-34-15,0 0-19 0,1-1-14 0,0-2-9 16,0 0-6-16,0 0-1 15,0-5 3-15,0 1-1 0,-2-2 4 0,1-2 7 0,-3-2 6 16,2-2 3-16,-1-2-1 0,0-2-1 16,-1-4-6-16,1-2-1 0,0-4-5 0,-2-4-5 15,0-2 0-15,-2-2-3 0,0 0 0 0,-2-2-2 16,-3 1-5-16,-1-2-4 0,-2 1-4 16,-2 1-4-16,1 1-6 0,-5 1-2 0,2 5-3 15,-2 2 0-15,3 2-1 0,-2 3-1 0,2 3-1 16,-1 0-2-16,1 4-4 0,-1 1-9 15,2 3-15-15,-1 1-24 0,0 4-39 16,1 2-79-16,1 1-111 0,-1 3-189 0,2-1-292 16,2 1-337-16,-1-1-358 0,4 2-154 0,-2 1 309 15,3 0 710-15</inkml:trace>
  <inkml:trace contextRef="#ctx0" brushRef="#br2" timeOffset="194957.38">11252 7424 98 0,'-3'-5'597'0,"3"0"459"16,-3 1 196-16,0-1-83 0,-2-1-273 15,2 1-244-15,-1 2-187 0,0-2-111 0,-1-2-68 16,-1 2-63-16,1 0-62 0,0 2-36 16,0-2-20-16,-2 2-15 0,1 2-13 0,-1 0-15 15,2 1-12-15,-1 0-14 0,1 1-11 0,-1 2-9 16,1 0-6-16,0 1-5 0,-1 3-3 0,3 1-2 15,-2 3-2-15,2 3 1 0,3 1 0 16,-1-1-1-16,2 3 1 0,2-1-1 0,0 1-1 16,0-2 0-16,5-3-1 0,-1 0 1 15,4-3-1-15,1-1 2 0,0-6 0 0,3 1 1 16,1-6 1-16,0 0-1 0,0-7 2 0,1 0 1 16,-2-3 1-16,0-3 0 0,-2 0 1 15,-1-1 1-15,-2-2 4 0,-2 1 5 0,-2 0 6 16,0 0 3-16,-4-1 4 0,0 3 3 15,-2-2-1-15,-2 2-1 0,0-1-5 0,-4-1-3 16,0 2-2-16,-2-3-5 0,0 3-3 0,-3 0-3 16,0 1 1-16,1 0 1 0,-4 2 2 15,3 2 2-15,1 4 0 0,-2 2 0 0,3 2-4 16,0 1-2-16,0 4-4 0,1 1-3 16,2 4 0-16,-1 4-1 0,0 2 0 0,2 4 0 15,2 2 1-15,1 3-1 0,1 3 0 16,1-2 0-16,1 2-1 0,3 2-1 0,0-4 1 0,2 0-1 15,2-2 0-15,0-2 0 16,2-3 0-16,2-3 1 0,-2 1-1 0,2-5 1 0,0-3 0 16,0 0 1-16,1-5-1 0,-2-1 2 15,3-3-1-15,-3-3 1 0,1-2 0 0,1-3 1 16,-3-3 1-16,-2-1 0 0,1-3 0 0,-2 1 1 16,-3-2-1-16,-2 1 1 0,-2 0 0 15,-2 2 1-15,-1-1 0 0,-2 4 0 0,-2-1 0 16,-1 2 0-16,0 3-1 0,0 1-1 15,-1 2 0-15,1 1-2 0,1 1 0 0,1 2-1 16,-2 4-1-16,3 2-1 0,2 1 0 16,-2 5 0-16,2 0 1 0,0 6 0 0,1 3 1 15,-1 1 0-15,2 3 0 0,1-1-1 0,0 3 0 16,1-3 0-16,1-1-1 0,1-2 0 0,0-1 0 16,2-2-1-16,1-4 1 0,2-4-1 15,-2-1 1-15,2-5 1 0,1-2 2 0,-2-4-1 16,3-3 2-16,-1-7 1 0,-1 0 0 15,1-7 0-15,-1 0 0 0,-3-1 0 0,0 0 0 16,-2-3 1-16,-1 3 1 0,-2 1 0 0,-3 0 1 16,-2 1 0-16,-2 1 0 0,-4 2 0 15,-3-2 1-15,1 4 3 0,0 2 0 0,-4 1 3 16,0 3-12-16,3 2 0 0,-2 3 0 0,3 4 0 16,-1 4 0-16,3 4 0 0,1 4 0 15,0 5 0-15,2 3 0 0,3 5 0 0,0 2 0 16,3 1 0-16,2 1 0 0,0 0 0 15,4 1 0-15,1-3 0 0,1-4 0 0,5-1 0 16,-2-2 0-16,4-3 0 0,-1-6 0 0,1 0-5 16,1-3-4-16,-1-6-7 0,0 1-12 0,1-8-19 15,-3 0-29-15,2-1-75 0,-5-4-102 16,-2-2-198-16,-3-2-287 0,-1 1-349 16,-2-2-412-16,-2 1-202 0,-3 0 285 0,1 1 800 15</inkml:trace>
  <inkml:trace contextRef="#ctx0" brushRef="#br2" timeOffset="200679.22">12713 8447 170 0,'0'2'519'0,"0"-2"306"0,0 0 172 16,-2 2-125-16,2-2-245 0,0 0-154 15,0 0-112-15,0 0-82 0,0 3-67 0,0-3-58 0,2 1-50 16,-2 1-40-16,3-1-17 0,0 3-10 16,1 0 5-16,1 0 8 0,1 4 6 15,3 1 5-15,1 1-6 0,-1 2 35 0,5 3 31 16,-1-1 5-16,1 1-2 0,-1 1-3 0,3-1-4 16,-2 2-34-16,3 0-33 0,-4-3-16 0,3 3-12 15,-2-4-5-15,0 1-5 0,-1-2-7 16,-2 0-1-16,1-2-1 0,0 1-2 0,-3-2 1 15,2-1-4-15,-3-2 1 0,0 1-3 16,-3-1-1-16,3 0 3 0,-5-1-3 0,0-3 4 16,0 2-4-16,-3-3-10 0,2 0-28 0,-4 2-53 15,1-1-43-15,-3 0-94 0,0 2-148 16,-6-1-221-16,1 0-278 0,-1 0-233 0,-2 0-193 16,1-2 132-16,-1 2 475 0</inkml:trace>
  <inkml:trace contextRef="#ctx0" brushRef="#br2" timeOffset="201044.91">12776 8730 16 0,'4'-4'480'0,"-3"6"417"16,2-2 209-16,-1 0-36 0,1 2-319 15,0-1-278-15,2 0-181 0,1 3-86 0,1 1-32 16,1 0-12-16,2 4-6 0,3 2-11 0,-2 1 16 16,5 1 0-16,-1 2-8 0,0 3-8 15,1 2-26-15,1 1-23 0,1 1-36 0,-1-1-21 16,2 0-15-16,-3 0-10 0,1-2-6 0,1 0-6 16,-3-4 0-16,1 0-2 0,0-5 0 15,-1 0 0-15,-2 1 2 0,0-9 5 0,-3 2 1 16,2-4 1-16,-2-1 3 0,1-4 1 0,-2-6-2 15,-1 1-4-15,-1-2 1 0,0-4-3 16,0-1-5-16,-4 1-18 0,0-2-50 0,-3 0-58 16,-1 0-87-16,-3-1-158 0,0 0-284 0,-4 0-302 15,2 1-246-15,-1 1-176 0,-1 2 166 16,-3 2 560-16</inkml:trace>
  <inkml:trace contextRef="#ctx0" brushRef="#br2" timeOffset="202446.28">9668 8406 53 0,'0'0'346'0,"2"0"241"0,-2 1 229 16,0-1 21-16,-2 1-137 0,2 1-120 15,0-2-99-15,-2 0-79 0,-1 2-74 0,1-2-79 16,-1 1-67-16,-1-1-49 0,1 2-36 0,-2-1-17 15,0 1-10-15,0-1-5 0,0 1-4 16,-1 1-5-16,0-1-5 0,-2 3-14 0,0 0-7 16,0 0-7-16,-3 1-7 0,0-2-7 15,-1 5 1-15,-1-1 3 0,0 2 6 0,-3 0-3 16,2 1-3-16,-2 2 3 0,0 1 2 0,-1-1-3 16,1 2-5-16,0 0 1 0,-1 0-2 15,1 0 2-15,2-1-8 0,0-1 3 0,-1-1 2 16,3 0 0-16,2-1 2 0,-2-3-9 0,4-1 4 15,2 2-5-15,-1-5-4 0,2 0-2 16,1-2 1-16,1 2 4 0,1-3-2 0,-1-1-1 16,1 0 1-16,2 0-5 0,-1-1-19 0,-1-1-26 15,0 0-28-15,1-2-25 0,-1 1-47 16,-1-2-90-16,0-2-101 0,-3 2-111 0,1 1-156 16,0-2-248-16,0 1-192 0,-1 0 20 15,1 3 232-15,-1-1 321 0</inkml:trace>
  <inkml:trace contextRef="#ctx0" brushRef="#br2" timeOffset="202729.66">9213 8633 274 0,'-2'5'470'0,"2"1"192"16,-3-1 60-16,1 1-112 0,-3 0-61 0,2 1-44 16,0 1-37-16,-3 3-48 0,1-1-59 15,0 1-74-15,-1 5-81 0,0-2-50 0,-2 3-34 16,3 2-7-16,0-3-2 0,-1 1 0 15,1 2-8-15,0-2-11 0,-1-3-13 0,3 0-22 16,0-3-23-16,3 0-16 0,-2-3-12 16,4 1-6-16,0-3-7 0,1-2 0 0,3 1 3 15,0-2 2-15,2-2 5 0,3-1-5 0,0-1 5 16,2-2-1-16,4-2 0 0,-1-1-3 0,3-1-1 16,2-1 2-16,1-4-10 0,2-1-39 15,-1-1-53-15,2-2-131 0,1-2-214 0,1-2-294 16,0-3-302-16,-1 0-245 0,-2-3-82 15,0 0 444-15</inkml:trace>
  <inkml:trace contextRef="#ctx0" brushRef="#br2" timeOffset="203793.25">12661 5995 45 0,'-5'6'342'0,"-1"-1"285"0,-1-1 304 15,1-1 50-15,0 0-175 0,1-2-151 16,0 3-95-16,0-3-77 0,2 0-74 0,2 1-78 16,-2 0-59-16,1-1-45 0,2-1-50 15,0 0-51-15,0 1-45 0,0-1-30 0,0 0-19 16,2 0-13-16,2-1-8 0,-1 1-2 0,4-3 2 16,1-1 1-16,4-1 5 0,1-4 1 15,2 0 4-15,3-4-1 0,0 0-3 0,1-3-10 16,1-2-6-16,-2 0-4 0,4 1-5 15,0-2 3-15,-2-2 2 0,-2 3 8 0,-1-1 3 16,-1 2 1-16,-2 0 2 0,-3 3-11 16,-6 2-18-16,0 1-66 0,-5 1-71 0,-3 1-153 15,-5 1-273-15,-5 3-309 0,-3 3-358 0,-4 0-248 16,-1 2 9-16,-4 2 637 0</inkml:trace>
  <inkml:trace contextRef="#ctx0" brushRef="#br2" timeOffset="204041.34">12761 5640 72 0,'10'-9'599'0,"0"0"457"0,0-2 176 0,0 1-92 16,2-1-385-16,-1-1-296 0,3 1-158 16,2 1-86-16,0 1-56 0,-2 2-30 0,3 1 0 15,2 1 5-15,-3 4-20 0,0 0-10 16,0 2 0-16,-1 4-3 0,0 0-21 0,-4 6-23 15,3 0-12-15,-6 5-7 0,-2 2-7 16,-2 4-7-16,-4 2-7 0,-4 3-13 0,-2 0-47 16,-5 3-68-16,-3 0-127 0,-1-1-219 0,-3-2-297 15,1 1-335-15,2-2-297 0,-1-5-116 0,0 0 432 16,5-3 643-16</inkml:trace>
  <inkml:trace contextRef="#ctx0" brushRef="#br2" timeOffset="206713.67">9181 5356 85 0,'-8'3'287'0,"0"-1"137"15,0-2 124-15,0 0-131 0,4 0-123 0,-3 0-51 16,2 0-5-16,-1 0 22 0,3 0 43 16,2 0 43-16,-1 0 29 0,0 0 7 0,1 0-18 15,-1 0-42-15,2 0-56 0,-3 0-55 0,3 0-51 16,0 0-39-16,0 0-30 0,0 0-18 15,0 0-17-15,0 3-14 0,0-3-8 0,0 0-10 16,0 1-9-16,0-1-6 0,3 2 22 16,0-1 11-16,-1 1 6 0,3 1 4 0,2-2 2 15,-2 3 5-15,3-2-19 0,0 2-14 0,3-2 37 16,-1 1 15-16,1-1 7 0,3-1-3 16,-1 0 1-16,2 1-4 0,0-2-33 0,2-2-13 15,-1 1 1-15,1 0 1 0,-1-1 1 16,3-1 1-16,-3-1-3 0,4 0-4 0,-1-2-12 0,-1 1-6 15,-1-1-3-15,1 1-4 0,0 1-1 16,1-2-1-16,-3 1-1 0,1 0 1 0,-2 3-3 16,2 0 0-16,-1 1 0 0,0 1 1 15,-2 0 1-15,3 1 3 0,-2 2 0 0,0 2 2 16,0-1 2-16,2 0-1 0,-4 1-1 16,4 1-4-16,-2-4 1 0,0 2-2 0,1-1 0 15,-2 1-1-15,2-3 1 0,-2 0 1 0,2 1-1 16,-2-2 0-16,1 0 2 0,0 0-2 15,-2 0 0-15,0 0 1 0,1-2 0 0,0 2 1 16,0 0-2-16,1-1 1 0,0 1-1 0,0 0 1 16,0-1-1-16,0 1-2 0,2-2 2 15,-1 2-2-15,1-3 2 0,1 1 1 0,1 1-2 16,-1-2 0-16,0 1 0 0,1 2 2 0,0-3-2 16,-2 1-3-16,2 1 2 0,-1 1 0 15,1-1 1-15,-2 2-3 0,1-1 1 0,0 3 0 16,0 0 2-16,1-1-1 0,-2 2-1 0,4 1 1 15,-2 1 1-15,0 0-1 0,1 0-1 16,1 1 0-16,-2-1 1 0,1 0 0 0,2 0 0 16,-4 2-1-16,4-4 3 0,0 0-1 15,-3 1 1-15,2-3 0 0,-2 4-1 0,1-3 1 16,1-1-2-16,-4 0 1 0,4 2 0 0,-2-3 3 16,0 0-2-16,0 1 0 0,-2 0 1 15,4-2 0-15,-1 1 0 0,-1-1 0 0,3 1 1 16,-3-1-1-16,2 2 2 0,-1-2-2 0,2 0-2 15,-2 1-2-15,0-1 1 0,0 2-2 16,-3-1 0-16,1 2 1 0,-2 0 1 0,2-1 0 16,-4 2 0-16,3-1-2 0,-4 1 0 15,3 1 0-15,-2 0-1 0,0 1 3 0,1 1 0 16,0-5 1-16,-2 5 0 0,2-2-2 0,-2 0 2 16,1-1-2-16,-2-1 0 0,0 0 0 0,1-2 1 15,-2-1 0-15,1 0-1 0,1 0 2 16,-2 0-1-16,0-1 2 0,0-1 0 0,-1 0 0 15,2 0 2-15,0-1-3 0,-1 2 1 16,0-3-1-16,0 2-1 0,1-2 1 0,0 1-1 16,0-1-1-16,1 2 0 0,-2-1-2 15,3 0 0-15,-3-2 1 0,2 1 1 0,-1 0 0 16,1-1 0-16,1 1 1 0,1-2 2 0,0-1-1 16,-2 2-2-16,4-3 0 0,-2 2 0 15,2 0 1-15,-1-1-1 0,3 2 1 0,-2 1 1 16,2-1-1-16,3-1 2 0,-2 1 0 0,1 1-2 15,1 1 0-15,-1-1 0 0,1 1 1 0,-1-1-2 16,-2 0 1-16,1 1 0 16,2-1 0-16,-2 0 1 0,0 0-1 0,0 0 3 0,0-1-2 15,-1 1 1-15,-1 2-1 0,-2-3-1 16,2 3-2-16,-4 1 0 0,3-2-2 0,-4 3 3 16,1 0 0-16,-1 0 1 0,0 0 0 15,-1 0 0-15,-1 0 1 0,-1 0-1 0,2 0 1 16,-2-2 0-16,2 0 2 0,-2-1-1 0,1-2-2 15,2 1 3-15,-2 0 0 0,0-1-2 0,3-1 0 16,-1 2 0-16,-1-2 1 0,1 2-4 16,1-1 0-16,-1 2 1 0,-2 0-3 0,1 1 1 15,0 2 1-15,-3 2-1 0,2 1-3 0,-3 0-6 16,0 2-11-16,-3 1-25 0,1-1-47 16,-3 1-51-16,0 2-51 0,-1-1-84 0,-2 0-148 15,-2-1-228-15,-1 2-248 0,2-3-229 0,-7 4-173 16,2-1 128-16,-4-1 502 0</inkml:trace>
  <inkml:trace contextRef="#ctx0" brushRef="#br2" timeOffset="209639.96">9221 8928 171 0,'-3'1'301'0,"-1"2"120"15,1-2-19-15,1 1-94 0,-1 1-76 16,-2-3-33-16,2 2-11 0,0-1-7 0,0-1 4 16,0 0 6-16,0 0 19 0,1 0 24 0,-1-1 15 15,1 1 21-15,1-2 1 0,-1 2-2 16,-1 0-8-16,1 0-23 0,1 0-23 0,-1 0-32 16,1 0-27-16,-1 2-27 0,0-2-29 15,0 1-23-15,0-1-19 0,2 0-17 0,0 2-11 16,0-2-10-16,0 1-6 0,0-1-8 0,0 0-3 15,2 2-1-15,0-2-1 0,2 1 0 16,-1 1-1-16,0-1 4 0,0 0-2 0,2 1-1 16,0 1 0-16,1-2 1 0,0 1 12 15,1 1 6-15,-1-2 9 0,2 3 2 0,1-2 3 16,-1 0 1-16,-1 1-11 0,2-3-8 16,0 2 34-16,-1-2 16 0,2 3 5 0,2-2 5 15,-2-1 4-15,0 2 0 0,2-1-35 0,-1 1-19 16,-1-2-5-16,2 2-4 0,0-1-6 15,0 0 1-15,-1 1 31 0,1-2 14 0,0 2 4 16,-1-1 3-16,0 0-1 0,0-1-1 16,0 2-30-16,-1 0-14 0,2-1-6 0,-2-1-4 15,1 0-3-15,-2 1-1 0,-1-1-1 0,0 0 2 16,0 0-3-16,0 0-2 0,-2 0-2 0,-1 0 2 16,0 0 0-16,1 0-2 0,0 0-1 15,-1 0 1-15,0 2 2 0,0-2-1 0,4 1 5 16,-3 1 9-16,1-1 7 0,-1 2 4 0,5-1-1 15,-3 1 0-15,2 0-5 0,-1 0-8 16,2 0-5-16,-1-1-3 0,-1 0 0 0,2 1-2 16,-1-2 1-16,-1 1 2 0,2 0-2 0,-3-1 2 15,2-1-3-15,-1 0 4 0,-1 0-3 16,0 0-1-16,-2 0 1 0,4 0-1 0,-4 0 1 16,2 0-4-16,-1 0 5 0,0 0-2 15,1 0 1-15,0 0 0 0,0 0 0 0,3 0 2 16,-3-1-3-16,3 1 4 0,0-2 0 0,0 2 1 15,-1 0 0-15,2 0-1 0,1 0 0 16,-1-2-2-16,1 2-2 0,0 0 0 0,1-1-1 16,-1 1 1-16,-1 0 0 0,1-1 2 0,0-1 0 15,1 2 1-15,-3-2 1 0,3 1-1 16,-1-2 0-16,-1 2 0 0,-2-2-1 0,3 0 1 16,1-2-2-16,-3 2 2 0,3-1 1 15,-3 0-1-15,2 0 1 0,1 0-1 0,-3-2-1 16,3 1 0-16,-3 1-2 0,2-1-1 15,-2 1 0-15,0-1-1 0,2 2 2 0,-4-1 1 16,3 0 0-16,0 2-1 0,-1-3 2 0,0 2 0 16,3-1-2-16,-2-1 0 0,0 1 1 15,2 1-1-15,-2-3 1 0,3 1-3 0,-2 1 1 16,1-1-2-16,-1-1-1 0,2 1 0 0,-2 2 1 16,1-1 2-16,-1-2-1 0,0 3 0 15,1 0 2-15,0 0-1 0,2 0 1 0,-3 2 0 16,2-1 2-16,0 1 2 0,0 1-1 15,-2 0 1-15,3 0-2 0,-2 1 0 0,0 1-1 16,1 1-1-16,0 0 0 0,0-1 2 0,-1 3-2 16,2 1 1-16,-2-1 1 0,2 2 0 0,1-2 0 15,-3 1-2-15,1 2 1 0,-1-2 2 16,2-1-1-16,-2 1-1 0,0 0-1 0,2-1 1 16,-2 0 0-16,0-1-3 0,-1 0 1 0,1-1 1 15,1 1 1-15,-1-2 1 0,0-1-1 16,-1 1 3-16,3-2-1 0,-2 3 2 0,2-3-1 15,-2-3 4-15,3 1 4 0,0 2 1 16,-2-2 0-16,2 1 1 0,-1-3-1 0,3 3-4 16,-3-3-2-16,3 2-3 0,-2-2-1 0,2 2-1 15,0-1 0-15,-3 0-2 0,4-2 1 16,-4 2-1-16,2 1 0 0,-4 0 0 0,3-1 1 16,-2 0 2-16,0 0-1 0,0 0 2 0,-1 2-1 15,-1-3 2-15,0 3-2 0,-3-2-1 16,3 1-1-16,-1 1 0 0,-2 1 1 0,4-2-1 15,-3 2 2-15,1 0 0 0,-2-1 1 16,3 1 0-16,-2-3 0 0,2 3-2 0,-2 0 1 16,1 0 1-16,1-2-1 0,-2 2 1 0,2 0 0 15,-2-3 0-15,1 1 0 0,-2 1-3 16,1 0 1-16,0 0-2 0,-1-2 2 0,-1 2-1 16,-1 0 3-16,0-1-1 0,-2 2 0 0,2-3-1 15,-1 3 2-15,-1-1-1 0,0-1 1 0,0 2 1 16,-1 0 2-16,2-2-1 0,0 2 0 15,0 0 0-15,1 0 0 0,-2 0-2 0,5 2 0 16,-3-2-2-16,0 0 1 0,4 2-1 16,-4-1-1-16,2 2 0 0,2-1-1 0,-2-1 2 15,0 0-2-15,-1 3 1 0,2-3-1 0,0 2 1 16,-3 0 1-16,3-1-1 0,-1-2-1 16,-2 3 1-16,2-2-1 0,-1 1 0 0,-3-1 0 15,2 1 0-15,1 0 0 0,-2-2 1 16,-1 1-1-16,2-1 1 0,-1 0-1 0,0 0 0 15,1 0 0-15,-2 0 0 0,4 0 1 0,-4 0 0 16,4 0 0-16,-2 0-1 0,2 1-1 16,-2 1 1-16,1 0-1 0,1-1 1 0,0 0-1 15,0 3 0-15,0-2 1 0,-2 0 0 16,2 1 0-16,-2-2-1 0,3 0 1 0,-2 1-1 16,-1 0 1-16,1-2-1 0,-2 1 0 0,-1-1 0 15,2 0 1-15,0 0 1 0,-2-1-1 16,2 1 1-16,-1-2 0 0,-1 2 0 0,3 0 2 0,-4-2-3 15,3 2 1-15,-1 0-1 0,2 0 0 16,-1 0 0-16,0 0 0 0,1 2 0 0,-1-2 1 16,2 2-1-16,-1-1 1 0,0 1 0 15,1-1 1-15,-2 1 0 0,4 1-1 0,-3-2 1 16,0 1-1-16,2 0-1 0,-1 0-1 16,-1 1 1-16,4-2-1 0,-4 1 1 0,1 0 0 15,1-1 1-15,-2 3 0 0,1-3 0 0,-1 0 0 16,2 0 0-16,-3 4-2 0,2-5 1 15,1 0 1-15,-2 2-1 0,-1-2 1 0,1 3 0 16,1-3 0-16,-2 1 0 0,1-1-1 0,-1 0 0 16,0 2-2-16,-1-2 1 0,2 0 1 15,-1 1-1-15,-2-1 1 0,2 0 0 0,0 0 0 16,0 0 0-16,-2 0 0 0,3 2 0 0,-5-2 0 16,2 0-1-16,-1 0 1 0,-2 0-1 15,2 0-2-15,-3 0 0 0,-1 0-8 16,1 0-15-16,-4 0-44 0,-1-2-74 0,-3-1-101 15,-4-1-180-15,-2-1-295 0,-3-4-331 0,-2 0-318 16,-3-3-156-16,-3-4 256 0,0-4 659 0</inkml:trace>
  <inkml:trace contextRef="#ctx0" brushRef="#br2" timeOffset="211026.83">11648 5614 44 0,'1'0'280'15,"-1"2"159"-15,0-1 123 0,0 0-72 0,0 1-134 16,0 0-54-16,0 1-20 0,0-3 4 16,0 1 33-16,0 1 15 0,0-1 2 0,2-1-24 15,-2 2-24-15,1-2-26 0,-1 0-29 16,0 0-35-16,-1 0-29 0,1 0-35 0,-2 0-14 15,2 0-3-15,0 0 4 0,0 1 7 0,0-1 5 16,0 3-4-16,0-2-12 0,0 4-20 16,0 0-13-16,0 1-22 0,2 3-11 0,-2 4-11 15,0 1-7-15,1 2-5 0,-1 3-7 16,0 3-2-16,2 0-4 0,-2 3 0 0,4 3 3 16,-4 2-4-16,0 1 3 0,2 4 1 0,0 1 3 15,-2 0 1-15,0 1 1 0,1 2 3 16,-1 0-1-16,0 2 1 0,2-1-2 0,-1 2-2 15,-1-1-3-15,2 1-3 0,0-2-3 0,-1 2-3 16,1-1-3-16,-1-2 1 0,1 0-4 16,0-1 0-16,-1 0 0 0,2-1-2 0,-1 0 2 15,1-1-4-15,0 0 2 0,-1-2 2 0,-1-1-1 16,2 2 3-16,-3-1 1 0,2-1 2 16,0 2 3-16,-2-2-4 0,1 0 0 0,-1 0-1 15,0-2 0-15,-1 2-1 0,1-3-1 16,0 0 0-16,0 0 0 0,0-2 0 0,0-1-2 15,0 3-1-15,1-5-1 0,-1 0-3 16,3 1 0-16,-3-2 1 0,2-1 0 0,1 2 0 16,-1-5 0-16,1 1 1 0,-1-1-1 0,2 0 0 15,-1-4-1-15,0 1 0 0,1 1 1 16,-1-2-1-16,0-1 3 0,0 2 1 0,1-2 0 16,-3 3-1-16,2-2 1 0,0 1 2 0,0 1-2 15,0 0-1-15,-1-2 1 0,1 2 1 16,-1-1 0-16,1 0-2 0,-1 0 1 0,-1-2-1 15,3 0 1-15,-3 2-1 0,2-4 0 0,-1 2 0 16,1-1-1-16,-2-1 0 0,2 1 1 16,-3-1-1-16,2-1 0 0,0 1 1 0,-2-2 1 15,1 1 0-15,-1 0-2 0,0 1 1 16,0-3-1-16,0 5 0 0,0-2-1 0,0-1 1 16,2 2 1-16,-2-2 0 0,2 1 0 15,-2 1-1-15,0-2 0 0,1 0-1 0,1 0-1 16,-1 0-1-16,-1 0 1 0,2 0 0 0,1-2 0 15,-1 2 0-15,-1-1 1 0,1 1 0 0,2-1 1 16,-2 0 0-16,-1 1-1 0,1 0 0 16,1 0-1-16,-1 1 0 0,0-1-1 0,-1 4 1 15,2-1 0-15,-1 0 2 0,1 1 1 16,-1 0 2-16,-1 5 0 0,1-2 0 0,0 0 0 16,0 4 0-16,1 1 1 0,-3-2 0 0,2 2-2 15,1 1 0-15,-3-3-1 0,2 0 0 16,1-2-2-16,0-2-2 0,-1 0 2 0,0-5-2 15,-1-1-1-15,1-1-6 0,-2-3-9 16,0-2-23-16,-2-2-51 0,1-3-63 0,-3-2-85 16,-2-2-160-16,-1 0-292 0,-2-3-304 0,1 0-260 15,-3-3-182-15,2 0 162 0,-1-2 607 16</inkml:trace>
  <inkml:trace contextRef="#ctx0" brushRef="#br2" timeOffset="-210554.1">21164 5561 107 0,'-1'2'399'15,"-1"0"264"-15,0-1 229 0,1-1-51 0,-1 1-154 16,2 1-119-16,-1-2-105 0,1 2-90 0,0-2-86 15,0 0-75-15,0 0-53 0,1 0-24 0,2 0-9 16,1 0 11-16,0 0 5 0,4 0 15 16,-2 0-7-16,1 0-21 0,1 0-18 0,3 0-28 15,-3 1-16-15,0-1-28 0,1 1-14 16,2-1-10-16,-1 2-5 0,-1 0-4 16,4-2-4-16,-4 1 2 0,1-1 1 0,2 0-2 0,-2 0-1 15,2 0 2-15,-2 0-2 0,0-1-1 16,2-1-2-16,-2 0 2 0,-1 0 1 0,2 0-1 15,-1 0 1-15,-2 1 0 0,0-2 0 16,2 3-2-16,-3-2 0 0,1 1 2 0,-2 0-1 16,3-1-1-16,-2 2 0 0,-2-1 1 0,1-1-2 15,-1 1-1-15,1-1 1 0,-3 1 3 16,2-1 0-16,-2-1 1 0,0-1 1 0,1 1 0 16,-1 0-2-16,0-2-2 0,1 1 0 15,0 0-1-15,-1 0 0 0,-2 1 1 0,3-1 0 16,-1 2 0-16,0-3-1 0,0 1 0 0,0 0-2 15,-1-1 2-15,1 0 0 0,3 1 3 0,-3 0-4 16,1-2 3-16,-3-2 2 0,2 1-1 16,1-1-2-16,-1 1 0 0,-2-1 0 0,1-3-1 15,0 3-2-15,-1-1 3 0,-1 0 0 16,0 0 1-16,3-1 3 0,-3 0 0 16,2 1-1-16,-2 1-1 0,0-2-1 0,1 1 1 0,-1 0-1 15,0 0-2-15,2-1-2 0,-2 1-1 16,0 0 3-16,0 0-1 0,0-1-3 0,0 2 3 15,0-1 4-15,-2 1 0 0,2 2-2 16,0 0-1-16,0 2 3 0,-1 0-1 0,1 0-2 16,0 0 0-16,0 1-1 0,0 3 1 15,0-2-2-15,0 2 0 0,0-3 0 0,0 1-2 16,1 1 2-16,-1 1 2 0,2-1 3 0,-1-3-1 16,-1 2 1-16,4-2 0 0,-3 2 1 15,2-3-1-15,1-1-1 0,-3 0 0 0,4-1-2 16,-2-2 1-16,3 1-1 0,-1-2 2 0,-2-1-1 15,2 0 3-15,0 1 2 0,-2-2 0 16,0-1 0-16,2 1-4 0,-2-2 3 0,-2 0-3 16,1 1 1-16,-2 0 0 0,-2 1 1 0,2 0 8 15,-3 1 5-15,2-1 4 0,-2 3-1 16,0 0 2-16,0 1-2 0,-2 1-7 0,1 0-5 16,0 0-4-16,0 0 0 0,1 1 0 0,0-2 0 15,-1-2-2-15,2 1-1 0,1 0 0 16,-3-1 0-16,4 0-4 0,0-1 2 0,-1-2 0 15,1 3 0-15,0 0 1 0,0-1-1 16,0 1 1-16,-2 1 0 0,0 0 1 0,2 0-1 16,0 1 2-16,0 1-2 0,-1-1 1 15,1-1 0-15,-2 0 1 0,2 2 1 0,0-2-2 0,0 0 0 16,0-2-1-16,0 3 0 0,0-2-1 16,0 1 1-16,0 0-1 0,0-1 3 15,0 1 0-15,0 0 1 0,0 0-1 0,-1 0 0 16,1 3-3-16,0-2 0 0,0 4-1 15,0-1-1-15,0 1 0 0,0 2 1 0,0-1 3 0,0 1 0 16,0 1 0-16,0 1-1 0,0 0-2 16,0 0 2-16,0 0-1 0,0 1 0 0,0 1 1 15,0 1 1-15,0 0 3 0,0 2-2 16,0-2-3-16,0 1 1 0,0 0 0 0,0 2-2 16,0 0 2-16,-2 1 0 0,2-1 4 0,0 1-1 15,0-1 1-15,0 2 0 0,0 2-2 16,0-1 2-16,0 0-3 0,0 2 4 0,0 1-4 15,2 0 3-15,-2 1 1 0,0 1 2 0,1 0 0 16,1 3 0-16,-1-2 4 0,-1 2-1 0,0 1 2 16,0 0-2-16,0 2-1 0,0 0 0 15,0-1-2-15,-1 4-1 0,-1-3 0 16,2 1 0-16,0-2 2 0,-1 2-1 0,1-1 0 16,0-1-1-16,-2-1-3 0,2 0 1 0,-2-1-3 15,2-1 0-15,0 1 1 0,0-3 2 16,2 2-1-16,-2-1 0 0,2 1 0 0,-1-1 0 15,-1-2-2-15,3 3 0 0,-1-4 0 0,0 1 0 16,-1 1 1-16,3-2 0 0,-3 1 1 16,1-4 2-16,-1 2 0 0,-1-2-1 0,3 0 3 15,-1-2 0-15,-2 0-1 0,0 1 1 0,0 0 2 16,-2-1 3-16,2-2 1 0,-3 1 1 0,2 0 0 16,-1 0-1-16,2-2-1 0,0 1-1 15,-1-1-3-15,1-1-3 0,0 0 0 16,0-1-1-16,0 1-1 0,0-2-2 0,0 1 1 0,0-1 0 15,0-1-1-15,0 1 1 0,0 1 1 16,0 0-1-16,0-1 1 0,0 0 0 16,0 3 0-16,0-2 1 0,0 3-2 0,0-2 1 15,0 2 0-15,0 1 0 0,0-1-1 0,1 1-1 16,-1 0 1-16,0-1 1 0,2 1-2 16,-1-1 0-16,2-1 0 0,-1-1 1 0,-1 0 0 15,2-2 1-15,2 1 1 0,-2-2 0 0,2 0-1 16,0 0 1-16,0 0 0 0,1-2-1 15,0 1 0-15,-1-2 1 0,2 2-1 0,-3-1 1 16,4 1 0-16,-3-1 0 0,1 1 0 16,1-1 0-16,-3 1 1 0,2-1 0 0,1 0 1 15,-1 1-1-15,1 1 1 0,-1-1 0 0,2-1 0 16,0 1 0-16,0 1-2 0,-2 0 1 0,3-2 1 16,-1 2-2-16,2 0 0 0,1 0 1 15,-2-1-1-15,3 0 0 0,1-1-2 16,0 0 1-16,1 1-1 0,-1-2-1 0,3 0 0 0,-3 0 0 15,1-2 0-15,2 1 0 0,-4 2-1 16,4-3 0-16,-1 3 0 0,-2 0 1 0,0 0-2 16,0 0 1-16,-2 2-1 0,0 0 0 15,0 0-4-15,-1 1-12 0,-2 0-29 0,1 3-70 16,-5-2-76-16,0 3-154 0,-3 0-278 16,-1-1-316-16,0 2-344 0,0 0-217 0,0 2 41 15,-1-3 634-15</inkml:trace>
  <inkml:trace contextRef="#ctx0" brushRef="#br2" timeOffset="-204023.87">9213 10037 195 0,'-5'0'315'0,"0"-3"117"0,0 3-60 0,2 0-132 15,-1 0-78-15,-1 0-47 0,3 3-17 0,-3-3 1 16,2 0 26-16,0 0 30 0,1 2 17 15,-1 0 14-15,2 0 2 0,-1-2-10 0,0 1-8 16,-2 0-12-16,4-1-13 0,-2 0 6 16,2 2-5-16,0-2-9 0,-1 2-40 0,1-2-29 15,0 0-23-15,0 1-37 0,0-1-28 16,0 0-15-16,0 0 11 0,0 0 5 0,0 0 1 16,0 0 2-16,1 0-1 0,-1 0 3 0,0 0 0 15,2 1-2-15,-2-1 5 0,4 0 2 16,-2 2 6-16,0-2-2 0,1 0 3 0,0 1 2 15,2 1-1-15,-2-1-1 0,2 1 1 16,0-2 1-16,1 1-2 0,-2 2 2 0,1-1 0 16,2-1 0-16,-2 1 0 0,2-1 2 0,-1 1-1 15,1 1 1-15,-1-2-1 0,2 0 4 0,1 1-3 16,1 0 2-16,0-1 0 0,0 2-1 16,2-3 3-16,-1 2-3 0,1-1 2 15,0 0 3-15,0-1 0 0,-1 2 1 0,2-2-1 16,-1 2-1-16,-2-2 1 0,1 0-2 0,0 1 1 15,0-1-6-15,0 1 4 0,-3-1 1 0,3 0-1 16,-3 2-1-16,3-2-1 0,-1 3 4 16,-1-3-4-16,2 0 0 0,-1 2 1 0,-1-2-1 15,2 0-3-15,-1 3 7 0,-1-3 16 16,2 1 12-16,-1-1 4 0,-1 0 4 0,4 0 0 16,-4 0-1-16,3 0-20 0,0-1-9 0,-1-2-6 15,2 3-4-15,-2-2 0 0,0 2-3 16,1-3-2-16,-2 1 0 0,1 1-1 0,0 0 1 15,0 1-2-15,-1-2 1 0,-1 2 1 16,1 0 2-16,-2 0 0 0,1 0 2 0,1 0 1 16,-2 0 0-16,1 0 1 0,0 0 0 15,-1 0 1-15,2 0-2 0,-1-2 1 0,1 2-1 16,-2-1 0-16,3 1 0 0,-2-1 1 0,-1-1-1 16,0-1 0-16,3 2 0 0,-3-3 0 15,0 2-1-15,3-1 3 0,-5 1-4 0,2-1 1 16,0 0-2-16,0 2-2 0,-2-1 2 0,2 1 0 15,-1 1-1-15,-1-2-1 0,0 2 2 16,2 0 2-16,-3 2-2 0,2-2 0 0,-1 1-19 16,3-1-10-16,-3 3-3 0,1-1-6 15,4-1-1-15,-3 1-3 0,1-1 18 0,-1 1 12 16,5-2 6-16,-2 1 5 0,1-1 1 16,1 0 1-16,-2 0 2 0,3 0-3 0,-2 2 2 0,0-2-2 15,1 0 0-15,-2 1 0 0,3-1 1 16,-3 1 4-16,-1-1-2 0,2 2-2 0,-2 0 22 15,2-1 10-15,-2-1 5 0,-2 1 1 16,2 1 2-16,-1-2 1 0,-1 2-22 0,-2-2-9 16,3 1-4-16,-2-1-4 0,-1 0-3 0,2 0 0 15,0 0 3-15,1-1-3 0,-1-1 2 16,-1 2-1-16,4-3 2 0,-2 2-3 0,-1-1 0 16,2 0-2-16,1 1 1 0,-2 0-2 15,4-1 0-15,-2 1 2 0,0 1-1 0,1-2 1 16,1 2-3-16,-1 2-1 0,2-2 0 0,-2 1 2 15,4 1-1-15,-3 0 4 0,2 0 5 16,0 1 5-16,0 2 0 0,0-3-1 0,0 2-2 16,2 0 0-16,-2 1-1 0,0-1-2 15,0 0 0-15,0 1-1 0,0 0 0 0,-2 0-3 16,1-1 0-16,-1-1 3 0,-2 1-2 0,3-1-1 16,-3 2 2-16,2-2-1 0,-2 0 3 15,0-2-2-15,3 0 2 0,-3 1 2 0,3 0-1 16,-1-1 2-16,0-1-3 0,1 0 1 15,0 1-3-15,0-1 0 0,-1 2 1 0,1-2-3 16,-1 0 0-16,-2 2 1 0,3-1 0 0,-4 0-1 16,2 1-1-16,-2 0 1 0,1 0 0 15,0 3 0-15,-1-5-1 0,-1 2 1 0,2-2 0 16,-3 3 1-16,2-2 0 0,-1 1 2 0,0-1 22 16,-1-1 14-16,2 1 8 0,-1-1 6 15,2-1 3-15,-1 0 1 0,1-1-22 0,0 1-9 16,0-2-9-16,2 1-6 0,-2 2-4 15,1-5-3-15,1 3 1 0,0-2-3 0,1 3 1 16,-1-2-3-16,2 0 4 0,-2 0-4 16,3 1 0-16,-2 1-3 0,0 0-1 0,-1 1 4 0,-2 0-4 15,3 0 2-15,-2 0 2 0,1 1 1 16,-3 0 4-16,1 1-1 0,0 1 1 16,0-3 0-16,-3 1-2 0,3 1-1 0,-3 0 2 15,2-1 0-15,-1-1 1 0,-1 1 6 16,0-1 0-16,0 0-3 0,1 0 1 0,-1 0 0 0,0 0-3 15,0 0-3-15,1 2 3 0,-2-2-3 16,3 0 5-16,-1 0 0 0,-1 2-2 16,0-2-1-16,1 0 1 0,2 0-1 0,-3 0 1 15,3 0-1-15,0 1-2 0,0 0 0 0,1-1 2 16,0 5 1-16,1-5-3 0,-1 2 0 16,1 2 4-16,-2-2 0 0,3 0-1 0,-1 3 1 15,1-1-1-15,-3-2 2 0,3 2-2 0,-2-3 0 16,-1 0 4-16,1 1-2 0,-1-2 3 15,1 0 2-15,0 0 1 0,-1 0 1 0,0-2-1 16,-1 2 1-16,-1-1-2 0,1 0 2 16,1 1 3-16,-2 0 5 0,1-2 6 0,2 2 3 15,-2-2 0-15,1 2-1 0,-2 0-1 0,1 0-2 16,2 0-11-16,-2 0-5 0,0-1 2 16,-1 0 2-16,4 1-2 0,-4-2 0 15,2-2 4-15,0 1-1 0,-1 1-2 0,1-1-3 0,-2 0-3 16,3 1-2-16,-2-4-5 0,2 3-1 15,-1 0-2-15,1 0-1 0,-2 0-2 0,1 0-1 16,0 1-1-16,-2 2 3 0,1-1 1 16,2 1 4-16,-2 1-1 0,0-1 5 0,2 2 0 15,-2 1 0-15,-1 0 0 0,2 0 1 16,-3 0 1-16,2-1-5 0,0 0 0 0,-1 3-1 16,0-5 3-16,0 2-6 0,-1-2-1 15,0 0 1-15,0 0 2 0,3 0-1 0,-3 0 2 16,-1 0 2-16,3 0-1 0,-3 0 1 0,1 0 0 15,0-2 0-15,-2 2-3 0,3 0-1 0,-2 0 1 16,-1 0 0-16,2 0-2 0,-2-3-1 16,2 3 3-16,-3-2 2 0,3 1-1 0,0 0-2 15,-2 1 0-15,1-2 0 0,-1 0-1 16,0 1 1-16,2 1 1 0,-2-1 2 0,-1-1 1 16,3 0-1-16,-3 2-1 0,2-1-1 15,0 1-3-15,-1 0 2 0,1 0 3 0,0 0-2 16,-2 0 2-16,2 0-1 0,-3 1 1 0,3 1-3 15,-1 0-2-15,0-1 0 0,-1 0 2 16,0 1-2-16,0 0 2 0,0-1 0 0,-1 0 2 16,1-1-2-16,-2 2-4 0,0-2 1 15,0 3 2-15,-1-3-3 0,-1 0 4 0,1 0 0 16,0 0 2-16,-2 0 0 0,1 0-4 0,-1 0 0 16,-1 0-13-16,-3 0-36 0,1-3-88 15,-3 1-130-15,-2 0-193 0,0-2-287 0,-3 2-255 16,3-2-153-16,-4 0 140 0,2-2 390 15</inkml:trace>
  <inkml:trace contextRef="#ctx0" brushRef="#br2" timeOffset="-202722.17">12201 9269 188 0,'2'-6'368'0,"-1"2"154"0,-1 0 67 16,0-1-144-16,2 2-96 0,-1 0-29 16,-1 2 4-16,0-1 11 0,0 2 1 0,0 0-13 15,0 0-29-15,0 0-40 0,0 2-43 16,2-1-33-16,-2-1-23 0,0 2-22 16,4 1-15-16,-4 1-11 0,3 4-4 0,1-1 1 0,-1 5 13 15,2 2 24-15,0 0 14 16,-1 4 6-16,2 5-4 0,-1 2-16 0,0 0-30 0,1 2-29 15,-1 4-26-15,0 0-17 0,1 3-14 16,-1-1-5-16,-2 1-5 0,2-1-4 0,-2 0-2 16,2 2 0-16,-2-1-4 0,0-2 2 0,0-2-3 15,0-4 1-15,0 2-1 0,-1-6-5 16,1-1 2-16,-1-3-1 0,-1-3 0 0,1-3 0 16,0-2 0-16,-1 1 0 0,-1-5-1 0,2-2-1 15,-2 1 2-15,0-1 0 0,-2-4-4 0,2 0-18 16,-3-4-38-16,1-1-49 0,-1-3-46 15,0 0-51-15,-2-3-98 0,-1 0-118 0,0-3-130 16,-1 0-240-16,1-3-237 0,-2 3-172 0,-1-2 94 16,-1 1 379-16</inkml:trace>
  <inkml:trace contextRef="#ctx0" brushRef="#br2" timeOffset="-202445.91">12158 9768 308 0,'3'6'600'0,"2"1"255"16,-2 2 161-16,4 0-224 0,0 4-205 0,1 0-129 15,2 0-88-15,1 2-71 0,0 1-73 16,2-1-70-16,1 0-53 0,-1-1-32 0,1-2-16 16,0-1-14-16,0-1-14 0,0-2-6 0,2-3 2 15,-3-2 0-15,0-1-1 0,-1 0 36 0,-1-4 30 16,-1 0 19-16,-1-3 3 0,-4-3-4 15,1 1-2-15,-2-4-31 0,-3 1-29 0,-1-2-22 16,0-2-10-16,-1-1-6 0,-3 0-8 16,-2-1-24-16,-1-1-46 0,-2 1-41 0,0-1-55 15,-1-4-102-15,-2 3-145 0,0-1-175 0,1-1-252 16,-3 2-231-16,3-2-153 0,-1 3 160 0,0-3 406 16</inkml:trace>
  <inkml:trace contextRef="#ctx0" brushRef="#br2" timeOffset="-202118.03">12186 9300 286 0,'0'1'670'0,"0"-1"311"15,0 0 118-15,0-1-227 0,0 1-288 0,0-3-178 16,2-1-114-16,0-2-80 0,1-1-60 15,2-2-45-15,1-1-38 0,3-4-9 0,-1 0 2 16,2-1-2-16,2-4-4 0,0-2 0 16,0 1 2-16,1 0-10 0,-2-2-17 0,0 0-10 15,0 3-2-15,-3 1-6 0,-1 3 16 16,0 3 44-16,-2 3 30 0,-2 1 17 0,0 3 3 0,-3 4-4 16,0 2-19-16,-1 4-41 0,-3 3-29 15,1 3-19-15,0 6-9 0,0 2-4 16,0 1-2-16,3 4-4 0,0 1-41 0,0 0-53 15,3 1-51-15,0 2-108 0,0-4-162 16,0 1-289-16,1-2-263 0,2-3-223 0,-1 0-147 0,1-4 259 16,0-2 519-16</inkml:trace>
  <inkml:trace contextRef="#ctx0" brushRef="#br2" timeOffset="-199450.35">22020 5370 11 0,'-4'2'242'16,"3"-1"150"-16,-3 0 145 0,3 3-21 0,-2-3-125 15,-2 2-85-15,4-1-35 0,-2 0-13 16,1 0 4-16,0-1 7 0,1 2 5 16,-1-2-1-16,0 1-5 0,2 0-11 0,0-1-23 15,0-1-28-15,0 0-36 0,0 0-34 16,0 0-25-16,2 0-22 0,0 0-14 0,-1-1-5 0,3-1 2 16,-1 2-1-16,3-2-11 0,-3 2-11 15,2-1-8-15,0 1 11 0,-1 0 5 0,4 1 5 16,0 1 5-16,-2-2-5 0,4 2 0 15,1-1-17-15,-2-1-17 0,3 0-15 16,-2 2-5-16,3-2 1 0,0-2 0 0,1 2-5 16,1-3 4-16,-2 1 1 0,2 0 37 0,0-3 26 15,-2 1 8-15,1-2 5 0,-1 0-1 0,0-3 1 16,-2 1-27-16,0-1-16 0,-3 0-4 16,1-1-5-16,-1-1-2 0,-1 1 0 0,-3-1-4 15,1 2-9-15,0-4-5 0,-2 1-1 16,0-2-4-16,0 1-3 0,0-1 0 0,1-1-2 15,-1 0 1-15,0-1-4 0,0-1 2 0,3 1 1 16,-3-2-2-16,1 0 0 0,0-1-1 0,0-1-1 16,-1 0 1-16,0 1-2 0,0-1 1 15,2 1 0-15,-4 0 1 0,1 2 0 0,-1 1-1 16,1-1 3-16,0 1-1 0,-2 0-1 16,0 1 0-16,0 2 0 0,0-2 0 0,0 1 1 15,0 2-1-15,0-3 0 0,0 2-1 0,0-2-2 16,0 1 0-16,1-1-2 0,-1 2 1 15,3-1 1-15,-1 1 1 0,1-1 0 0,1 1-2 16,-1 1 1-16,3 0 0 0,-5 0-2 0,4 1 5 16,-2 3 0-16,-1-3 0 0,1 7 2 15,-1-5 1-15,-1 3 1 0,3 2-4 0,-3 0 0 16,1-1 0-16,-1 1 0 0,1-1 0 0,1 2 0 16,-2-1 1-16,-1 1 0 0,0 0 1 15,2 0 0-15,-2 2 0 0,0-1 2 0,0 0-2 16,0 2 5-16,0 0 4 0,0 0 1 0,0 0 1 15,0 0 1-15,0 0-1 0,-2 2-5 16,2 0-4-16,-1 0 0 0,1 3 0 0,-5-1-4 16,4 2 0-16,-2-1 1 0,1 2-1 0,-1-1 0 15,1 2-1-15,-1-2-1 0,1 1 2 16,1-1 0-16,-3 1 0 0,3 0 0 16,-1-1 0-16,1 1 0 0,1 1-1 0,-5-1 0 15,5 1 1-15,-1-1 0 0,-1 0 0 0,2 3 3 16,-1 0-2-16,1 1 2 0,0 1-2 0,-2 1 1 15,2 3 0-15,0 0 0 0,0 1 1 16,0 0-1-16,2 3-2 0,-2 1 3 0,0-2-2 16,0 2 1-16,1 0 0 0,-1-1 1 15,0 0-2-15,0 2 2 0,0-3 0 0,0 1 1 16,-1 1-3-16,-1-4 0 0,0 5 1 0,1-4 0 16,-3 1-1-16,1-1-1 0,2-1 1 15,-1 1-1-15,0-2 0 0,1-1-2 0,-1-2 1 16,2 0-1-16,0 2 2 0,0-5 0 15,0 1 0-15,2-2 1 0,-1 0 0 0,1-2 1 16,0 0-1-16,-1 0 2 0,-1 0-1 0,2-1 0 16,-1 0-1-16,1-1-1 0,0 1 0 15,-2-2 0-15,1 2 1 0,-1-1 2 0,0-1 1 16,0 2 0-16,0-1 1 0,0-3-2 0,0 3 1 16,0 1-1-16,0-4-1 0,0 1-1 15,0 0-2-15,2 0 2 0,-2-1-1 0,2 0-1 16,-2 2 1-16,0-3 0 0,1 2 1 0,-1-1-1 15,0-1 0-15,2 2 1 0,-2-2-1 16,1 2 0-16,-1-2 1 0,2 3 0 0,1-1 0 16,-3 0-1-16,0 1 0 0,0-1 1 0,0 0 2 15,0 1-1-15,0 1 1 0,0 0 1 16,0-1 1-16,0 1-1 0,-5-1-3 0,5 1 2 16,-1-1-2-16,1 1-1 0,-2 0-2 15,2-1 1-15,0-3 1 0,0 2 0 0,0 0-1 16,0-1 0-16,0-1 1 0,0 1 0 0,2-1-1 15,-2-1 1-15,1 2 0 0,1-2 0 16,1 0 3-16,-3 0-2 0,1-2 1 0,2 2 0 16,-1-1 0-16,0-1 1 0,1 2 0 0,-1-1-1 15,1-1 0-15,-2 0-2 0,3 1 1 16,-1 0-1-16,3-1-1 0,-3 1 0 0,2-1 1 16,0 0 0-16,1 0 0 0,0 0 2 15,4 0 0-15,-2 0-1 0,1-1 1 0,4 0 1 16,-2 0-2-16,0 0-1 0,5 0 2 15,-2-2-1-15,2 1-2 0,1-1-1 0,1 0 0 16,0 1 0-16,2-2-2 0,-2 2-1 0,2-1-9 16,-2 0-56-16,0 1-79 0,-4 1-163 15,0 1-277-15,-3 0-312 0,1 0-380 0,-3 2-285 16,-5 2 50-16,0 1 706 0</inkml:trace>
  <inkml:trace contextRef="#ctx0" brushRef="#br3" timeOffset="-189566.33">14354 12745 296 0,'2'17'643'0,"-2"-2"288"0,0-5 138 0,0 0-224 15,0-1-238-15,0-6-123 0,0 2-45 16,0 0-36-16,-2-4-63 0,2-1-70 0,-3-1-49 16,2-2-44-16,1-2-54 0,-4 0-44 15,1-4-17-15,1 1-8 0,-1-4-6 0,2 0-3 16,-4-5-4-16,2 0-4 0,0-5 3 16,0-3-3-16,0-3-1 0,-1-6-7 0,-1-4-4 15,2-2-1-15,-3-5-5 0,0-2-2 0,-1-5 0 16,1 1 1-16,0-1 0 0,-2 1 2 15,2 2 1-15,-1 5 0 0,2 3 2 0,1 7 2 16,-1 3 2-16,2 7-3 0,2 5 0 0,-3 6-3 16,4-2-6-16,-3 9-4 0,3-2-5 15,0 5-4-15,3 3-3 0,2 3 0 0,1 5-1 16,5 5 1-16,1 4 0 0,3 2-1 16,1 7 0-16,6 1 2 0,0 4 0 0,3 0 2 0,-1 6 0 15,2 0 0-15,0 1 1 0,-2 0-2 16,1 1 0-16,-4 0-1 0,3-4-2 0,-2 0 1 15,-3-5-2-15,1-2 1 0,-2-4 0 16,-2-1-1-16,-1-5 0 0,-4-2-1 0,-1-3-6 16,-1-2-11-16,-2-2-16 0,-2-1-27 0,-4-4-68 15,-2 1-73-15,-6-3-126 0,-2-2-180 16,-2 0-301-16,-4-1-326 0,-2 0-229 0,-3-4-98 16,-1 1 393-16,-3-2 573 0</inkml:trace>
  <inkml:trace contextRef="#ctx0" brushRef="#br3" timeOffset="-189347.2">14204 12432 177 0,'5'-1'496'15,"4"1"275"-15,-1 0 230 0,5 2-65 0,3-1-269 16,1 4-147-16,5-3-92 0,2 1-77 0,1 0-44 16,4 0-60-16,2-1-53 0,-1-1-35 15,2 0-27-15,1 1-19 0,-1-2-54 0,-1-2-23 16,1 1-15-16,1 0-9 0,-3-3-5 0,-1 1-4 15,-3-1 0-15,1 2-8 0,-6-1-43 16,1 1-49-16,-6 0-88 0,-2 1-151 0,-2-3-231 16,-8 4-310-16,2-1-250 0,-4-1-186 0,-4 0 133 15,-1 1 492-15</inkml:trace>
  <inkml:trace contextRef="#ctx0" brushRef="#br3" timeOffset="-189104.08">14690 12127 402 0,'3'-6'861'16,"0"1"275"-16,0 5 10 0,0 0-285 0,3 5-294 16,-1 1-160-16,3 4-75 0,0 3-38 0,1 1-39 15,1 2-37-15,0 3-33 0,0 1-50 16,2 4-46-16,-1 1-31 0,1 2-14 0,-1 1-13 16,1 5-10-16,0-2-8 0,-2 2-3 0,-1 0-4 15,2 0-5-15,-3-3-36 0,0 1-61 16,0-4-58-16,-4-3-104 0,0-6-157 0,-3-3-243 15,-2-5-285-15,-3-2-222 0,0-5-163 16,-4-6 182-16,-1-3 482 0</inkml:trace>
  <inkml:trace contextRef="#ctx0" brushRef="#br3" timeOffset="-188929.41">14577 12197 104 0,'-6'-20'642'0,"1"3"439"0,4 4 135 16,-3 0-123-16,3 5-423 0,1 2-277 0,1 0-169 15,4 3-93-15,2 1-46 0,2-1-25 0,5 3-12 16,2 0-19-16,3 0-15 0,3 0-13 16,3 0-6-16,-1 0 1 0,3 0-1 0,3 0 1 15,0 0 4-15,0-1 3 0,4-1-8 16,-3 1-40-16,-1-1-128 0,-1 0-207 0,-1 1-287 16,-1 1-267-16,-2 0-247 0,-1-1-45 0,-2 1 399 15</inkml:trace>
  <inkml:trace contextRef="#ctx0" brushRef="#br3" timeOffset="-188625.89">15249 12118 102 0,'8'21'674'15,"1"4"458"-15,-2 1 124 0,1 3-113 0,0 4-349 0,4 2-256 16,0 0-161-16,2 1-87 0,-2-1-54 16,2-4-45-16,1-2-59 0,-1-4-62 0,5-6-32 15,0-5-17-15,-1-6-8 0,2-7-2 16,0-5 1-16,-2-9-3 0,1-3-3 0,-2-7-1 15,-3-5 3-15,-1-3 3 0,-2-4 6 16,-5-1 11-16,-1 0 13 0,-5 0 10 0,0 2 7 16,-5 1 0-16,-5 2-1 0,-3 0-8 0,-4 1-10 15,-3 4-8-15,-2 0-11 0,-3 5-6 0,-2 5-6 16,0 3-4-16,-3 9-3 0,0 5-3 16,0 10-3-16,1 5-2 0,1 8-3 0,4 8-6 15,4 1-25-15,6 5-74 0,1-1-101 16,5 1-212-16,5-1-286 0,3-3-347 0,6 1-378 0,4-4-170 15,2-4 321-15,4-2 758 0</inkml:trace>
  <inkml:trace contextRef="#ctx0" brushRef="#br3" timeOffset="-187703.93">15651 12166 377 0,'2'-6'783'16,"-4"2"320"-16,0 0 57 0,2-1-311 0,0 2-223 15,0 0-121-15,0 1-95 0,0 2-80 16,0 0-61-16,2 0-46 0,0 2-55 0,1 5-49 15,3 1-38-15,-2 4-16 0,5 3-5 0,-1 5-2 16,2 5-2-16,0 3-6 0,0 7-9 16,0 1-7-16,0 1-7 0,-2 2-7 0,2-1-7 15,0-1-5-15,-2-6-3 0,1-1-3 0,0-7-1 16,-3-4-1-16,0-5 0 0,-1-3 2 16,-1-5 1-16,-1-6 3 0,-2-6-1 0,2-5 0 15,-3-8 2-15,-3-5-2 0,2-6-2 0,-2-3-1 16,-1-3 0-16,-1-2-1 0,-3 0-1 15,-1-2 1-15,1 3 0 0,-3-2 0 0,-3 1 1 16,4 4 1-16,-1-1-1 0,-1 5-1 16,4 4 1-16,0 5 0 0,1 2 0 0,1 6-2 15,3 2 1-15,2 3-1 0,1 5-2 0,0 5 0 16,3 4 0-16,3 4 1 0,0 6 0 0,2 4 1 16,2 0 2-16,2 5 2 0,-1 3 0 15,2-1 2-15,0 2 1 0,0-1 0 0,0-1 1 16,0-1 0-16,1-4-2 0,-1-3-2 15,3-4 0-15,-2-5-1 0,3-5 0 0,-1-7-1 16,2-9 2-16,-4-7-1 0,3-6 2 0,1-7 0 16,-1-4 0-16,-1-5-2 0,0 1 1 15,-3-3 1-15,-3 3-1 0,0 1 2 0,-4 3 8 16,-2 5 9-16,-3 6 9 0,-1 5 5 0,0 2 3 16,-3 4-3-16,0 7-7 0,-2 1-8 15,0 6-9-15,0 5-6 0,-1 6-4 0,2 7-3 16,0 1-1-16,1 6-1 0,3 6-2 0,3 1 1 15,1 3 1-15,2 1-1 0,3 3 2 16,-1 1 0-16,3 1 0 0,3 0-7 0,-1-1-17 16,3-2-30-16,-2-2-72 0,3-3-86 15,-4-3-164-15,4-6-287 0,-2-2-323 0,0-5-372 16,2-4-217-16,-2-5 93 0,1 1 688 0</inkml:trace>
  <inkml:trace contextRef="#ctx0" brushRef="#br3" timeOffset="-187465.34">16406 12537 39 0,'2'0'681'0,"-2"2"666"0,0-2 192 15,0 1-198-15,-2 0-385 0,1-1-383 16,1 0-214-16,-2-1-133 0,2-2-78 0,0-3-51 16,2-3-29-16,-1-5-23 0,4-4-14 15,0-4-8-15,2-5-5 0,-1-5-3 0,1-2-6 16,3-4-5-16,-2-1 0 0,1-3-3 15,-1 2 0-15,0-3 0 0,-3 2 1 0,-2 2-5 0,1 2-16 16,-4 3-35-16,-4 3-75 0,0 4-76 16,-6 2-149-16,-1 2-232 0,-5 8-314 15,-1 0-316-15,-2 2-197 0,-3 5-3 0,-2 2 521 16</inkml:trace>
  <inkml:trace contextRef="#ctx0" brushRef="#br3" timeOffset="-187273.05">16111 11847 70 0,'3'3'630'16,"2"1"476"-16,1 4 160 0,0-1-91 0,4 5-310 16,0 4-286-16,4 3-178 0,-1 4-94 0,2 0-54 15,0 4-53-15,0 0-69 0,1 2-56 16,3 1-27-16,0-2-21 0,0 1-13 0,1-2-8 16,0-3-45-16,2-1-79 0,-2-2-171 0,4-7-277 15,-5 1-298-15,1-3-372 0,-2-3-311 16,2 1 37-16,-4-6 707 0</inkml:trace>
  <inkml:trace contextRef="#ctx0" brushRef="#br3" timeOffset="-186742.75">17317 11880 100 0,'0'1'633'0,"-1"4"434"15,-1 2 153-15,-1 3-100 0,3 3-390 16,2 5-245-16,1 4-113 0,2 6-64 0,2 4-40 16,1 4-33-16,4 3-35 0,-2 4-50 0,1 3-55 15,-1 2-35-15,2 1-23 0,-2-1-16 16,1-3-10-16,2-3-7 0,-2-6-27 0,-1-6-63 15,0-7-56-15,-2-8-82 0,-3-8-152 0,0-7-229 16,-1-7-300-16,-4-7-224 0,-4-7-195 16,-2-4 75-16,-2-7 481 0</inkml:trace>
  <inkml:trace contextRef="#ctx0" brushRef="#br3" timeOffset="-186496.26">17295 11880 4 0,'3'-18'333'16,"2"4"247"-16,1 5 242 0,2 4 145 0,3 5-250 15,4 3-174-15,3 5-96 0,0 0-60 16,3 4-72-16,2 1-72 0,4 2-65 0,1 4-52 16,1 0-17-16,1 1 0 0,2 1 4 0,-2 4 50 15,3 0 22-15,-6 0 8 0,-2 5-8 0,-3-2-21 16,-1 1-16-16,-9 3-43 0,-2 1-30 16,-2 3-19-16,-7 0-16 0,-2 2-10 0,-7-2-11 15,-2 3-8-15,-1-3-4 0,-6 0-5 16,-2-5-8-16,2-2-15 0,-4-6-50 0,2-7-67 15,-3-7-94-15,2-8-155 0,0-7-244 16,1-7-320-16,2-6-276 0,4-9-191 0,5-5 119 16,2-2 546-16</inkml:trace>
  <inkml:trace contextRef="#ctx0" brushRef="#br3" timeOffset="-186187.98">17758 12079 84 0,'24'10'598'0,"2"3"438"0,-4 5 179 16,-2 3-77-16,-1 4-384 0,3 4-232 0,-1 1-122 15,-4 1-75-15,4 4-58 0,-4-4-44 0,2 0-43 16,1-3-61-16,-2-4-54 0,3-5-28 16,-4-2-15-16,2-10-8 0,1-3-1 0,-3-8-3 15,-2-5 2-15,-2-9 1 0,-1-5 9 0,-4-3 9 16,-3-6 10-16,-3-2 10 0,-4-2 9 16,-4-1 1-16,-7-1-5 0,-3 1-5 0,-6-1-7 15,-5 2-7-15,-4-1-10 0,-4 4-6 0,-1 0-5 16,-3 2-6-16,3 7-5 0,0 5-2 15,4 7-3-15,2 6-3 0,6 6-1 0,2 7-1 16,4 6-1-16,5 4-1 0,6 5-1 16,6 6-4-16,2 2-17 0,7 1-40 0,5 1-64 15,1 1-68-15,4-1-122 0,2 0-187 0,0-1-303 16,3 0-282-16,2-3-221 0,0 0-109 0,2-2 358 16,-2-3 563-16</inkml:trace>
  <inkml:trace contextRef="#ctx0" brushRef="#br3" timeOffset="-185608.29">18179 11858 87 0,'-11'-27'654'0,"0"4"466"0,0 5 131 0,1 6-113 15,4 4-379-15,1 7-288 0,1 4-128 0,2 6-64 16,4 4-36-16,4 2-26 0,-2 7-32 0,3 0-32 15,3 5-46-15,0 2-30 0,3 3-18 16,0 1-17-16,3 5-8 0,-2-3-10 0,2 5-10 16,-2-1-5-16,0-1-1 0,0-1-1 0,-1-3-3 15,-2-3-3-15,3-6-1 0,-4-4 0 16,-1-6 0-16,-2-5 0 0,0-7 2 0,-4-7-1 16,-1-5 2-16,-4-9-2 0,-1-7 0 15,-3-4 1-15,0-7 1 0,-4-5 1 0,-4-3 0 16,-2 1 2-16,-3-3-1 0,-3-1-1 0,-3-1-2 15,0 1-1-15,-4 3 3 0,6 1 3 16,0 8 6-16,3 1 5 0,2 8 2 0,4 6 1 16,2 2-4-16,4 7-3 0,3 4-7 0,3 4-5 15,2 6-3-15,3 4 0 0,2 5-2 16,6 7 2-16,0 1 1 0,2 6 0 0,4 1 0 16,-1 3 0-16,3 1 1 0,0 0 0 0,0-2 0 15,2 0 1-15,1-4-2 0,-3-2 1 16,1-3-1-16,1-6-1 0,0-6 1 0,-3-5 1 15,0-6 1-15,-1-5 1 0,0-6-2 16,-2-6 0-16,-1-1 0 0,-1-3-1 0,-5 1 0 16,0-3 0-16,-1 4 1 0,0 1 1 0,-3 5 0 15,0 1-2-15,-3 5 1 0,2 4 1 16,-1 3-2-16,1 6 2 0,0 4-1 0,0 7 1 16,-1 3 0-16,1 8-2 0,-1 2 1 0,1 5-1 15,0 2 0-15,0 2-2 0,2 1-1 16,1 1-5-16,-1-1-21 0,0-3-63 0,1-2-71 15,1-5-133-15,-3-5-217 0,5-3-313 0,-1-8-341 16,1-7-254-16,0-7-81 0,0-9 480 16,-1-4 610-16</inkml:trace>
  <inkml:trace contextRef="#ctx0" brushRef="#br3" timeOffset="-185444.01">18734 11671 348 0,'3'-1'1072'0,"-1"5"447"0,1 5-68 0,-2 5-322 15,-1 4-428-15,2 4-269 0,-2 5-172 0,1 3-102 16,-1 2-64-16,2 6-38 0,0-3-24 16,1 3-14-16,0-1-10 0,0 1-8 0,2-1-28 15,-2-2-76-15,3-3-94 0,-1 0-178 16,-2-5-289-16,2-3-327 0,-2-3-351 0,1-2-176 16,-1-6 212-16,0-3 669 0</inkml:trace>
  <inkml:trace contextRef="#ctx0" brushRef="#br3" timeOffset="-185156.04">18829 11739 198 0,'0'-13'947'16,"0"8"578"-16,0-1-23 0,0 3-271 16,0 1-454-16,2 2-291 0,-2 4-178 0,0-2-103 15,0 5-51-15,0 4-30 0,1 2-24 16,-1 2-20-16,0 7-18 0,0 0-14 0,-1 6-13 15,-1 4-9-15,2 3-4 0,0 3-4 16,0 1-5-16,0 5 0 0,3 0 0 0,3-2-1 16,2 2-4-16,0-5-3 0,5 3-1 0,-1-5-2 15,4-3-1-15,0-2-3 0,1-4-1 16,3-7-2-16,2-3-9 0,-1-6-13 0,0-5-20 16,1-5-40-16,0-6-76 0,-1-5-89 0,-2-5-150 15,-2-4-228-15,-2-2-318 0,0-2-320 16,-3-1-187-16,-3-4 37 0,2-1 547 0</inkml:trace>
  <inkml:trace contextRef="#ctx0" brushRef="#br3" timeOffset="-184918.4">19125 11726 280 0,'0'13'974'0,"-2"-1"449"15,0 4 25-15,1 0-237 0,-1-2-479 0,2 1-276 16,0-1-156-16,3-3-92 0,1 2-77 16,-1-3-47-16,3-2-31 0,3-3-19 0,3 0-13 15,0-2-9-15,4-3-6 0,0-1-4 16,1-3-15-16,-1 1-61 0,1-1-72 0,-4 0-135 16,0 1-234-16,-2 1-312 0,0 1-353 0,-5 1-272 15,0 0-69-15,-4 3 522 0</inkml:trace>
  <inkml:trace contextRef="#ctx0" brushRef="#br3" timeOffset="-184725.44">19031 12037 174 0,'-8'12'1043'16,"-1"5"581"-16,3 0-111 0,-1-2-316 16,2 5-438-16,2-1-335 0,3-2-213 0,3 0-98 15,1 1-43-15,0-4-26 0,4-1-14 0,3-2-11 16,4-4-10-16,-1-2-4 0,0-3-1 15,6-3-3-15,1-2-3 0,1-5-66 0,2-1-77 16,-1 3-185-16,0-6-279 0,1 1-310 16,-1 3-393-16,-2-2-243 0,-7 2 99 0,-3 2 750 15</inkml:trace>
  <inkml:trace contextRef="#ctx0" brushRef="#br3" timeOffset="-184028.23">19766 11767 345 0,'-5'-8'892'16,"-4"0"338"-16,-2-1 5 0,1 0-201 15,-3 1-330-15,0 1-230 0,-1-1-117 0,-1 1-63 16,0 1-48-16,0 0-56 0,0 2-51 16,2 0-29-16,2 2-26 0,-2-1-20 0,4 3-14 15,2 0-14-15,0 4-13 0,3-2-12 0,3 5-5 16,1 0-4-16,3 4-2 0,5 1 0 16,0 3 0-16,1 0 0 0,7 6 1 0,-2-2-1 15,5 2 2-15,-1 1-1 0,2 3 0 0,0-3-1 16,-2 4 0-16,3-2 1 0,-4 1-1 15,-3 2-1-15,-3-1 2 0,0 2-1 0,-4-1 0 16,-3 2 1-16,0-2 1 0,-6 1 1 16,-1-3 0-16,0-1 0 0,-4-2 1 0,2-2-2 15,-4-4 0-15,3-3-1 0,-2-3-2 0,0-4-2 16,-1-1-11-16,-1-5-21 0,2-6-43 16,-1-5-67-16,2-3-61 0,3-4-87 0,0-6-129 15,1-3-157-15,5-4-172 0,1-3-216 0,3 0-207 16,1-3-50-16,5 2 274 0,1-1 408 15</inkml:trace>
  <inkml:trace contextRef="#ctx0" brushRef="#br3" timeOffset="-183772.6">19943 11721 272 0,'23'-17'509'0,"-3"4"264"15,1 4 172-15,-5 3-131 0,-1 4-141 0,-2 4-65 16,-2 3-25-16,-2 3-54 0,-4 6-97 16,0 1-83-16,-5 3-57 0,0 3-60 0,0 1-61 15,-3 4-47-15,0 2-26 0,-1 1-21 0,0 2-15 16,-1 2-13-16,2 3-13 0,-2 0-12 15,2 0-9-15,1 2-4 0,-1-1-4 0,3-1-2 16,0-1-2-16,3-3-1 0,-1-4 0 16,5-3-3-16,-3-3 0 0,4-6-2 0,1-3-1 15,1-6-8-15,2-2-10 0,1-6-15 0,1-5-23 16,1-5-45-16,2-4-66 0,1-2-56 16,-1-3-70-16,0-1-108 0,2-4-130 0,0-1-120 15,0 0-163-15,0 0-216 0,-1 1-129 0,1 1 127 16,-1-2 333-16,-2 4 334 0</inkml:trace>
  <inkml:trace contextRef="#ctx0" brushRef="#br3" timeOffset="-183557.87">20488 11623 44 0,'-4'-3'551'0,"-2"6"472"0,-1 3 220 0,0 6-54 15,1 3-328-15,-1 3-244 0,4 5-171 0,0 1-98 16,-1 4-60-16,4 2-50 0,0 2-54 15,2 2-53-15,1 2-37 0,2 2-26 0,3-1-18 16,1 2-14-16,3-3-11 0,0-1-12 16,2 1-5-16,2-6-4 0,3-2-3 0,2-2-2 15,-4-4-10-15,4-2-26 0,1-5-70 0,-3-2-74 16,1-4-132-16,1-3-182 0,-7-3-304 16,3-5-329-16,-1 0-226 0,-4-7-83 0,2-4 398 15,-6-1 540-15</inkml:trace>
  <inkml:trace contextRef="#ctx0" brushRef="#br3" timeOffset="-183326.62">20475 11725 123 0,'3'11'719'15,"2"-1"445"-15,0 1 78 0,-1-2-152 0,2 1-396 16,2-1-339-16,4 0-164 0,-2-2-73 15,3 0-29-15,2-3-18 0,2-1-16 0,2-3-13 16,-2-1-13-16,4-4-9 0,1-3-18 16,-3 0-30-16,1-2-54 0,-4-3-144 0,2 2-213 15,-7 3-288-15,0-1-275 0,-3 1-223 0,-4 4 1 16,-2-1 460-16</inkml:trace>
  <inkml:trace contextRef="#ctx0" brushRef="#br3" timeOffset="-183173.45">20500 11923 12 0,'-8'23'522'0,"4"-1"467"0,-3 1 212 0,4-2-75 16,1-2-338-16,4-3-349 0,1 1-219 15,4-2-113-15,2-3-48 0,-1 0-30 0,5-3-18 16,2-5-17-16,1 0-39 0,5-8-96 16,1-3-148-16,-1-4-217 0,0-2-272 0,5-3-247 15,-3-2-109-15,-2-2 209 0,4-2 405 16</inkml:trace>
  <inkml:trace contextRef="#ctx0" brushRef="#br3" timeOffset="-182791.03">20962 11650 294 0,'3'-13'867'15,"-2"2"414"-15,-1 5 103 0,0 5-229 0,-1 5-363 16,-2 4-272-16,-1 4-141 0,0 4-90 16,2 6-80-16,1 5-60 0,-1 4-39 0,4 6-27 15,-1 3-22-15,3 6-19 0,2 4-14 0,-2 0-13 16,1 3-5-16,2 1-4 0,1-3-1 15,2-2-3-15,0-4 0 0,4-11-2 0,-1-5-1 16,1-9-2-16,0-8-5 0,2-9-6 0,-2-9-9 16,-1-9-5-16,3-5-5 0,-3-8 0 15,-3-6 2-15,2-4 9 0,-4-6 8 16,-4 0 9-16,1-3 3 0,0-2 4 0,-5 3 4 16,-2 2 9-16,-2 5 8 0,-1 3 9 0,-2 8 10 15,-1 3 8-15,0 5 5 0,1 4-3 0,0 5-7 16,3 5-8-16,-1 4-6 0,1 6-10 15,4 3-7-15,0 7-4 0,4 4-3 0,1 3-2 16,3 2-2-16,0 7-1 0,2-1-2 0,3 2 0 16,0 3-2-16,-1-3-1 0,6 0-2 15,-4-2-4-15,3-4-8 0,-1-2-16 0,1-4-26 16,0-6-53-16,-2-3-78 0,0-2-119 16,0-4-187-16,-4-2-295 0,2-1-337 0,0-2-291 15,-2-4-124-15,0-1 359 0,-2-1 637 0</inkml:trace>
  <inkml:trace contextRef="#ctx0" brushRef="#br3" timeOffset="-174272.36">3383 9931 168 0,'3'-1'334'0,"-1"-1"141"0,-2 0 27 16,3 0-103-16,-1 0-63 0,-2 1-18 0,1-1 24 15,-1 1 53-15,0-2 48 0,-1 1 14 16,1-1-25-16,-2 2-49 0,0-2-44 0,1 1-31 16,1 1-28-16,-2-1-35 0,-1 1-25 0,1 0-21 15,-2 1-28-15,-2-2-38 0,1 2-42 0,0 0-21 16,-3 0-16-16,1 2-12 0,0-1-10 16,-3 0-7-16,2 2-3 0,0 0-6 0,-2 0-5 15,0 2-1-15,0-1-1 0,1 1-3 0,-2 2-1 16,3-1-2-16,-3 3 0 0,0 0-3 0,1 0-1 15,-1 2 1-15,2 1 0 0,-1 0 1 0,1 1 0 16,1 1 0-16,0 3-2 0,0-3 2 16,2 3-1-16,1-3-9 0,2 5-4 0,0-1 1 15,1 0-2-15,1 1-3 0,1-1 0 0,1 3 8 16,1-1 2-16,3 1 2 0,-1-1 3 16,4 3 1-16,0-2 1 0,0-1 0 0,3-1-1 15,2 1 1-15,-1-4-1 0,4 2 1 0,-1-8-2 16,2 1 2-16,-1-2 2 0,1-1-1 0,3-4 0 15,-2-2-1-15,1-4 2 0,-2-1 0 0,2-1 1 16,0-4 0-16,-3-2 2 0,1-5 1 16,-1 1 1-16,-2-4-3 0,-1-1 0 0,0-5 1 15,-2 3-1-15,-2-3-1 0,-2 0 9 0,0-2 5 16,-4 2 5-16,1-1 9 0,-4 2 7 0,-2-1 8 16,-1 3-1-16,0 0 5 0,-5 2 1 15,0-2-6-15,-2 2-7 0,0 2-6 0,-3-1-2 16,-1 3-10-16,-1 0-4 0,1 1-3 0,-5 2-1 15,2 1 0-15,-1 3-5 0,1 0-1 0,-1 2-1 16,0 2-1-16,2 1-1 0,-1 3-2 0,1 1-1 16,1 2-1-16,3 0-3 0,-1 5 0 0,0 0 1 15,3 3-1-15,0 3 2 0,2 3-5 0,2 0-2 16,0 4-2-16,1 3 0 0,3 2-1 16,2 0-1-16,0 1 6 0,2 2 3 0,4 0 2 15,0-2 0-15,2 0 1 0,0-4 0 0,5 1 0 16,-2-2 1-16,3-3 0 0,0-2-1 0,2-2 1 15,3 0 0-15,0-5 0 0,0 0-1 16,0-2 1-16,3-4 0 0,-3 1 0 0,2-5 0 16,-1-1 0-16,1-4 1 0,-1-2-1 0,1-4 1 15,-4-1 1-15,0-2-1 0,-2-3 2 0,1 0 0 16,-5-2 1-16,-2-2 0 0,1 1 0 16,-4-4 0-16,-1 3 6 0,-2-1 2 0,-3 2 3 15,-3-1 4-15,-2 2 3 0,-1-2 1 0,-7 4-3 16,0 1-4-16,-5-2-2 0,-2 1-4 0,-2 2-4 15,-1 0-3-15,-2 5 0 0,-1-1 0 16,2 4 0-16,-1 2 0 0,3 3-1 0,0 2 1 16,3 2-2-16,0 3-2 0,6 2-6 0,-1 4-3 15,3 2-1-15,3 5-2 0,0 2 0 0,5 4 1 16,3 1 5-16,2 2 3 0,2 3 2 0,2 0 1 16,4-1 0-16,0 0 1 0,5-1-1 15,1-3 0-15,3-1 0 0,0-5-1 0,2 1 0 16,-1-5 0-16,2-3-1 0,-1-5 1 0,1-1 2 15,0-6-1-15,-3-4 1 0,3-4 1 16,-1-3 1-16,-2-4 0 0,-2-4 0 0,-2-5 2 16,0-1 4-16,-5-1 3 0,-1-2 1 0,-1 3 2 15,-5-2 7-15,-3 2 8 0,-3 2 3 0,-2 1 3 16,-4 0-1-16,-2 3-1 0,-5 1-5 0,-1-1-9 16,-4 3-7-16,-4 1-5 0,-1 0-3 0,-2 3-2 15,-1 2-1-15,-1 2-1 0,0 4-1 16,2 1 0-16,1 7-1 0,0 0-1 0,4 5 1 15,3 2-1-15,3 4 0 0,3 3-3 0,1 2-2 16,5 2-1-16,2 4 0 0,3 1-1 16,3 1 2-16,3 4 3 0,3 0 1 0,2-1 2 15,5-2 0-15,1 2 1 0,3-4-2 0,3-1 2 0,2-3 0 16,1-2 0-16,1-2 0 0,0-5 0 16,3-3 1-16,-2-4 0 0,2-4 0 15,1-4 0-15,-1-5 4 0,-2-4 3 0,1-7 0 0,-4-2 2 16,0-3 0-16,-3-3 1 0,0-3-4 15,-5 0-1-15,-3 1-1 0,-3 0 0 0,-4 0 1 16,-3 2-1-16,-4 1 5 0,-2 3 3 0,-3-1 1 16,-6 3 0-16,-2 1-1 0,-4 0 0 0,-6 4-5 15,-2-3-3-15,-4 4-2 0,-1 3-1 0,-2 1-1 16,-3 3 0-16,3 2-1 0,2 2 0 16,0 4-1-16,6 2 0 0,0 2-1 0,5 3 0 15,3 3 1-15,3 5-2 0,5 2-1 0,-1 4-2 16,7 4 0-16,2 3-2 0,3 2 1 15,6 4 0-15,2-1 3 0,3 1 3 0,2-1 1 16,4-1 0-16,2-1 1 0,2-4-1 0,2-1 0 16,2-4-1-16,2-3 4 0,-1-6 1 0,1-3 2 15,1-3 0-15,-1-4 2 0,0-5 0 0,1-6-3 16,-1-3-1-16,0-7-1 0,-3-5-1 16,-2-1 1-16,0-7 0 0,-3-2 1 0,-3-1-1 15,-3-4 1-15,-3 2 0 0,-3 1 0 0,-4 0 5 16,-3 2 5-16,-5 2-5 0,-4 1-8 0,-5 2 0 15,-4-2 0-15,-6 2 0 0,-2 2 0 0,-6 2 0 16,-3 1 0-16,-4 2 0 0,-1 4 0 0,1 3 0 16,-1 5 0-16,2 6 0 0,4 3 0 0,2 6 0 15,2 7 0-15,3 4 0 0,6 4 0 16,4 5 0-16,4 7 0 0,4 3 0 0,4 4 0 16,7 4 0-16,1 4 0 0,8-2 0 0,2-2 0 15,4-2 0-15,4-5 0 0,4-5 0 0,3-6 0 16,2-4 0-16,2-8 0 0,3-6 0 15,-2-5 0-15,0-10 0 0,-1-5 0 0,-2-6 0 16,-3-9 0-16,0-3 0 0,-5-6 0 0,-5-3 0 16,-1-1 0-16,-6 0 0 0,-6 0 0 0,-1 2 0 15,-9 4 0-15,-5 1 0 0,-6 3 0 16,-6 1 0-16,-4 2 0 0,-8 5 0 0,-2 1 0 16,-3 3 0-16,-1 6 0 0,1 2 0 0,1 6 0 15,3 7 0-15,1 4 0 0,5 6 0 0,3 4 0 16,3 3 0-16,7 6 0 0,1 1 0 0,8 2 0 15,3 3 0-15,5-1 0 0,2 3 0 0,4-2 0 16,4-1 0-16,4-3 0 0,2-3 0 16,3-4 0-16,1-4 0 0,1-4 0 0,4-7 0 15,2-3 0-15,3-6 0 0,-3-7 0 0,1-5 0 16,-1-7 0-16,-3-6 0 0,-2-3 0 0,0-6 0 16,-7-1 0-16,0-1 0 0,-3-1 0 0,-3 1 0 15,-6 2 0-15,-3 1 0 0,-6 2 0 16,-2 2 0-16,-7 3 0 0,-5 2 0 0,-5 1 0 15,-4 4 0-15,-4 2 0 0,-2 6 0 0,-1 5 0 16,-1 5 0-16,1 8 0 0,0 6 0 0,1 6 0 16,5 6 0-16,0 5 0 0,8 2 0 15,1 2 0-15,6 5 0 0,3 2 0 0,6 2 0 0,3 0 0 16,4-1 0-16,4-4 0 0,7-3 0 16,3-3 0-16,4-7 0 0,7-4 0 0,0-7-73 15,6-4-81-15,1-8-156 0,0-2-259 0,5-5-323 16,-3-2-404-16,-2 0-476 0,-3 2-47 0,-1 1 794 15</inkml:trace>
  <inkml:trace contextRef="#ctx0" brushRef="#br3" timeOffset="-170896.37">2945 8256 45 0,'0'1'168'0,"-2"0"31"0,1 1-8 0,-2 1-42 15,3-1-39-15,0-1-33 0,-2 1-25 0,2-1-11 16,0 1-9-16,0 1-9 0,0-3-7 16,0 1-5-16,0 0-2 0,0 1-3 0,2-2-3 15,-2 2-3-15,0-2 8 0,3 1 8 0,-3-1 13 16,1 0 34-16,-1 1 29 0,0-1 41 16,2 2 43-16,-2-2 49 0,0 0 46 0,1 0 39 15,-1 0 33-15,0-2 50 0,0 2 47 0,0-1 10 16,0 1-27-16,0 0-44 0,0 0-47 0,-1 0-38 15,1 0-32-15,0 0-15 0,0 0-16 0,0 0-21 16,-2 0-20-16,1-1-35 0,-4-1-34 16,4 2-36-16,-4-2-23 0,2 1-12 0,-2 0-7 15,2-2-8-15,-2 0-5 0,-3-2-7 0,2 2-4 16,-1-3-4-16,1 1-4 0,-5-3-3 0,3-3-10 16,0-2-3-16,-1-3-5 0,-2 0-1 15,0-3 0-15,-2-4-3 0,2 1 7 0,1-2 3 16,0-1 1-16,0 0 2 0,2 0-2 0,-2 0 3 15,1 2 1-15,3 2-2 0,-1 0 1 0,1 2 0 16,0 2 0-16,1 2 1 0,0 4 4 16,2 1 3-16,0 3 3 0,1 1-1 0,-1 1 0 15,3 1-2-15,-2 2-8 0,1 2-3 0,1 0-4 16,0 0 0-16,1 2-2 0,1 2-1 0,1 1-9 16,1-1-21-16,0 0-53 0,0-1-53 0,-1 2-61 15,0-2-111-15,1-1-133 0,-4-2-140 16,2 0-147-16,-2 0-238 0,-2-2-186 0,1-1 61 0,-4 0 288 15,2-2 347-15</inkml:trace>
  <inkml:trace contextRef="#ctx0" brushRef="#br3" timeOffset="-170588.35">2509 7813 153 0,'-5'-5'398'0,"-1"0"200"0,1-1 157 16,0 0-138-16,2-2-131 0,0 1-53 15,1-1-4-15,2 1-10 0,-3-2-34 0,6 0-53 16,-3-2-54-16,2 3-66 0,1-3-66 0,0 1-41 16,0-1-30-16,0 0-8 0,2 2-2 0,-1 0 3 15,-1 0 20-15,0 2 7 0,1-1 16 16,-1 2 0-16,-1 2-4 0,1 1-11 0,-3-1-18 16,2 4-17-16,-2 0-25 0,3 0-12 0,-1 0-10 15,1 2-5-15,2 4-4 0,2 0-1 0,1 3 5 16,-1 3-9-16,2 2-5 0,2 1-2 15,-1 0-1-15,1 3 0 0,1-2-3 0,0 2 3 16,2 1 7-16,0-3 8 0,2-1-9 0,1-2-61 16,0 1-68-16,1-3-160 0,1-1-288 0,1-3-310 15,1 1-335-15,-2-2-215 0,0-3 88 0,0-2 633 16</inkml:trace>
  <inkml:trace contextRef="#ctx0" brushRef="#br3" timeOffset="-169656.56">5589 8122 371 0,'-2'6'711'15,"-1"-2"268"-15,0 0 92 0,0 2-262 0,-2-4-255 16,0 3-141-16,0-3-77 0,-1 2-37 0,3-1-34 16,-2 0-29-16,0-1-21 0,2 1-26 15,0-1-24-15,1-2-37 0,1 1-32 0,-1 0-30 0,2-1-29 16,-1 0-16-16,1 0-17 0,1 0-6 15,-1 0-5-15,3-1-3 0,2-2 3 16,0-2 3-16,5-1 4 0,2-5 3 0,1-2 4 16,4-2 2-16,2-6 1 0,0 0 0 0,3-4-2 15,1-2-1-15,0-2-2 0,1 1-3 16,-1-1-2-16,-2 2-1 0,0 1 0 0,-4 3-2 16,-4 1-30-16,-5 3-58 0,-5 4-80 15,-3 2-153-15,-5 1-249 0,-6 2-314 0,0 2-298 0,-5 4-223 16,-3 3 84-16,-2 0 557 0</inkml:trace>
  <inkml:trace contextRef="#ctx0" brushRef="#br3" timeOffset="-169406.41">5688 7672 302 0,'13'-9'532'0,"-2"-1"225"0,3 0 150 0,-1-3-216 0,1 1-135 16,1 1-81-16,0 0-54 0,-2 1-69 15,1 2-82-15,-1 0-79 0,-2 2-68 16,1 2-48-16,-2 1-27 0,-2 3-8 0,3 1 5 16,-5 4 2-16,1 4-1 0,-4 2 0 0,0 3-2 15,-5 5-12-15,-1 1-13 0,-2 5-6 16,-3 2-5-16,-2 4-27 0,-2 0-48 0,1 1-142 16,-1-3-201-16,1 2-289 0,1-3-283 15,4-4-242-15,3 0-46 0,3-4 447 0</inkml:trace>
  <inkml:trace contextRef="#ctx0" brushRef="#br3" timeOffset="-168664.44">5831 10215 8 0,'-7'1'313'16,"1"4"240"-16,-2-2 216 0,0 3 57 16,4-2-221-16,-1 0-150 0,1 1-88 0,3 1-49 15,-1-4-41-15,2 1-34 0,2 0-13 0,1-1-27 16,0 1-31-16,2 3-27 0,4-2-20 15,1 0-15-15,1-1-22 0,3 0-14 0,2 0 6 16,1 0 7-16,3-3 6 0,0 2-2 0,2-2-8 16,0-2-10-16,1 2-16 0,0-3-16 0,2 0-18 15,-1-1-8-15,0 0-8 0,-2-4-4 16,3-1-6-16,-4-2-33 0,-2 1-37 0,-2-2-45 16,-6-2-107-16,-3 1-157 0,-2-1-281 15,-4 2-260-15,-4 2-236 0,-4-1-138 0,-2 2 269 16,-3 2 491-16</inkml:trace>
  <inkml:trace contextRef="#ctx0" brushRef="#br3" timeOffset="-168385.52">5933 10116 232 0,'0'3'731'0,"0"0"340"16,3 1 59-16,-1 1-184 0,4-1-351 0,3 2-235 15,1-1-139-15,1-1-62 0,4 1-30 0,1-3-27 16,2 0-20-16,0 0-22 0,4-1-16 15,2-1-8-15,0-1-11 0,1-1-8 0,2 2-10 16,0-2-5-16,-2 2-2 0,-2 2-2 16,0 0 2-16,-3 0 0 0,-1 2 1 0,-5 3 3 15,-1 1 0-15,-2 3 2 0,-3-1-1 0,-3 3-3 16,-2 1-4-16,-3 0-4 0,-1 4-10 16,-4-2-22-16,-2 0-64 0,-4 1-140 0,-3-2-200 15,-2 4-286-15,-3-1-267 0,-1 0-220 16,-1 2 44-16,-3 1 437 0</inkml:trace>
  <inkml:trace contextRef="#ctx0" brushRef="#br3" timeOffset="-167661.95">5965 12570 171 0,'-5'6'675'0,"-1"1"399"16,1-1 118-16,2 3-158 0,-2 1-370 15,2-2-233-15,3 4-112 0,2 0-47 0,1 4-27 16,3-2-27-16,2 5-28 0,1-2-33 0,4 4-43 15,1 0-44-15,-1 0-32 0,4 0-16 16,1 3-9-16,1-5-6 0,-2 1-3 0,2-2-2 16,0 0-3-16,-3-1-16 0,0-4-50 0,-4-1-44 15,-2-3-48-15,1 0-73 0,-5-2-126 16,-4-2-152-16,0 0-188 0,-4-1-238 0,-3-1-216 16,-1-1-38-16,-5-4 294 0,1 1 413 15</inkml:trace>
  <inkml:trace contextRef="#ctx0" brushRef="#br3" timeOffset="-167460.14">6023 12945 24 0,'-4'2'297'0,"1"2"196"16,1 1 166-16,2 0-6 0,0 0-142 0,0 2-87 15,3 1-28-15,3 1 0 0,-1-1 7 16,2 2-25-16,1-2-48 0,2 0-67 0,2 1-73 16,-1-1-59-16,3-2-43 0,0-1-27 15,0-1-16-15,-1-1-6 0,1-2-7 0,-1-1-6 16,1-1-7-16,-3-2-7 0,0-1-2 15,-3-3-3-15,-2 1-3 0,-1-3 2 0,-2-1-1 0,-3-1-2 16,0 0-7-16,-3 2-2 0,0-2-14 16,-3 2-31-16,-2-2-124 0,-2 2-185 0,-4 3-287 15,-2 0-270-15,-1 0-249 0,-4 2-93 16,-2-2 368-16,-3-1 493 0</inkml:trace>
  <inkml:trace contextRef="#ctx0" brushRef="#br3" timeOffset="-166157.97">2784 12741 75 0,'6'-2'268'15,"-3"2"115"-15,2-3 97 0,-2 1-155 0,2 0-125 16,0-3-76-16,0 2-28 0,-1-3-11 16,1 0-3-16,1 0-4 0,-1 0 12 0,0 0 6 15,1 1-11-15,0-3-6 0,1 0-5 0,-1 1-6 16,-1 0-24-16,0 1-18 0,1 0-7 16,-3 2 39-16,0 0 90 0,0 1 147 0,-1-2 109 15,-2 4 56-15,1 1 11 0,-1-2-35 0,0 2-54 16,0 0-54-16,0 0-44 0,0-1-28 0,0 1-26 15,-1 0-21-15,1 1-30 0,-2 1-51 0,-1-2-35 16,0 1-25-16,1 2-16 0,-4 0-10 0,3 1-9 16,-2 2-3-16,2 3-7 0,-2 1-5 15,-1 7-7-15,1 2-5 0,-1 7 5 0,3 6 0 16,-2 5 4-16,2 5-6 0,1 3-1 0,-1 5-1 16,3 1-7-16,0-2-4 0,0-2-4 15,3-3 4-15,-1-7 0 0,1-5-1 0,0-5-2 16,1-8 1-16,-1-2 0 0,1-5 1 0,-1-8 2 15,-1-4 3-15,1-7 3 0,-3-7 1 0,0-7 6 16,0-4 3-16,-3-5-1 0,-2-2 1 0,-1 2 0 16,0 0 0-16,-4 5-7 0,2 0-1 0,-3 6-1 15,0 1-2-15,-3 6-1 0,3 4-5 16,1 1-3-16,-2 3-4 0,2 7-3 0,0 3-4 16,1 3-10-16,3 3-7 0,1 3-6 0,0 2-7 15,4 3-5-15,1 1-2 0,1 1 10 0,1 3 4 16,3-1 10-16,1-2 6 0,-1 0 9 0,4 0 4 15,-1-1 3-15,2-3 5 0,2 1 0 0,-2-5 8 16,1-1 3-16,3-2 4 0,0-1-2 16,2-2 0-16,0-4 1 0,1 0-7 0,-2-2-5 15,2-2-4-15,-1-2-2 0,1 0-14 0,-4-3-31 16,1 0-47-16,-1 1-44 0,-1 0-61 0,-5-1-107 16,-3 0-145-16,0 3-207 0,-4-1-244 15,0 1-231-15,-2 1-122 0,-1 1 219 0,-2 1 450 16</inkml:trace>
  <inkml:trace contextRef="#ctx0" brushRef="#br3" timeOffset="-165575.89">1998 13543 65 0,'-27'4'316'0,"0"1"192"16,4 1 219-16,2 0 29 0,2-4-127 15,3 4-54-15,2-3-37 0,1-1-52 0,2 2-90 0,5-1-95 16,0-2-94-16,1 1-78 0,3-2-50 0,4 0-40 16,1 0-24-16,5-3-9 0,2 0-7 15,5-1 34-15,1 0 50 0,8-3 24 0,4 2 48 16,6-1 19-16,0-2 5 0,7 2-28 0,4 1-32 16,2-1-21-16,7-1-33 0,6 3-17 0,6 1 1 15,4 1-2-15,4 0-6 0,7 0 2 0,2 2 3 16,5 2-7-16,5 0-12 0,5-1-8 15,3 0-4-15,4-1-9 0,5 0-1 0,-1-1 4 16,5-2 3-16,1 0 3 0,1 0 2 0,1-1 0 16,0 2-7-16,0-1-5 0,-2 1-5 15,-7 2-1-15,-2 0-1 0,-10 2-1 0,-4-1 3 16,-10 3 2-16,-3-4 1 0,-6 0 0 16,-8 2 1-16,-7 0-2 0,-4-4 0 0,-7 0-2 0,-7 2 2 15,-2-2-1-15,-5-1-1 0,-3 0 2 16,-3 0-1-16,-2 1 0 0,-3-3-1 15,-4 4 0-15,-1-2-1 0,-1 3-2 0,-4-2 0 16,0 2-7-16,-4 2-18 0,-1-2-42 0,-2 0-64 16,-2 2-74-16,-3-4-153 0,-1 2-251 0,-4-4-304 15,-1-2-286-15,-2-5-209 0,-5-4 26 16,-2-4 561-16</inkml:trace>
  <inkml:trace contextRef="#ctx0" brushRef="#br3" timeOffset="-164809.34">1031 10251 12 0,'7'6'214'0,"0"-1"114"0,-1 1 121 16,-3-2-55-16,-3-4-50 0,5 3 39 15,-5-3 125-15,6 0 87 0,0 0 6 16,1-1-49-16,1-3-38 0,1 2-100 0,2-4-61 16,2 3-66-16,6-2-31 0,3 0-15 15,6-4-40-15,7 0-23 0,5-1-46 0,4-1-20 16,7 0-22-16,7-1-19 0,4-1-12 0,4 0-13 15,8-1-12-15,1 1-7 0,5 1-7 0,-2-1 1 16,4 3-1-16,-1-2-7 0,-1 1-3 0,-1 4-8 16,-3-2-4-16,-3 3-1 0,-5 2 0 0,-5-1 4 15,-7 4-1-15,-6 1-16 0,-6 1-54 16,-9 5-75-16,-8 0-156 0,-8 3-278 0,-5 3-314 16,-11 2-363-16,-6 3-292 0,-11 2-17 0,-5 3 681 15</inkml:trace>
  <inkml:trace contextRef="#ctx0" brushRef="#br3" timeOffset="-164278.08">1211 10719 262 0,'0'-16'750'0,"-2"3"397"0,1 4 91 16,-1 0-235-16,-1 5-295 0,3 4-205 16,0 0-156-16,0 0-106 0,0 0-58 0,3 13-34 15,2 7-43-15,4 8-31 0,2 8-9 16,2 9 7-16,7 9-3 0,2 8-7 0,2 5-6 16,-1 8 2-16,0 4-9 0,-1 5-13 0,-1 3-3 15,3-2-12-15,-2 3-7 0,-2 1-7 0,1-1-3 16,-2 1 5-16,-2-1-5 0,2 0 1 0,-2 0-1 15,-2 0 2-15,0 0 0 0,-2 2-6 16,-3-2-1-16,2 2 7 0,-2 1-3 0,-2 2-3 0,-2-1 1 16,2-2-1-16,0 0 2 0,-2-3-7 15,-1-4 2-15,4-3 1 0,-4-5-2 0,1-6 0 16,1-7-1-16,-2-12 5 0,2-5-5 0,0-9-13 16,-3-11-13-16,-2-11-44 0,1-6-58 0,-6-12-73 15,0-11-118-15,-4-11-154 0,1-10-205 0,-3-4-265 16,2-8-226-16,1-4-140 0,-2 1 233 0,-3-2 451 15</inkml:trace>
  <inkml:trace contextRef="#ctx0" brushRef="#br3" timeOffset="-163685.58">1121 12078 118 0,'0'-8'689'15,"-2"2"483"-15,-3 0 174 0,-1 0-89 0,-2 1-419 16,-3 3-279-16,0 0-176 0,-2 2-95 16,-4 2-76-16,2 2-71 0,-3 3-38 0,-1 1-33 15,1 5-25-15,1 3-19 0,1 5-11 16,2 2-6-16,3 9-5 0,1 1-3 0,4 4 1 16,3 1 0-16,3 1-2 0,3-3-1 0,5-4-1 15,0-4-1-15,1-7-4 0,2-4 2 16,2-8 2-16,0-6 3 0,1-9 1 15,-1-9 1-15,-1-11 1 0,1-10 6 0,-2-9-3 16,0-7-2-16,-2-8 0 0,-1-3 2 16,0-3 0-16,-2 3-3 0,-1-1 0 0,-3 7 2 15,-4 4 12-15,-1 6 12 0,-2 8 11 16,-4 6 10-16,1 6 3 0,-3 8-1 0,-2 4-10 16,2 11-13-16,0 6-11 0,-1 11-10 15,2 6-6-15,3 9-3 0,3 10-2 0,1 4 0 16,7 6-2-16,4 2-1 0,4 0 0 15,5 0 0-15,6-4 4 0,3-2-1 0,4-9-16 16,6-6-33-16,0-6-70 0,6-11-72 16,-3-7-135-16,4-9-196 0,-2-7-307 0,-1-5-310 0,0-5-219 15,0-6-86-15,-2-2 388 0,-4-3 571 0</inkml:trace>
  <inkml:trace contextRef="#ctx0" brushRef="#br3" timeOffset="-161099.14">1299 8163 42 0,'-8'-2'214'15,"-1"2"95"-15,1-1 86 0,8 1-133 0,0 0-91 16,0 0-54-16,-5 0-32 0,5 0-15 15,-6-3-8-15,6 3-11 0,-5-2-16 0,5 2-13 16,-3-4-30-16,0 2-15 0,3 2-9 16,-2-5-5-16,0 2 8 0,2 3 11 0,0 0 32 15,0 0 11-15,0 0 1 0,0 0-7 16,0 0-5-16,0 0-14 0,4-3-6 0,-4 3 28 16,6 0 13-16,2 4-11 0,2-3-7 15,2 3-5-15,-1-2-2 0,5 0-30 0,0 2-9 16,3-1 15-16,0-1 4 0,3 1 10 0,0-3 0 15,3 1 8-15,2-2 2 0,-1 1 4 0,4-3 7 16,0 1-1-16,3-1 2 0,-1-1-7 0,2 0 1 16,2-2-2-16,1-1-2 0,1 1 1 0,0-1 1 15,3-1 0-15,2-1 7 0,2 0 38 0,1 0 14 16,3-1 9-16,2 1 4 0,4-2 3 0,4 1-10 16,4-3-39-16,5 2-15 0,5-1-11 0,1-1-1 15,5-2 18-15,0 4 20 0,3-2 9 0,2 2-18 16,0-1-11-16,5 1-8 0,-1 0-27 15,1 1 8-15,-3 0-4 0,-3 0 20 0,-3 1-12 16,-5-4-46-16,-3 5-59 0,-7-2-162 0,-3 3-232 16,-7 1-111-16,-4 3 15 0,-4 0 126 15,-4 1 169-15</inkml:trace>
  <inkml:trace contextRef="#ctx0" brushRef="#br3" timeOffset="-160361.17">1303 6354 149 0,'0'0'375'0,"0"3"159"0,0-3 102 0,1 4-202 16,1-1-190-16,2 0-130 0,-1 0-62 0,2 2-33 15,1 1 12-15,4-2 9 0,4 3 11 0,2 1 62 16,8 1 60-16,3-3 30 0,6 3 74 0,5-1 65 16,4 1 17-16,6-2-44 0,4 1-52 0,5-3-35 15,4 0-63-15,4 0-60 0,5-3-27 16,3 2 8-16,4-4-11 0,5 0-6 0,-1 0-18 16,3-4 7-16,1 2-7 0,-4-3-25 0,1 2-6 15,-5 1 2-15,-2 1 4 0,-5 2-13 16,-4 1-6-16,-4 2-6 0,-4 2-24 0,-7 0-65 0,-8 4-132 15,-6-2-146-15,-5 4-269 0,-8 1-281 16,-7-1-215-16,-6 1-19 0,-9-1 337 0,-7 1 391 16</inkml:trace>
  <inkml:trace contextRef="#ctx0" brushRef="#br3" timeOffset="-159989.9">1891 6736 274 0,'0'9'520'0,"-2"5"184"15,-1 4 100-15,1 4-277 0,2 8-249 0,0 4-137 16,2 9-65-16,0 4-21 0,1 3-10 16,3 4 31-16,-2 5 28 0,3 3 55 0,-1 2 28 15,1 5-11-15,2-2-15 0,-1 2-27 0,0-1-44 16,0-2-58-16,1-4-32 0,-1-4 7 0,2-6-9 0,-1-5-33 15,-1-6-62-15,0-8-65 0,-2-8-67 16,2-5-81-16,-2-7-117 0,-1-6-216 0,0-7-92 16,-5-6 19-16,-2-5 123 0,-1-8 174 0</inkml:trace>
  <inkml:trace contextRef="#ctx0" brushRef="#br3" timeOffset="-159746.72">1616 7536 191 0,'7'27'401'0,"1"-2"157"0,3 5 98 16,5 2-244-16,2 2-183 0,2 1-69 0,4-1-35 15,-1 1-14-15,0-5 9 0,0-4 16 0,3 0 9 16,-1-5-25-16,0-3-15 0,1-5-17 0,-1-6-11 16,0-4 8-16,2-6 1 0,-2-7-4 0,-4-3-6 15,1-5-6-15,-2-6-10 0,-3-4-60 16,-2-2-97-16,-5-4-113 0,-4-3-235 0,-3 1-232 15,-4-2-160-15,-4 1 10 0,-5-2 209 0,-7 1 264 16</inkml:trace>
  <inkml:trace contextRef="#ctx0" brushRef="#br3" timeOffset="-159558.24">1541 6943 47 0,'10'-7'497'0,"2"5"361"0,-2-4 184 0,1 1-31 16,1 1-381-16,3 0-274 0,4-2-181 0,1-3-84 0,1 1-59 15,2-2-32-15,4-3-17 0,0 0-10 16,0-2-3-16,6 0-5 0,-1-1 37 0,4-1 20 16,2 1 11-16,2 0 3 0,1 3 5 0,-3 3 4 15,2 2-18-15,-4 6-5 0,3 4-5 0,-6 4-23 16,-1 6-88-16,-4 6-138 0,-2 2-261 0,-4 8-256 16,-2-1-207-16,-5 4-77 0,-1 1 218 15,-6 0 375-15</inkml:trace>
  <inkml:trace contextRef="#ctx0" brushRef="#br3" timeOffset="-156046.2">21014 5443 94 0,'-1'0'288'0,"-4"2"139"0,0-2 93 15,0 0-79-15,0 2-83 0,4-2-31 16,-5 0 14-16,4 1 27 0,0 0 12 0,1 1-12 15,-1-2-39-15,2 2-54 0,0-2-64 16,0 0-63-16,2 1-28 0,1-1-22 0,0 0-10 16,3 0 2-16,-1 0 4 0,1 0 3 0,3 0-18 15,0 0-16-15,0 0 0 0,3 1-8 16,0 1-6-16,-1 1-3 0,5 0-6 0,0 0-4 16,-1-1-11-16,3 2-7 0,-1-1 14 15,2-2 11-15,0 1 4 0,2-2 0 0,-4 0 3 16,4 0-2-16,-4-3-16 0,2 1-11 0,1-3-3 15,-3 3-6-15,1-3 0 0,-2 1-1 16,-2 0 0-16,1 0-7 0,-3 0-4 0,-1 1 4 16,-1 0-4-16,2 0 1 0,-4 1-1 15,1-1 2-15,0 0-1 0,-1 2-6 0,-2-3 1 16,2 2-1-16,0-2 3 0,-2 2 2 0,1-3 2 16,1 1 6-16,-4-2 1 0,6 1-2 0,-6-1-4 15,1 1-2-15,0-1-2 0,-2 0 2 16,0 1 5-16,-1 2 0 0,0 0 0 15,-1 1 5-15,2-3 36 0,-1 4 18 0,-2 0 7 16,0 1 6-16,1-1 0 0,-1 1-1 0,0-3-37 16,0 3-20-16,0 0-11 0,2 0-5 0,-1 0-4 15,1-1-4-15,0 1 2 0,-1-1 4 16,1 1-1-16,-1 0-2 0,3-2 3 0,-3 0 2 16,1 1-1-16,-1-2 1 0,1 0-1 15,0 0 1-15,-1-1-1 0,2 1-3 0,-1-2 2 16,-2 2-3-16,0 0 4 0,1-1-1 15,-1 1 2-15,0 0 0 0,2 0-4 0,-2 0 2 16,1 0-6-16,-1 1 0 0,2 1 0 0,0-2 0 16,-2 0 2-16,1 3-1 0,1 0 5 0,-1-2-4 15,3 2-1-15,-3-3 0 0,1 3-1 16,1-2 0-16,0 1 0 0,2 0 3 0,-4 0 1 16,2-2 2-16,2 1 0 0,-3 0 0 0,1 0 1 15,-1 1-2-15,-1 0 0 0,3-1-3 16,-3 2 2-16,-1 0-1 0,2-2 1 0,-1 2-1 15,4-1 0-15,-5 1 1 0,1 0-1 16,2-1 3-16,1 1-4 0,-3-2 2 0,3 2 1 16,-3 0-2-16,2-1-1 0,1 1-3 0,0-2 4 15,1 1 0-15,-1-2 1 0,0 0 2 16,1-2 5-16,-1 1-1 0,3-4-3 0,0 1 1 16,-2-5-3-16,2 3 1 0,-3-3-2 15,1-2 1-15,0-1 1 0,1-1-1 0,-3-1 3 16,2-1-1-16,-2 0-1 0,0-1-2 0,-1-2 0 15,0 0 2-15,-1 0-3 0,2-3 0 16,-1 3 1-16,0-1 0 0,-1 1 0 0,4 0-2 16,-2-2 2-16,0 2 1 0,0 0-2 15,2 0-1-15,0-1 1 0,-2 3 0 0,5-2-3 16,-5 3 1-16,0 1 5 0,0 3-1 16,0-1 3-16,-1 3-2 0,-2 1 2 0,3 1-1 0,-3 1-3 15,0 0 0-15,0 1-1 0,0 1 1 16,0 1-2-16,0-2 2 0,0 1-1 0,0 1 2 15,2 0 2-15,-2 0-2 0,0 0 3 16,2 1 0-16,-2-1 0 0,0 2-4 0,0 1 2 16,0 0 0-16,0 1 6 0,0 1 3 0,0 1 1 15,0 0 6-15,0 1-2 0,-2 1-2 0,0 2-6 16,2 2-4-16,-3 0-1 0,1 2-3 16,1-1 0-16,-1 1 0 0,-1 3 1 0,1-3 0 15,-1 3 1-15,2 1-2 0,-4 0 1 16,2 1 0-16,2 0 2 0,1 1-2 0,-4 1 4 15,3 0-1-15,-1 1-1 0,0 1 1 16,-1 2-3-16,3-3 4 0,-1 3-3 0,-1 1-1 16,0 0 1-16,-1 1 1 0,3 3 3 0,-1 1-4 15,-4 0 2-15,4-1 0 0,-1 3 1 16,0 0-1-16,1-1-4 0,-1 0 0 0,1 0 0 16,1-1 0-16,-2 1 0 0,0 0 0 0,-1 0 2 15,2-1 1-15,-3-1-1 0,1 3 3 16,2-3-2-16,-3 0-1 0,0 2 3 0,2-4-4 15,1 0 0-15,1-1-3 0,0-1 2 16,1-2 0-16,1-2-1 0,2 0 2 0,1 0 2 16,2-4-2-16,-1 0-1 0,2-3 0 0,1-1 0 15,-1-1-3-15,4-1 0 0,-2-3 3 0,-2-2-4 16,2-1-35-16,1-1-62 0,-3-2-68 16,-2-2-152-16,1 1-272 0,-3-4-311 0,2 3-298 15,-3-3-209-15,2 0 50 0,-1-1 578 16</inkml:trace>
  <inkml:trace contextRef="#ctx0" brushRef="#br3" timeOffset="-154610.12">21969 5334 121 0,'2'1'324'16,"-1"2"153"-16,2 0 95 0,-1-2-127 0,-1 3-106 15,2-2-66-15,-1 2-21 16,1-2 6-16,0 3 10 0,1-3 16 0,1 1 11 16,-1 0 3-16,4 0-17 0,-2 0-28 0,2-2-31 15,0 1-40-15,1 0-42 0,1-1-38 0,-2-1-29 16,3 0-15-16,-1 0-16 0,-1 0-9 16,2-1-8-16,-1-1-3 0,1-1-5 0,1 0-10 15,-1-2-5-15,1 1-4 0,0-3 1 0,-1 1 1 16,0-1-1-16,-1-2 5 0,-1 0 2 15,4 0 0-15,-5-1 1 0,0-2-4 0,-2 1 2 16,3-1-2-16,-1 0-2 0,-3 0 1 16,3-1-1-16,-3-1-1 0,3-1 0 0,-4 2 1 15,1-2 2-15,0 0-2 0,-2 0 3 0,4-2 0 16,-6 0-1-16,5 1 1 0,-4-1-1 16,-1-2 1-16,1 0-2 0,0-1 0 0,-2 1-2 15,0-1-2-15,-2 0-1 0,0 2 1 0,2-1-1 16,-3 1 2-16,3 0-2 0,-1 3 4 15,1-1 1-15,0 1-2 0,-2 0 0 0,-1 1 0 16,3-1-1-16,0 2-3 0,0-2 0 16,-1-1-2-16,1 3 2 0,0-3 3 0,-2 1 2 15,0-2-2-15,1 1-1 0,-2 0-2 0,-1 0 2 16,1 1 1-16,0 2-4 0,-2-2 3 16,4 3 2-16,-5 1 4 0,2 0 0 0,0 3-1 15,0 1 3-15,1-1-3 0,2 2 0 0,-3 1-4 16,4-1 1-16,-1 1-1 0,1-1 1 15,-2 2 2-15,0 0 2 0,2-1 0 0,0-1-2 16,0 1 2-16,0 0-4 0,0-1 0 16,0-2-2-16,0 2 2 0,0-1 4 0,-1 3 11 15,1 0 14-15,-2-1 10 0,2 3 9 0,0 0 0 16,0 0-5-16,0 1-12 0,0 0-12 16,0-1-10-16,0 2-9 0,0 2-3 0,0-1 0 15,0 0 2-15,2 1 0 0,-2 0 1 16,1 0 5-16,-1 3-1 0,0-1 2 0,0 0 0 15,0 0 0-15,0 1 1 0,0 3 4 0,-1-1 9 16,1 0 2-16,-2 2 5 0,2 1-2 16,-1 2 5-16,-2 1-5 0,1 0-7 0,2 2-3 15,-3 0-2-15,3 2 3 0,-1 1-3 0,1 0 0 16,0 1 3-16,-2 1 3 0,0 1-5 16,2 1 2-16,0 2 19 0,0-1 20 0,2 4 12 15,0 1 1-15,-2-1 5 0,0 3 2 0,0 0-20 16,0 3-20-16,0-2-8 0,0 6-8 15,-4-3-5-15,4 4-7 0,-3-1-2 0,2-1-2 16,1 1-3-16,-2 0 1 0,0-3 2 16,4-2 1-16,0-3 0 0,-1-1-3 0,4-4-3 15,-2-2-3-15,5-4-2 0,-2-3 0 0,1-1-1 16,1-5 2-16,0-2 1 0,-1-1-2 16,3-4-23-16,-1-2-41 0,2-2-41 0,-1-2-35 15,-1 0-34-15,5-2-58 0,-2-2-85 16,0-2-105-16,1 2-214 0,0-2-243 0,2 2-227 15,-2-3-73-15,3 1 268 0,-3 0 433 0</inkml:trace>
  <inkml:trace contextRef="#ctx0" brushRef="#br2" timeOffset="-139761.98">8699 16471 19 0,'-5'-3'349'0,"2"2"313"0,-4-1 340 16,1-1 91-16,1 2-227 0,2 1-145 0,-3 0-94 16,3 0-107-16,-2 0-115 0,2 1-102 15,1-1-62-15,-1 1-71 0,1 1-59 0,-1-2-37 16,3 2-21-16,-1-1-12 0,1 1-10 0,0-1-8 15,0 2-8-15,1 0-7 0,1 3-7 16,1 0-2-16,2 2 0 0,0 1-1 0,1-2 5 16,3 4 4-16,-1-2 3 0,2-2 2 0,-2 2-1 15,4-3-2-15,-2 0-5 0,1-1-3 0,-2-4-2 16,-1 0 0-16,2-2 1 0,-2-2 2 0,-2-1 3 16,0-2 8-16,-1-3 5 0,-2-3 9 0,-1 0 7 15,-2-3 6-15,-3-2 4 0,1 1 2 16,-3-2 1-16,-1 1 1 0,1 2 2 0,-4 0 0 15,1 2 0-15,0 2-1 0,-2 1-4 0,-2 1-7 16,-1 3-6-16,-1 1-10 0,-2 0-10 16,2 3-6-16,-2 2-5 0,2 1-3 0,1 0-2 15,-1 4 3-15,3 0 0 0,1-1 0 0,2 4 0 16,-1 1-1-16,4 1 0 0,1 2 0 0,2 3-1 16,0 2 1-16,4 3 0 0,1 0 0 15,2 3 4-15,1-1 2 0,5 1 1 0,-3-3 0 16,2-1 0-16,2 0 0 0,-1-4-5 0,2-1-1 15,1-4-1-15,-1-2 0 0,1-1-1 0,-1-7 1 16,2 0 0-16,-3-3 1 0,2-5 0 0,-5 0 1 16,1-4 0-16,0-3 2 0,-3-3 1 0,-2-1 0 15,0-1 0-15,-4-1 1 0,1 0 0 16,-4-1 1-16,1 3 0 0,-4 1 1 16,0 2-1-16,-2 0 5 0,-3 3 2 0,-1 0 4 0,-3 1 1 15,-2 1-3-15,-3 1-2 0,0 0-5 0,-2 3-2 16,-1 1-6-16,0 0-1 0,3 3 0 15,0 3 2-15,1 0-1 0,3 3 0 0,2 0 0 16,2 5-1-16,3-1-1 0,2 4 1 0,1 3-1 16,5 0 1-16,0 4 0 0,5 3 1 0,1 1 0 15,2 1 0-15,3 2 3 0,2-2 2 0,1 0 0 16,2-3 0-16,1-1 0 0,1-2 0 16,1-6-3-16,-2 0-2 0,2-5 0 0,0-3-1 15,-1-3 1-15,0-3-1 0,0-5 1 0,-1-1 1 16,-2-4 0-16,0-4 0 0,-4-1 1 0,2-3 0 15,-4-1 0-15,-2-4 1 0,-1 1-1 16,-3 0 1-16,0 0 0 0,-1 3 1 0,-4 0 0 16,-1 3-3-16,-3 1 0 0,0 3 0 0,-4 2 0 15,-2-1 0-15,-1 4 0 0,-4 0 0 0,-1 3 0 16,-1 1 0-16,0 3 0 0,-2 1 0 16,1 4 0-16,2 1 0 0,1 3 0 0,1 3 0 15,1 2 0-15,3 4 0 0,4 0 0 0,-1 4 0 16,4 1 0-16,4 4 0 0,2 1 0 0,1 4 0 15,4-2 0-15,2 3 0 0,2-2 0 0,1 1 0 16,3-4 0-16,0 1 0 0,2-5 0 16,0-4 0-16,3 0 0 0,-2-8 0 0,2-1 0 15,0-6 0-15,0-4 0 0,0-7 0 0,-3-4 0 16,1-5 0-16,-4-4 0 0,-1-6 0 0,-2 1 0 16,-3-4 0-16,-3-1 0 0,-1 0 0 15,-3 2 0-15,-3 3 0 0,0 4 0 0,-2 3 0 16,-3 0 0-16,-3 5 0 0,-3 2 0 0,-2 1 0 15,-3 3 0-15,-6 3 0 0,1 3 0 16,0 3 0-16,-1 3 0 0,0 3 0 0,3 3 0 16,4 4 0-16,1 4 0 0,3 1 0 0,1 2 0 15,7 1 0-15,1 2 0 0,3 0 0 0,4-1 0 16,1 1 0-16,2-3 0 0,1 2 0 16,5-5 0-16,-3 0 0 0,2-4 0 0,2-2 0 0,1 0 0 15,1-3 0-15,-1-4 0 0,1 0-39 16,2-2-119-16,-2-1-97 0,0-1-203 0,-2 2-287 15,-2-1-350-15,-3 4-426 0,-2 1-214 0,-1 1 261 16,-4 5 861-16</inkml:trace>
  <inkml:trace contextRef="#ctx0" brushRef="#br3" timeOffset="-132147.43">7159 15327 191 0,'0'-2'683'0,"0"1"404"0,-2 1 123 16,2-1-184-16,-3-1-297 0,3 2-177 0,-1 0-125 15,1 0-84-15,0 2-63 0,1-2-52 0,-1 1-64 16,3 0-67-16,-1 4-45 0,5 1-29 0,3 4-12 15,1 2-1-15,5 4-3 0,4 3 4 16,0 0 1-16,3-1 0 0,2 0 0 0,-1-3-4 16,0-3-3-16,1-1-9 0,-1-7-6 15,0-3-1-15,-4-2-1 0,2-6 7 0,-4-5 6 16,-4-5 16-16,0-4 16 0,-6-4 12 0,-3-4 12 16,-4-2 7-16,-2-1 7 0,-4 1 4 15,-1 1 2-15,-5 2-4 0,1 3-5 0,-5 3-12 16,-3 2-9-16,-1 1-13 0,-2 5-6 15,-2 0-7-15,-2 5-5 0,-1 1-3 0,1 3-2 16,-2 2-1-16,3 3-3 0,1 3-4 0,-1 3-2 16,6 2-2-16,0 2-1 0,2 2-3 0,5 4-1 15,4 3 1-15,4 0 1 0,5 4 1 16,4 2 2-16,2 2 0 0,8 0 2 0,-2 2 0 16,7-3 1-16,1 0-2 0,0-3 0 15,3-4 1-15,2-5-1 0,1-4 0 0,1-5-1 16,-1-7 0-16,-1-4 0 0,-3-6 0 0,1-4 0 15,-4-6 0-15,-1-4 1 0,-7-4 1 0,-2 0 2 16,-5-2 1-16,-3 0 2 0,-3 1 6 16,-3 4 6-16,-6-1 6 0,-1 7 2 0,-1 0 1 15,-6 5-1-15,-2 1-6 0,-2 4-6 16,-1 1-6-16,-1 6-4 0,2 1-3 0,-1 4-2 16,2 4-1-16,0 4-1 0,3 4-2 0,4 6 0 15,1 2 0-15,4 4 0 0,5 4 2 16,1-1 2-16,5 3 1 0,2 0 1 0,3 0 2 15,4-1-2-15,1 0 0 0,1-2 0 0,1-6-2 16,2-2 1-16,-1-4-2 0,1-4 1 16,-1-6-1-16,3-5 1 0,-3-6 0 0,-2-5 0 15,-1-7 1-15,-1-3-1 0,-4-8 0 0,-1-3 3 16,-4-2-1-16,-3 0 2 0,-2-1 1 16,-1 2 1-16,-2 2 1 0,-3 2 3 0,-3 3 3 15,0 5 3-15,0 2 0 0,-3 5-1 0,0 0-6 16,-2 7-8-16,0 1 0 0,0 5 0 15,0 5 0-15,-1 5 0 0,3 5 0 0,-2 5 0 16,3 4 0-16,1 3 0 0,4 5 0 16,1-1 0-16,1 2 0 0,3-1 0 0,3 1 0 15,3-4 0-15,2-1 0 0,1-1 0 0,2-4 0 16,3-4 0-16,3-2-4 0,4-7 0 16,1-3-8-16,5-7-17 0,4-6-27 0,4-5-69 15,2-12-108-15,5-6-239 0,3-3-301 0,1-5-379 16,4-1-452-16,1 0-211 0,2-1 426 0,1-2 909 15</inkml:trace>
  <inkml:trace contextRef="#ctx0" brushRef="#br3" timeOffset="-127716.3">9986 16861 453 0,'3'-1'927'0,"0"-1"275"0,0-1-20 16,0 2-345-16,-3-1-246 0,3 1-157 0,-1-1-86 15,1 2-44-15,-1-1-29 0,-1 1-18 0,-1 0-33 16,0 0-44-16,0 0-33 0,0 0-25 0,0 1-20 15,0 2-20-15,0 0-18 0,0 2-17 16,0 1-13-16,2 1-10 0,0 1-7 0,1 1-5 16,0-1-4-16,2-1-2 0,4 1-2 0,-3 0-1 15,4 0-2-15,-1-2 0 0,1 0 0 0,1-2-1 16,1-1-1-16,1 0 1 0,-3 0-1 16,4-3 0-16,-3-5-1 0,0 1 1 0,0-2 1 15,-3-3-1-15,0-1 0 0,0-4 0 0,-2 0 0 16,-3-2 1-16,-1 0-1 0,-2-1 1 0,-3 1 1 15,-2 1 4-15,0 1 5 0,-4 1 9 0,-1 2 10 16,-1 2 9-16,-3 2 10 0,1 1 4 16,-2 3 1-16,0 3-3 0,0 3-42 0,0 1-8 15,3 3 0-15,2 4 0 0,2 1 0 0,3 3 0 16,2 2 0-16,3 2 0 0,5 0 0 0,0 4 0 16,5-3 0-16,2 1 0 0,-1-2 0 15,5-2 0-15,-2 0 0 0,-1-4 0 0,3-4 0 16,-2-2 0-16,0-4 0 0,-3-3 0 0,0-3 0 15,-3-1 0-15,-2-4 0 0,-1-1 0 16,-3-3-39-16,-2-1-56 0,-2-2-48 0,-3 1-71 16,-3-1-90-16,-2 1-149 0,-2 0-243 0,-2 2-314 15,-2 0-289-15,0 1-192 0,-1 0 104 0,-5 0 578 16</inkml:trace>
  <inkml:trace contextRef="#ctx0" brushRef="#br3" timeOffset="-126917.39">7493 15795 70 0,'-9'-11'286'0,"3"0"142"15,-2-3 115-15,0-2-121 0,4 0-169 16,0 1-106-16,1-1-57 0,3-1-33 0,0-1-20 16,0 2-10-16,3 1-9 0,-1 1-9 15,1 2-9-15,-1 4 6 0,1-1 33 0,0 5 50 16,3 3 63-16,-1 1 66 0,-2 3 41 0,2-1 12 16,0 4-11-16,1 0-30 0,0 1-37 15,1 2-30-15,-1-1-10 0,-1-1-1 0,3 0-4 16,-2-1-1-16,0 2-5 0,-1-4 8 15,0 1-9-15,0-1-10 0,-2 0-13 0,1 0-14 16,-1-2-9-16,1 1-26 0,-3-1-19 0,1 0 1 16,1-2 3-16,0 0 34 0,1 3 16 15,-1-3 8-15,4 0 6 0,0 0 3 0,2 1-5 16,3 1-29-16,3-2-20 0,4 3-3 16,5 0-3-16,6 2-11 0,11-1 6 0,5 0 3 15,9 3 3-15,10 1-5 0,12 1-12 16,9 2-9-16,9 0-11 0,9 0-7 0,7 6-12 15,1 1-3-15,3 5 3 0,1 0 1 0,-4 7-3 0,-3 2-1 16,-4 7 3-16,-6 0-4 0,-7 3-2 16,-5 1-6-16,-7 0-7 0,-7 3-16 0,-5-5-22 15,-9 2-22-15,-4-4-15 0,-6-2-6 0,-8-1 2 16,-4-6 7-16,-6-3-6 0,-5-1-19 0,-5-5-19 16,-4-3-70-16,-4-5-141 0,-3-3-204 15,-5-3-272-15,-2-3-239 0,-3-4-214 0,-6-4 58 16,-4-5 447-16</inkml:trace>
  <inkml:trace contextRef="#ctx0" brushRef="#br3" timeOffset="-126462.05">7426 15548 472 0,'5'10'986'0,"-2"2"239"16,0 5-76-16,5 8-273 0,0 6-408 16,1 10-211-16,7 5-103 0,0 5-22 0,6 6-8 15,3 7 24-15,2 5 16 0,3 3-5 0,2 7 2 16,-1 3-26-16,4 2-24 0,-1 5-28 0,0 2-31 16,0 2-17-16,-3 2-14 0,-1 1-7 15,-1 1-4-15,-4 1-11 0,0-1-4 0,-4-3-4 0,1-2 0 16,-2-4 3-16,-2-2 6 0,-1-5 4 15,-1-3 0-15,0-4-1 0,-2-5-17 0,0-2-39 16,-1-7-50-16,1-6-43 0,1-5-66 0,-2-8-120 16,0-6-148-16,3-7-182 0,-2-7-243 0,2-3-231 15,-2-9-85-15,-1-3 260 0,3-8 418 16</inkml:trace>
  <inkml:trace contextRef="#ctx0" brushRef="#br3" timeOffset="-126167.91">8560 18060 417 0,'6'28'813'0,"0"-1"247"16,4-1 2-16,2-5-320 0,4-3-272 15,3-5-154-15,5-5-82 0,4-5-37 0,1-6 0 16,4-8 27-16,2-6 12 0,1-8-18 0,7-5-24 16,-2-9-19-16,5-7-32 0,1-7-41 0,5-7-44 15,-1-4-30-15,4-5-11 0,2-4-11 0,0 1-4 16,0 1-57-16,-1 0-84 0,-1 5-207 16,-3 6-281-16,-6 2-302 0,-2 9-371 0,-6 5-229 15,-6 5 205-15,-7 7 746 0</inkml:trace>
  <inkml:trace contextRef="#ctx0" brushRef="#br3" timeOffset="-124965.52">7753 15287 293 0,'11'11'508'0,"-1"0"166"15,4-2 79-15,4-2-298 0,2-1-192 16,7-3-95-16,1-4-6 0,7-2 79 0,3-6 49 16,6-3 42-16,4-6 14 0,7-3-1 0,5-6-50 15,5-7-78-15,8-1-55 0,4-6-54 0,2-2-43 16,4-2-29-16,0-2-9 0,2-1-18 0,-2 0-3 15,2 2-2-15,2-2-4 0,-2-1-1 16,2 2-6-16,-6-3-18 0,0 4-77 0,-5 2-132 16,-4 2-197-16,-4 5-281 0,-3 3-273 15,-5 8-204-15,-5 3 76 0,-2 6 415 0</inkml:trace>
  <inkml:trace contextRef="#ctx0" brushRef="#br3" timeOffset="-123745.56">8321 18031 181 0,'0'-8'414'15,"-2"-3"171"-15,4-6 125 0,4-2-170 0,3-8-142 16,6-8-49-16,5-8 36 0,4-10 16 0,3-13-34 16,9-9-48-16,4-12-52 0,4-11-68 15,10-17-85-15,6-11-39 0,5-15-19 0,9-13-11 16,7-15-26-16,7-7 0 0,6-6 3 0,2-10-61 15,-1-2-123-15,-2 6-139 0,-6 5-288 0,-8 6-268 16,-9 11-247-16,-10 6-44 0,-10 10 323 16,-12 11 404-16</inkml:trace>
  <inkml:trace contextRef="#ctx0" brushRef="#br3" timeOffset="-120820.99">9851 14751 127 0,'2'4'343'16,"1"-1"152"-16,2 3 129 0,0 2-138 15,4 3-125-15,1 2-54 0,2 3 11 0,4 4 38 16,2 2 24-16,2 4-2 0,5 2-20 16,2 4-34-16,3 5-52 0,0 7-58 0,5 3-48 0,-2 6-36 15,2 5-29-15,3 6-22 16,0 5-7-16,-2 6-1 0,2 4 9 0,0 5 8 16,0 3 5-16,1 0 26 0,-2 3 8 0,1 0-5 0,-3 2-14 15,0-1-22-15,1 2-15 0,-2-2-29 16,-2-3-18-16,1-1-11 0,-1-6-8 0,-2-3 3 15,0-8-4-15,-3-7-1 0,-3-8-6 0,1-10-39 16,-3-7-49-16,-3-9-48 0,-3-8-58 0,-2-10-122 16,-6-5-156-16,-2-7-190 0,-4-5-239 0,-4-6-231 15,-4-4-113-15,-2-5 247 0,-6-5 429 16</inkml:trace>
  <inkml:trace contextRef="#ctx0" brushRef="#br3" timeOffset="-119933.67">9666 14656 191 0,'-3'-1'504'0,"-2"-2"318"0,-2-2 239 15,0 2-153-15,-1-2-207 0,0 0-140 0,-1-2-71 16,3 3-65-16,-1-1-82 0,4 3-68 15,0 0-49-15,0 2-51 0,1 0-58 0,2 0-50 16,3 2-33-16,2 3-22 0,6 1-7 0,5 8-1 16,3 1 0-16,5 6 2 0,3 0 4 15,1 0 1-15,0 0 0 0,4-2-2 0,0-1 4 16,-1-8-5-16,1-1-2 0,-2-8-1 16,0-2-1-16,-3-6 4 0,-5-5 5 0,0-4 10 15,-5-4 7-15,-4 0 10 0,-5-5 11 0,-2-5 10 16,-4 4 10-16,-5 0 10 0,-5-2 4 0,0 4 2 15,-5 1-5-15,-4 0-7 0,-5 3-16 16,-5 1-9-16,0 0-11 0,-6 4-7 0,-2 2-7 16,-1 2-4-16,1 4-3 0,3 4-3 0,2 3-5 15,2 5-5-15,4 3-2 0,5 4-3 16,0 3-1-16,8 4 0 0,3 4 1 0,5 6-1 16,6 3 2-16,3 3-1 0,4 2 1 0,3 3-2 15,4-2-1-15,3-3 0 0,3-1 1 16,1-8-1-16,2-5-1 0,4-7 2 0,0-8 1 15,1-10 0-15,0-6-1 0,-1-9 1 16,-1-9 0-16,-3-3 0 0,-6-5 0 0,-2-3-1 16,-5-1 1-16,-2 0 2 0,-6 1 2 15,-5 1 2-15,-2 1 2 0,-6 5 4 0,-4 2 3 16,-6 4 1-16,-4-2 1 0,-5 4 1 0,-6 3 0 16,-2 4-1-16,-1 4-2 0,-2 4-3 15,2 6-3-15,4 6-1 0,2 7-3 0,3 10-4 16,6 4-2-16,4 7 0 0,6 5 0 0,6 5 1 15,5 3 0-15,5 0 1 0,3 3 0 0,8 1-1 16,0-2-2-16,4 0 0 0,1-8 0 0,1-6-1 16,5-5 0-16,0-8-1 0,1-8 2 15,0-6-2-15,2-10-6 0,-3-3-15 16,-1-7-28-16,-4-1-73 0,-2-3-130 0,-5 0-252 16,-3-2-314-16,-4 5-398 0,-3 1-476 0,-3 5-150 15,-2 4 644-15</inkml:trace>
  <inkml:trace contextRef="#ctx0" brushRef="#br3" timeOffset="-114205.95">9176 16252 7 0,'0'6'80'15,"0"-2"-26"-15,0 0-56 0,0-4-52 0,0-2-16 16</inkml:trace>
  <inkml:trace contextRef="#ctx0" brushRef="#br3" timeOffset="-112665.14">9033 16356 30 0,'-2'3'37'0,"0"-2"-13"0,2-1-10 15,-1 2-8-15,1-2 10 0,-2 0 4 16,2 1 7-16,-2-1 2 0,2 0 8 0,0 2 6 16,-1-2-8-16,1 2-3 0,-2-2-2 0,2 0-5 15,0 1-2-15,-1-1-6 0,1 1-7 0,-2-1-5 16,2 0 1-16,0 0-5 0,-2 2 0 15,2-2-1-15,-1 2 2 0,-1-2-2 0,2 1 1 16,0 0 0-16,-1 1-1 0,-1 1 0 0,2 0 2 16,0-2-2-16,-3 2 0 0,3 0 0 0,0 0 0 15,-1 0 1-15,1 0-2 0,-2 0 1 0,2 0 1 16,-2 0-1-16,1 0-1 0,-1-2 1 0,2 3 0 16,-1-2 1-16,-1 1 7 15,0-1 8-15,2-1 6 0,0 1 3 0,-1 1 4 16,-1-3-1-16,2 2-4 0,-1-2-10 0,-1 3-4 0,2-3-5 15,0 1-2-15,-2 1-3 0,2-2 0 0,0 0 2 16,0 1-2-16,-1-1 4 0,-1 0-4 16,2 2 0-16,0 0 0 0,0-1 0 0,-1 0 0 15,1-1-1-15,-2 2 1 0,2 0 0 0,0-1-2 16,0-1 1-16,-2 0-2 0,2 1-2 16,0 1 2-16,0 0 1 0,0-1 2 0,-2-1-1 15,2 1-2-15,0 1 0 0,0-1-3 0,-2-1-4 16,2 2-2-16,0-1 2 0,0 0-2 0,-2 1 0 15,2 0 2-15,0-1-2 0,0 1 1 16,0-1-4-16,-1 1 4 0,1-1 1 0,0 1 0 16,-2-2 3-16,2 1 0 0,0 1 9 0,-1-1-4 15,-1-1 1-15,2 1-6 0,0-1 1 0,0 2 0 16,-2-2-4-16,2 0 1 0,0 2-1 16,-1-2 6-16,-1 1-1 0,2-1 2 0,0 0 1 15,-1 1 0-15,1-1 1 0,-2 0-2 0,2 0 2 16,-2 0 0-16,2 0-1 0,-1 0 1 0,-1 0 1 15,2 0 0-15,-1 0-1 0,1 0 2 0,-2 0-1 16,2 0 0-16,0 0-3 0,-2 0 2 16,2 0 0-16,0 0-3 0,-2 2 4 0,0-2 1 15,2 2 3-15,0-2-3 0,0 0-1 0,-2 0 2 16,2 0-4-16,0 1 2 0,-1-1 0 0,-1 0 0 16,2 0-1-16,0 1-2 0,0-1 0 15,0 0-4-15,0 0-4 0,0 3-3 0,0-3-6 16,-1 0-4-16,-1 1-6 0,2-1-2 0,0 1 1 15,-2-1 0-15,2 1 4 0,0-1 5 16,-1 2 7-16,1-2 3 0,-2 3 4 0,2-3 2 16,0 2 3-16,-1-2 2 0,1 0-1 0,-2 3 3 15,2-3 0-15,0 1-1 0,-2-1 0 0,2 2 0 16,0-2 0-16,-1 1-1 0,1 1 0 16,-2 0 2-16,2-2 0 0,0 1-1 0,-2 0 0 15,2-1 0-15,0 2 0 0,0-2 1 0,0 2 1 16,0-2 3-16,0 0 4 0,-1 1 0 15,1-1 0-15,0 0-1 0,0 1 1 0,0-1-2 0,0 0 1 16,0 0 6-16,0 0 6 0,0 0 6 0,0 0 9 16,0 0 2-16,0 0-1 0,-2 0-6 15,2 0-4-15,0 0-9 0,-1 0-8 0,-2 0-1 16,3 2-1-16,-2-2 0 0,2 0-5 0,-3 0 1 16,3 0 1-16,-1 0 0 0,-1 0 2 0,2 0-4 15,0 0 4-15,-2 0-1 0,2 0 2 0,0 0 2 16,-1 0 0-16,1 0 4 0,-2 0 4 15,2 0 3-15,0 0 1 0,0 0-1 0,0 0-2 16,-1 2-4-16,1-2-3 0,-2 0 1 0,2 0-1 16,0 0 1-16,0 0 0 0,-2 1 3 15,2-1 0-15,0 0 0 0,-1 1-3 0,-1-1 0 16,2 2-3-16,0-2-1 0,0 0 1 0,-2 1 0 16,2-1 6-16,0 0 5 0,0 2 5 0,0-2 2 15,-1 1-2-15,-1-1-4 0,2 0-1 16,0 1-4-16,0-1-4 0,0 2 0 0,0-2 1 15,0 0 1-15,0 2-2 0,-1-2 1 0,1 1-1 16,0-1 0-16,0 2 3 0,-3-1-6 16,3-1 3-16,0 2-5 0,0-1-1 0,-2 1-4 15,2-2 0-15,0 1 3 0,0-1-3 0,0 0 0 0,0 2-2 16,0-2 0-16,0 1 0 0,0-1 0 16,0 0 0-16,0 1-9 0,2-1-10 0,1 0-41 15,-2 0-94-15,2 0-85 0,-1 0-11 16,0 0 31-16,-1 0 54 0</inkml:trace>
  <inkml:trace contextRef="#ctx0" brushRef="#br3" timeOffset="-109564.99">8349 18046 206 0,'-6'-3'495'0,"-2"-1"293"0,0 1 255 16,0 0-140-16,-3 1-174 0,2 1-92 15,-1 1-59-15,-1-1-94 0,3 1-108 0,-4 1-88 16,2 0-57-16,-1 1-69 0,0 1-59 16,1 1-32-16,0 1-15 0,2 2-12 0,0 1-11 15,1 0-2-15,4 3-3 0,-1 2-4 0,2 3-12 16,6 0-5-16,1 2-3 0,3 2-3 0,2 2 1 16,5-1-7-16,3 3-3 0,1-4-2 0,1 1-2 15,1-4 0-15,3 0-3 0,-1-4 5 0,-1-6 4 16,1-1 1-16,0-6 4 0,-2-6 9 0,-2-4-1 15,0-5 0-15,-3-5-1 0,1-5 1 0,-6-6-1 16,-2 0-6-16,-2-3 1 0,-4 0 2 16,-3-1 0-16,0 4 1 0,-5 0 0 0,-3 2 7 0,-1 4 6 15,-2 2 11-15,-5 4 8 0,0 4 8 16,-4 4 6-16,-1 4-1 0,-3 2-2 0,1 5-8 16,-1 5-5-16,3 2-6 0,-1 4-8 0,5 4-5 15,1 2-4-15,2 2-4 0,4 0-2 0,6 1-2 16,0 4-2-16,6 0 0 0,3 1-1 15,1 0-2-15,5-2 6 0,0-1 1 0,2 0-3 16,4-3-5-16,-1-3 0 0,3 0-1 0,-2-7 0 16,3-3 1-16,-2-4 0 0,2-2 2 0,-2-3 0 15,0-7 2-15,-2-5-4 0,-1-1-3 16,-2-5 5-16,-2-2 2 0,-3-2 1 0,-2-2 0 16,-2 0 2-16,-3 0 0 0,-4 3 0 0,0 0 0 15,-4 3 1-15,-2 1 0 0,-2 6 0 0,-3 1 2 16,-1 1 4-16,-2 6 4 0,0 0 1 0,-2 5 1 15,1 2 1-15,1 4-1 0,1 1-5 0,2 4-4 16,4 3-3-16,1 3-1 0,4 2-3 16,4 2-1-16,4 4 0 0,4-1-1 0,5 1 0 15,3 0-2-15,1 0 1 0,5-3-1 0,-2 0 3 16,3-4 2-16,0-1 2 0,-3-5 0 0,3-4 2 16,-3-4 1-16,-1-3-8 0,-1-4-3 15,-3-5-3-15,-1-3 0 0,-4-4-1 0,-2-2 0 16,-4-2 5-16,0-1 3 0,-6 0 1 0,0-2 1 15,-4 1 0-15,-1 1 2 0,-4-1 0 0,1 4 0 16,-4 1 0-16,-2 2 1 0,0 3 0 16,-1 4-1-16,-2-1 0 0,2 5 2 0,-1 2 2 15,-1 4 0-15,4 0 1 0,-1 6-1 0,2 2 1 16,3 2-4-16,2 2-2 0,2 1-2 0,2 3-1 16,3 0-1-16,0 0 1 0,6-1-1 15,-2 1 0-15,4 0 0 0,2-2-1 0,1 1 0 16,2-3-1-16,2 0 0 0,-1-3 0 0,4 0-1 15,-2-4 1-15,3-2 1 0,-2-5-1 0,0-2 2 16,-1-6 0-16,0 0 1 0,-1-5 1 16,-2-4-1-16,-2 0 1 0,-2-5 0 0,-1 0-1 15,-4 0 1-15,-1-2 2 0,-3-1-1 0,0 3 2 16,-5 3 1-16,0 0 0 0,0 3 0 0,-4 3 0 16,1 4 4-16,-4 1 3 0,0 4 1 0,-1 2 2 15,-2 5-1-15,0 2-1 0,2 4-3 16,-2 1-5-16,4 2-3 0,3 4-1 0,0 1-1 15,1 1-1-15,5 0-2 0,2 1-1 0,2 0 0 16,2-1-1-16,1-2-1 0,3-2-5 0,1-1-10 16,1-3-18-16,2-3-26 0,-3-3-49 15,2-2-75-15,0-4-130 0,1-1-213 0,-1-1-294 0,-1-5-342 16,-1-2-324-16,-1-1-126 0,1-3 472 16,-4-3 681-16</inkml:trace>
  <inkml:trace contextRef="#ctx0" brushRef="#br3" timeOffset="-104716.39">7704 15412 223 0,'-1'-4'404'0,"-1"2"217"0,0 1 141 16,1-2-16-16,-1 3-42 0,1 0-71 15,-1-2-81-15,2 2-88 0,0-1-112 0,0 1-87 16,0 0-62-16,0 1-37 0,0-1-26 16,0 2-29-16,2-2-27 0,-1 0-23 0,1 0-20 15,1 0-19-15,2 0 25 0,1-2 18 16,2 2 16-16,0-1 9 0,3 0 4 0,3-3 0 15,1 1-20-15,3 0-13 0,-2-1-13 0,6-1-14 16,0 0-5-16,2-1-5 0,2-1-11 16,1 1-7-16,-1 0-3 0,4-2 1 0,0 3-2 15,0-1 1-15,2 0 0 0,0 1 2 0,-1-1 0 16,1 3 1-16,1 1 2 0,-1 0 4 0,-2 0 2 16,3 2 2-16,-3 2 3 0,0 1 2 15,0 1-1-15,-1 2-1 0,-3 2 0 0,-2-1 0 16,1 2 0-16,-4 2 0 0,1 1-1 15,-3 1 0-15,-1 1 1 0,0 2 0 0,-3 1-2 16,2 3 0-16,-4-1-1 0,2 2-2 16,-2 1-2-16,-2 3-2 0,2-2-3 0,-3 1-2 15,2 0-3-15,-4-1-1 0,3-1-2 0,-2-3 1 16,-1 0-2-16,2-1 2 0,-4-2 0 16,2-1 0-16,-2-2-2 0,1 0 1 0,-2-2 0 15,-1-4 0-15,0-1-1 0,-3-1 0 0,4-1 1 16,-4-1 1-16,1 0 1 0,-1 0-1 15,-1-2 2-15,2 0 0 0,-2 1-2 0,0 0 0 16,2-1-2-16,-2 2 2 0,1-1-1 16,1 4-1-16,-1-1 1 0,3 3 0 0,-3 0 0 15,2 1 0-15,-1-2 0 0,1 1 0 0,0-1 0 16,0-2 0-16,-3-1-1 0,2-1 0 16,-2-2-1-16,0 1 2 0,0-4 1 0,0 1 0 15,-2-4 0-15,2 0-1 0,-3-1-1 0,0-2-4 16,0 2-7-16,0-1-10 0,1 1-15 15,-3 1-26-15,2 1-50 0,-2 1-60 0,-1 3-52 16,0 0-62-16,1 0-97 0,0 3-119 16,-1 0-97-16,3 2-169 0,-2-1-233 0,-1 0-160 15,1 4 75-15,0-4 321 0,2 2 361 0</inkml:trace>
  <inkml:trace contextRef="#ctx0" brushRef="#br3" timeOffset="-104212.59">8621 15877 135 0,'0'0'550'0,"0"0"406"15,0-1 223-15,0 1-159 0,0-2-278 16,0 2-195-16,0 2-134 0,0-2-88 0,2 1-49 15,-1 1-32-15,1-1-34 0,1 4-30 16,1-1-35-16,0 4-32 0,2 1-28 0,-1 2-23 16,3 2-11-16,0 2-9 0,1 1-7 0,-1 2-7 15,2 1-5-15,1 0-3 0,-2-3-1 16,1 3-3-16,2-3 0 0,-2-1 0 0,1-2 0 0,2-1 1 16,-4-2-1-16,1-1 1 0,2-2 1 15,-2-3 3-15,-1 1 3 0,2-4 4 0,-3-2 4 16,0 0 3-16,-1-4 2 0,0-1-3 15,1-2-2-15,-3-3-2 0,0 1-5 0,1-2-2 16,-1-1-3-16,-1 1-1 0,1-1 1 0,-3-2-1 16,3 2 0-16,-2 0-2 0,0 0-1 0,0 0-2 15,-1 0-3-15,2-1-3 0,-2 2-1 16,-2-1-1-16,0 1 0 0,0 0-2 0,0-1 0 0,0 0-1 16,-2 1 0-16,-2 2 0 0,2-1 0 15,-2 3 0-15,0 1 0 0,1 1-2 0,0 1 1 16,1 2-2-16,-1 0-1 0,-2 3 0 15,1 0-2-15,-1 4 0 0,2-2-2 16,1 3-4-16,-1 0-11 0,0 1-22 0,1-2-40 16,2 2-81-16,-3-1-135 0,0-1-246 0,0-1-314 15,1 0-372-15,-1 2-384 0,2-2-81 16,-1 0 581-16</inkml:trace>
  <inkml:trace contextRef="#ctx0" brushRef="#br2" timeOffset="-97235.8">8512 16434 165 0,'0'4'395'0,"2"1"174"0,-2 0 125 15,-2-1-178-15,2-1-134 0,0 0-54 16,-1 0-12-16,-1-1 15 0,2 2 7 0,-3-3-10 16,1 1-32-16,-1-1-46 0,0-1-38 0,0 0-36 15,-2 0-38-15,-3-1-25 0,0-1-10 16,2 1 15-16,-4-1 34 0,1-2 32 0,-1 1 15 0,-1 0 0 15,-1 0-10-15,1 0-26 0,-3 2-37 16,1-3-37-16,0 3-19 0,-1-2-13 0,-1 1-7 16,2-1-10-16,0 2-5 0,-1-2-6 0,-1-2-8 15,1 2-5-15,0-3-7 0,-3 0-3 16,1-1-4-16,-3-2-3 0,1 0 0 0,-1-3 0 16,-3 0 2-16,1-3 0 0,-4-2 1 0,-2-1 1 15,1 0 0-15,-3-3 2 0,-1 0-3 0,0 2 2 16,-1-4 1-16,1 4-1 0,0-2-1 15,-1 3 0-15,1 0 1 0,2 0 0 0,1 3-1 16,-2-2 0-16,2 4 0 0,2-2-1 0,2 5-2 16,3-3-2-16,0 3 1 0,3 0 0 0,2 2 1 15,1 1-1-15,3-3 0 0,1 3 1 16,1-1 0-16,1 1-1 0,2-1-1 0,1 2 2 16,0-1 0-16,-1 0 0 0,3 2 1 0,0-1 1 15,0 2-1-15,-1-1 0 0,3 0 0 16,-2 1-1-16,1 1 1 0,-1-1-1 0,1 0 0 15,-1 2 0-15,0-1 2 0,2 1-1 0,-1 0-1 16,0 0 1-16,2 2-1 0,-1-1-1 0,1 1-2 16,0 0 1-16,-2 0-2 0,2 0 0 15,0 0 1-15,0 0 2 0,-1 0-1 0,1 1 2 16,-2-1-1-16,2 0 0 0,0 0-1 16,0 0-2-16,-2 0-1 0,2-1-2 0,0 1-5 15,-1-1-12-15,1 1-16 0,-2-2-39 16,1 2-56-16,-1 2-51 0,0-2-73 0,-1 2-119 15,0 2-146-15,0 1-203 0,0-2-233 16,1 4-221-16,1-3-73 0,-1 1 277 0,1-1 434 16</inkml:trace>
  <inkml:trace contextRef="#ctx0" brushRef="#br2" timeOffset="-96832.41">7301 15984 156 0,'0'1'429'0,"0"-1"208"0,0-1 139 0,-2 1-142 16,2-3-145-16,0 1-65 0,2-3-20 0,-2-1-9 15,0-1-21-15,-2-2-39 0,1-3-56 16,-1-3-52-16,2-1-24 0,-1-7-12 0,1-1 7 15,0-1-5-15,0-6-14 0,1 2-15 0,-1-2-30 16,2 0-33-16,1 0-33 0,0 3-19 16,-1 5-12-16,1 2-15 0,-1 2-11 0,2 5 1 15,-1 3 1-15,0 4 8 0,2 2 6 16,-2 4 7-16,2 4 6 0,2 1-3 0,0 7-3 16,-2 1-8-16,3 5-6 0,-1 0-9 15,-1 1-2-15,3 1-5 0,-2 2-2 0,-1 0-3 16,2-3-1-16,0 2-3 0,-2-2-2 0,2-1-12 15,-3-4-52-15,-2 1-68 0,0-6-128 16,-3 0-228-16,3-4-305 0,-3-4-349 0,0 0-288 16,-3-2-106-16,-2-3 488 0,1 0 657 15</inkml:trace>
  <inkml:trace contextRef="#ctx0" brushRef="#br4" timeOffset="-76131.55">19886 5447 294 0,'4'1'602'0,"-4"-1"266"0,0 1 132 15,0-1-241-15,0 0-198 0,1 0-132 0,-1 0-95 16,0 0-73-16,0 0-62 0,2 0-64 16,-2 0-48-16,1 0-37 0,1-1-10 0,0 0-5 15,1-1 2-15,0-1 3 0,0 1 7 16,3-2 44-16,-3 4 14 0,2-2 8 0,0-1-5 15,0 3 39-15,-2-2 7 0,5 2-32 0,-5-1-19 16,0 1-16-16,0 0-3 0,1 0-39 0,-3 0-17 16,4 0 1-16,-2 0 0 0,0 1 0 15,1-1 0-15,0 0 0 0,-1 0-3 0,2 0-9 16,-2 0-7-16,2 0 0 0,-2-1 4 16,0 1 3-16,1 0 4 0,0-1 1 0,-1 1 1 15,0-2 0-15,1 0-9 0,-1 2-4 0,2-1-3 16,-2 0-1-16,0 1-2 0,5-4 0 15,-4 4 0-15,1-1 1 0,0 0-2 0,3-1 1 16,0 2 0-16,-4-2 0 0,4 1 0 16,-1 0-1-16,1-1 0 0,-1 1 0 0,2-1 1 15,-1 1 7-15,1-2 4 0,-1-2 2 0,0 2 4 16,1-1-2-16,1-2 1 0,-2 2-6 0,1-2-4 16,-1 1-3-16,1-1-1 0,-1-1-2 15,-1 1-1-15,2 2-1 0,-3-2-2 0,2 0 2 16,-1 2-2-16,-1-1 0 0,3 0-1 15,-4 1 0-15,3 0 1 0,-1 1-1 0,0 0 0 16,0 0 1-16,-1 0 0 0,2 0 0 0,0 0 0 16,-2 0 1-16,2 0 0 0,0 1-1 15,1-3 0-15,-1 3 1 0,-1-2-1 0,1 0 1 16,1 1 0-16,-3-2 1 0,2 1 0 16,0 0-1-16,0-1 1 0,0-1 1 0,0 2-1 15,-1-2-1-15,2 2 0 0,-1-2 0 0,-2-2 0 16,2 0-1-16,1 0 1 0,-1 1 0 15,-1-2-1-15,-1 0 0 0,3 0 0 0,-2 0 0 16,-1 2 0-16,2-2 2 0,0 1-1 16,-4 0 2-16,3 1-2 0,-1 0 1 0,1 1-1 15,0-2-1-15,-2 1-1 0,2 1 1 16,-3 0-1-16,1-2 0 0,3 1-1 0,-2 0 2 16,1 0 1-16,-1 0-1 0,1-1 1 0,0 1 0 15,-1-2 0-15,-1 0 0 0,2 1-1 0,-1 1 0 16,2-1-1-16,-2 0-1 0,-1-2 0 15,1 1 1-15,-1 2 1 0,3-2 1 16,-4 2-1-16,3-3 1 0,-2 3-1 0,1-1 0 16,2-3 0-16,-4 3-1 0,3-1 1 0,-1-2 0 15,2 1 1-15,0-1 0 0,-2 1 0 16,2-2-1-16,0 1 0 0,3-2 0 0,-3 1 0 16,0 0 0-16,3-2 0 0,-3 2 0 0,0 0 0 15,0-1 1-15,1 1 1 0,-2 0-1 16,-1 0 1-16,1-1 0 0,-3 3-1 0,4-2 0 15,-3 2-1-15,0-2 1 0,-1 1 5 0,1 1 5 16,3-2 3-16,-4 1 0 0,1-1 1 0,0 0 0 16,0 0-6-16,0 0-2 0,0 1-2 15,2-4-2-15,0 4 1 0,-3-3 0 0,3 1-2 16,0-2 0-16,0 2-2 0,-1-3 1 0,2 1 0 16,-1 0 0-16,2 0 0 0,-1 1 1 15,-2-3 1-15,2 3-2 0,0-1 1 0,-2 0-1 16,1 1 1-16,-1-1-2 0,2 0 2 15,-2 1-1-15,1-1-1 0,-3-1 1 0,3-1 0 16,0 0-1-16,1-1 0 0,-1 1-1 16,-1 0 1-16,3-2-1 0,1 1 0 0,0-3-1 15,0-1 1-15,0 1 0 0,0 0 0 0,-2 1-1 16,2 0 1-16,-2-1-1 0,1 2 2 0,0 0 0 16,-5 0-1-16,3 3 1 0,-1-3 1 15,-1 2-1-15,3 1 0 0,-4-2 1 0,1 2 0 16,2 0 0-16,-1-2 0 0,2 0 1 15,-4 4 0-15,5-3 0 0,-5 0-1 0,4 1 0 16,0 1 1-16,-2-1-2 0,1 1 0 16,-1-4 1-16,1 4 0 0,0-1-1 0,0-2 0 0,-1 1 1 15,0-2-1-15,-1 1 1 0,1 0 0 16,-3 0-1-16,1 0 0 0,-3 1 1 0,2 1 0 16,-3 2-1-16,0-3 1 0,0 5 1 0,0-2-1 15,-1 1 0-15,-1 1-1 0,1-1 0 16,1 2 0-16,-2-1-2 0,0-1 1 0,2 2-1 15,0-1-1-15,0 0 1 0,0-3 0 16,2 3-1-16,0-2 0 0,2-2 0 0,0 1 1 16,-1-3-1-16,0 4 1 0,3-2 0 15,-1-1 1-15,0 2 1 0,-1 0 0 0,0-3 0 16,1 3 1-16,-1 0 0 0,1 1 1 0,-2 1-1 16,0-4-1-16,0 4 2 0,0 0-2 0,1 0 1 15,-1-2-1-15,0 2 0 0,0-1 1 16,2 3-1-16,-1-3 0 0,0 2 1 0,-3-1-1 0,3 2 1 15,-1-1 0-15,0 2-1 0,0-1 1 16,-1-1 0-16,1 0 0 0,1-2-1 0,-1 2 1 16,-1-1-1-16,1 1 0 0,1-1-1 0,-3 0 0 15,2 1 1-15,1 0 0 0,-3 2 0 0,1 0-1 16,1-1 1-16,-1 1-1 0,4-1-1 16,-5-1 0-16,2 1 0 0,2-2-1 0,0 1 1 0,0-1 1 15,0 1-2-15,2-2 1 0,-2 1-1 16,1-1 1-16,-1-1-1 0,2 1 0 0,0 1 1 15,0-2 1-15,-3 0-1 0,1 2 2 0,0-2 0 16,3 3-1-16,-4-2 1 0,1 0-1 16,0 3 1-16,-2-3-1 0,2 4 1 0,-2-1 1 15,2 0 0-15,-4 4 0 0,2 0 0 0,1-1-1 16,-3 4 0-16,1-2 0 0,0 1-1 0,-1-1 0 16,2 2 0-16,1 0-1 0,-3-2 1 15,2 1 0-15,3-1 0 0,-1-1 0 0,0 1 1 16,0 0 1-16,1-1 0 0,1 0 0 0,2-1 1 15,-1 1 0-15,1-2 0 0,1 2 0 16,-1-1-2-16,1 0 1 0,1 2-1 0,-3 2-2 16,1-2-5-16,2 2-3 0,-1 0-2 0,-1 3 0 15,-1-1 0-15,5 1-1 0,-5-1 6 0,1 2 4 16,4 0 2-16,-4 0 0 0,1 2 1 0,1-1 0 16,-2 1 0-16,1-1-1 0,-1 1 0 15,2-1 0-15,-1 2 1 0,1-1 0 0,-2 0-1 16,1 2 2-16,2-2 0 0,-2 2 1 0,0-2-1 15,0 3 0-15,0-3 6 0,1 4 3 0,0-1 0 16,0-1 2-16,-1 2 0 0,2-2 2 16,0 2-7-16,2 0-4 0,-5 2 0 0,2-1-2 15,0 1-2-15,0-1 1 0,1 1 0 0,-2 3 2 16,0-1 1-16,0 0 1 0,0 2 3 0,-2 0-1 16,1 0 1-16,0 2 0 0,-3 1-2 15,1 0 1-15,1 1-2 0,-4 0 0 0,4 2 0 16,-3-2-1-16,1 0-1 0,1 2 1 0,-1-1-2 15,2 1 1-15,-4 0-1 0,3-1 1 0,-1 0 0 16,-1 0 0-16,3 1 0 0,-4-2 1 0,1 2-1 16,2-2 4-16,-3 1 1 0,1-2 2 0,1 1 0 15,-1 1 0-15,0-2-1 0,0 0-3 16,0 0-2-16,-2 2-1 0,3-2-1 0,-3 0 0 16,2 0-1-16,-2 0 0 0,2 1-1 0,-2-2 1 15,0 3 0-15,0-1 0 0,2 0 0 0,-4 1 0 16,2-1-1-16,1 2 0 0,-3-1 1 0,3-1 0 15,-3 1 0-15,2 0 1 0,1-1-1 16,-3 0 2-16,2 2-1 0,2-2 0 16,-4 1 1-16,1 1-1 0,-1-1 1 0,3-2-1 15,-3 4 0-15,1-2 0 0,0 1-1 0,-1 1 1 16,1-2-1-16,-1 1 0 0,3-2 1 0,-4 2 1 16,1 1-1-16,-1-2 0 0,3 0 0 0,-1 1 0 15,0-1 0-15,0 0 0 0,0 0-1 16,0-1 2-16,-1 1-2 0,1-1 1 0,-1 1-1 15,3-1 0-15,-3-1 0 0,-1 4 0 16,3-3 0-16,-1-1 0 0,0 3 1 0,-1-2 0 16,-1 2-2-16,2-1 0 0,-1 0 0 15,1 0 1-15,0 1 0 0,-2-1 0 0,2-1 0 16,-2 0-1-16,2-1 0 0,0 0 1 0,-1 1 0 16,-1-3 0-16,3 1 1 0,-3-1 0 15,2 1 1-15,0-2 0 0,-1 2 0 0,1-3 0 16,-1 1 0-16,1 0-1 0,0 1 0 0,1-3 4 15,-2 2 1-15,3 0 2 0,2-2 1 0,-5 2 1 16,4-2 0-16,-2 1-3 0,0 0-3 16,2 1 0-16,-1 0-1 0,0-2 0 0,1 1-1 15,-2 1 2-15,0-1 0 0,0 2-2 16,0-1 2-16,1 1 1 0,-3-1 0 0,3 2 1 16,-1-1 0-16,-2 2 1 0,1-1 0 0,1-1 0 15,-2 1 0-15,2-1 0 0,-1 1-1 16,0-1 1-16,-1-1-2 0,3 2 1 0,-3-3-2 15,2 1-1-15,-1 1 0 0,1-2-1 16,-1 0 0-16,1 0-1 0,1-1 0 0,-1 1 0 16,1 0 0-16,-1-3-1 0,0 3 1 15,0-1-1-15,1-1 0 0,-3 0 0 0,4 2 1 0,-1 0 0 16,-1-3-1-16,1 3 2 0,1-2 1 16,-2 3-1-16,2-2 2 0,-4 0-2 15,4 1 1-15,-1-1 1 0,1 0-1 0,-2 1 1 16,1-3-1-16,0 1 2 0,0-1-1 0,0-1 0 15,0 0 0-15,2 2 0 0,-3-3 1 0,2 1 0 16,-1-1 0-16,0 0 1 0,1 0-1 16,-1 0 1-16,2-2-1 0,-1 2 0 0,0 0 1 15,0 0-1-15,0 1 2 0,1-1 0 16,1 5 1-16,-2-3 0 0,3 1 0 0,-3 1-1 16,3 1-1-16,0-1 0 0,-3 2-5 0,3 1-1 15,-4-3 0-15,5 2 0 0,-4-2 0 16,2 1 0-16,-1-1 0 0,1 1 0 0,0-4 0 15,-2 1 0-15,1 3 0 0,-1-4 0 0,2 0 0 16,-1-1 0-16,-2 0 0 0,1 0 0 16,0-1 0-16,0 1 0 0,0 0 0 15,2-1 0-15,0 0 0 0,-3 0 0 0,1 1 0 16,2 0 0-16,-1 0 0 0,2 1 0 0,-4-1 0 16,3 0 0-16,-1 2 0 0,2-3 0 0,-2 3 0 15,2 0 0-15,-1-1 0 0,0-1 0 16,1 2 0-16,-1-2 0 0,-1 1 0 0,3 0 0 15,-1 0 0-15,-1 0 0 0,-1-1 0 0,2 0 0 16,1 2 0-16,-2-1 0 0,-1-2 0 16,2 1 0-16,-2 0 0 0,1 0 0 0,1-2 0 15,-3 1 0-15,-1 1 0 0,2-3 0 16,1 1 0-16,-3-1 0 0,1 1 0 0,-1 0 0 16,0-2 0-16,2 0 0 0,-1 1 0 15,-2-2 0-15,2 2 0 0,0-2 0 0,-2 0 0 16,5 2 0-16,-5 0 0 0,2-1 0 0,0-2 0 15,-1 4 0-15,1-1 0 0,-2 1 0 0,3-2 0 16,-1 2 0-16,-2-3 0 0,2 2 0 16,0 0 0-16,0-2 0 0,0 1 0 0,-1-2 0 15,1 1 0-15,0-1 0 0,-2 0 0 16,2 0 0-16,-2 0 0 0,2 0 0 0,-1 0 0 16,-1 0 0-16,2 0 0 0,-2 0 0 0,0 2 0 15,2-1 0-15,-1 2 0 0,0-1 0 16,2 1 0-16,-1 1 0 0,0-1 0 0,0 1 0 15,0 1 0-15,-1-2 0 0,2 1 0 16,1 1 0-16,-2-2 0 0,-1 0 0 0,1 2 0 16,3-2 0-16,-4 0 0 0,1-1 0 0,0 0 0 15,0 2 0-15,1-3 0 0,-1 0 0 0,-1 1 0 16,1 0 0-16,-1-1 0 0,0 0 0 16,1-1 0-16,0 2 0 0,1-2 0 15,-3 0 0-15,4 0 0 0,-3 0 0 0,1 0 0 0,0 0 0 16,1 0 0-16,0 0 0 0,-1 0 0 15,2 0 0-15,-2 1 0 0,2-1 0 16,-1 2 0-16,-1-1 0 0,2 0 0 0,-2 1 0 16,1 1 0-16,0 2 0 0,0-1 0 0,1-1 0 15,-2 3 0-15,-1-1 0 0,4-3 0 16,-3 3 0-16,1 1 0 0,-1-4 0 0,1 1 0 16,0 0 0-16,1 0 0 0,-2-1 0 0,-1 0 0 15,3-2 0-15,0 2 0 0,0-2 0 16,-1 0 0-16,1-2 0 0,1 1 0 0,1 0 0 15,0-3 0-15,-1 3 0 0,2-2 0 0,-1 0 0 16,1 3 0-16,1-2 0 0,-2 2 0 16,1 0 0-16,1 0 0 0,-2 0 0 0,-1 0 0 15,2 0 0-15,1 0 0 0,-3 2 0 0,1-2 0 16,1 3 0-16,-1-2 0 0,-1 1 0 16,1 1 0-16,-1 0 0 0,0 0 0 0,0 0 0 15,2 0 0-15,-4 1 0 0,2-1 0 16,0 0 0-16,0 2 0 0,0-2 0 0,-2 0 0 15,-1-2 0-15,1 2 0 0,0-1 0 16,1-1 0-16,-2 0 0 0,-1 1 0 0,1-2 0 16,3 0 0-16,-4 0 0 0,3 0 0 0,-2-2 0 15,1 1 0-15,2 0 0 0,0-1 0 0,-2-1 0 16,1 0 0-16,1 0 0 0,-1 0 0 16,0 0 0-16,1-1 0 0,-4 1 0 0,6 0 0 15,-6 0 0-15,3 2 0 0,-1-3 0 0,1 4 0 16,0 0 0-16,0 0 0 0,-3 0 0 0,1 2 0 15,0 0 0-15,0 0 0 0,1 0 0 16,-1 1 0-16,-2 0 0 0,0-2 0 16,0 1 0-16,-1-1 0 0,0 0 0 0,-1 1 0 0,-1-2 0 15,0 0 0-15,0 0 0 0,0 0 0 16,-1 0 0-16,-1-2 0 0,-1 1 0 0,1 0 0 16,-3-1 0-16,4 1 0 0,-3-2 0 15,0 2 0-15,-1-1 0 0,1 0 0 0,-1 1 0 16,-3 0 0-16,1-3-138 0,-3 3-328 15,-2-2-311-15,4 3-403 0,-3 2-494 0,2 0-329 16,-1 2 560-16,3 0 972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5-01-13T07:41:11.867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1348 1240 55 0,'5'-8'281'0,"-2"-3"159"16,2 1 147-16,0 0-58 0,2 1-65 0,1 0 15 0,-1 2 46 15,-1 0 11-15,-4-1-12 0,-1 0-11 0,1 4-39 16,2-1-84-16,3 5-80 0,-2-3-57 0,-2 1-41 0,0 2-46 15,0 2-47-15,0 1-18 0,-1-1-13 0,2 4-4 16,0 5-4-16,-1 3-8 0,2 7-5 0,-1 6-8 16,1 6-10-16,0 5-12 0,1 7-5 0,0 3-4 15,-1 4-5-15,-2 3-1 0,2 4-4 0,0 1-3 16,1 0-4-16,-1 0-4 0,1-3-2 0,-1-3-2 0,2-4-3 16,-3-5 0-16,4-6-2 0,-2-6 0 15,-1-7-1-15,0-2 0 0,0-9 0 0,-2-1 3 0,1-4 2 16,-2-4 3-16,-2-4 3 0,0-5 1 15,0-8 2-15,-2-3-2 0,-2-9-1 0,1-4-2 0,-2-3-3 16,0-6 0-16,-3-2 0 0,0-2-2 0,-1-2 2 16,-1-2-2-16,1-1 1 0,-2-4-1 0,1 1 1 15,1 2 0-15,1-1-2 0,0 1 2 0,3 5-1 16,2 5 0-16,0-1-2 0,1 5 0 0,2 3 0 0,0 3 0 16,0 2-1-16,0 4-1 0,3 1 1 0,2 2-1 15,-2 2 0-15,4 1 1 0,-1 1-1 0,3 3 2 0,1 0-1 16,4 2 1-16,-3 2-1 0,4 0 2 0,2 1-1 15,-1 4 2-15,3-1 0 0,1 2 0 0,1 3 1 0,-2 2 1 16,3 1-1-16,-3 1 1 0,1 4 0 16,-1 1 1-16,-1 1 2 0,-1 1 0 0,-1 5 1 0,-2 1 3 15,-1 1 3-15,-1 1 3 0,-4 3 2 0,-1 3 2 16,-1-1 3-16,-4 1 1 0,1 2 0 0,-3 2-1 16,-3-1 0-16,-2 1-3 0,0 1-2 0,-3-2-2 0,-1 1-4 15,1-2-1-15,-2 0-2 0,1-1-1 16,-2-1-2-16,1-3-1 0,2 1-1 0,-1-5-2 0,4 2 0 15,-1-4-2-15,1-1 0 0,2-3 0 0,1 3 0 16,2-4 0-16,0 0 0 0,2 1 0 0,1-3-1 16,2 1-1-16,1-1 1 0,1-3-1 0,2 2-1 15,2-4 0-15,-1-1 0 0,5-1-1 0,-2-2 1 16,3 0 0-16,0-6 1 0,4 0-1 0,-1-3-3 16,0-1-8-16,2-4-12 0,-2-1-18 0,0-2-25 15,1 1-33-15,-2-4-66 0,-1 1-66 0,-1 0-117 0,-2-2-164 16,-3-1-281-16,0 0-312 0,-3 1-233 15,-3-3-130-15,1 2 340 0,-1-2 575 0</inkml:trace>
  <inkml:trace contextRef="#ctx0" brushRef="#br0" timeOffset="301.35">2145 1599 264 0,'1'22'828'0,"1"7"376"0,-2 1 29 0,0 3-233 15,0 3-302-15,3 0-210 0,2 3-123 0,3-2-63 16,1 1-44-16,1-1-44 0,0-2-57 0,2-1-61 15,2-4-37-15,4-2-27 0,-1-6-23 0,5-5-9 16,0-5-2-16,2-2-4 0,3-6-2 0,-2-7 3 0,2-3 8 16,0-6 3-16,-2-4 1 0,-4-4 1 0,1-2 1 15,-5-4 9-15,-2-1 9 0,-4 0 13 16,0-3 12-16,-6 2 10 0,-4-1 8 0,-4 0-7 16,-5 4-4-16,-4-2-11 0,-6 2-12 0,-3-1-8 15,-4 3-7-15,0 1-4 0,-3 3-3 0,-2 4-4 16,1 2 5-16,-4 6-1 0,4 2-2 0,-1 7-3 15,2 4-6-15,1 4-4 0,5 4-6 0,0 3-5 16,6 2-1-16,2 0-3 0,4 5-3 0,5-4-13 16,4 3-11-16,2-4-34 0,6 1-69 0,1-4-76 15,6-2-136-15,2-2-196 0,3-5-310 0,1-1-320 16,4-6-220-16,1 0-54 0,2-6 472 0,0-3 564 16</inkml:trace>
  <inkml:trace contextRef="#ctx0" brushRef="#br0" timeOffset="576.29">2643 1642 161 0,'11'-12'575'16,"-3"3"338"-16,1 1 136 0,-2 2-114 0,-1-2-257 0,1 3-199 16,2-1-145-16,-1 0-86 0,0 3-42 15,-2-1-73-15,3 0-39 0,1 3-21 0,-2 0-16 16,3 1-4-16,-1 0-6 0,-2 0 44 0,2 1 29 16,-2 2 19-16,0 1 7 0,-1 1 11 0,2 2 4 15,-4 3-35-15,1-1-28 0,-4 4-20 0,-1 4-9 16,-2 1-11-16,-1 4-6 0,-1 2 0 0,-3 3-3 15,-2 3-6-15,2-1-3 0,-1 2-8 0,1-1-7 16,1-2-6-16,-1 2-8 0,3-2-4 0,1-3-4 16,1-1-1-16,2-1-3 0,-1-4-2 0,3 1 1 15,3-5-1-15,-1-2 5 0,2-1 1 0,1-2-1 16,1-2-16-16,0-2-37 0,3-3-74 0,-3-2-93 16,2-1-165-16,-1 0-297 0,-2-1-325 0,2-2-335 15,-2 0-188-15,-1 0 144 0,-2-1 650 16</inkml:trace>
  <inkml:trace contextRef="#ctx0" brushRef="#br0" timeOffset="1651.02">3171 2128 210 0,'-5'4'584'0,"2"2"343"0,-2-4 195 15,1 2-191-15,1-2-256 0,-2 0-172 16,3-1-127-16,1 1-93 0,-1-1-80 0,2-1-61 0,0 0-40 16,0-3-31-16,5-2-26 0,0-3 10 0,4-7 26 15,1 0 16-15,1-6 9 0,4-5-3 16,0-2-2-16,2-4-24 0,1-1-25 0,-1-1-9 16,2-2-7-16,-2 0-3 0,0 1 6 0,-2 2 10 15,-1 5 6-15,-3 1 7 0,-1 6 14 0,-3 1 14 16,-2 7 3-16,-2 1-2 0,1 4-8 0,-1 1-11 15,-3 2-17-15,1 4-17 0,-2 1-13 0,1 2-13 16,-2 4-6-16,-3 7-6 0,2 5-3 0,-2 6 2 16,1 2-1-16,1 5 1 0,3 3 0 0,0 1 1 15,0 1 0-15,3 0 0 0,1-2-1 0,1-2 0 16,0-2-1-16,0-4 0 0,3-2-1 0,1-5 0 16,-1-3 0-16,2-6 0 0,2-2 1 0,-1-4 2 15,2-5 0-15,-1-4 3 0,3-3 0 0,-1-7 0 16,2-3 0-16,-2-3-1 0,2 0 0 0,-2-3-1 15,-1-2 0-15,-2 2 1 0,1 1-1 0,-2 2 0 16,-3 2 1-16,0 1 1 0,-1 3-1 0,-1 4 1 16,-2 1-1-16,-1 1 1 0,1 5-1 15,-1-1 0-15,0 2-2 0,-1 2-1 0,-1-1-1 16,3 5 0-16,-3 0 0 0,3 5 0 0,-1 4 1 16,1 3 1-16,-2 1 0 0,3 2-1 0,-1 0 1 15,3 2 0-15,-1-2-1 0,0-1-1 0,1 0 0 16,0-3 1-16,2-1-1 0,-1-4 0 0,0-3 0 15,3-2 1-15,0-4 1 0,0-2 0 0,3-7 6 16,0-5 3-16,3-4-4 0,-2-4-1 0,3-2-2 16,-2-3-1-16,0 1-5 0,-2 2-2 0,-1 2 3 15,-2 3 2-15,-2 5 1 0,1 0 0 0,-4 5 0 16,0 3 0-16,-2 0-1 0,-1 4 0 0,1 0-1 16,0 2 1-16,-1 3 1 0,-1 3 0 15,1 2 1-15,0 5 0 0,0 3 0 0,-2 1-1 16,2 4 0-16,0 1 0 0,-1 5-1 0,2 0 4 15,-1 2-6-15,1-1-16 0,-1 2-31 0,3-3-74 16,-2 1-80-16,0-5-163 0,3-2-269 16,-3-3-321-16,2-3-361 0,0-3-217 0,1-6 43 15,1-3 634-15</inkml:trace>
  <inkml:trace contextRef="#ctx0" brushRef="#br0" timeOffset="1847.87">4248 1801 105 0,'3'1'793'16,"0"7"617"-16,-1 1 89 0,-2 4-224 0,0 0-410 16,0 2-345-16,-2 2-197 0,-1 2-119 0,3-1-66 15,-3 4-45-15,0-1-33 0,1 2-24 0,-1 0-17 16,1 0-10-16,2 0-5 0,0-1-5 16,0-1-27-16,2-3-72 0,-1 0-83 0,1-4-171 15,-2-3-286-15,0-1-328 0,2-4-360 0,-2-4-197 16,0-2 136-16,-2-4 687 0</inkml:trace>
  <inkml:trace contextRef="#ctx0" brushRef="#br0" timeOffset="2012.5">4189 1626 124 0,'-8'-26'979'0,"-1"8"646"0,1 3-72 16,-3 6-329-16,1 3-412 0,-2 3-373 15,2 3-221-15,1 3-108 0,0 2-49 0,2-1-26 0,4 5-17 16,1-2-18-16,4 5-8 0,1-1-8 15,4 2-33-15,3 0-63 0,0 0-105 0,4 2-177 16,2 0-286-16,0 0-323 0,4 2-325 0,-1 1-177 16,1 0 278-16,0 2 651 0</inkml:trace>
  <inkml:trace contextRef="#ctx0" brushRef="#br0" timeOffset="2986.8">4577 1942 139 0,'6'-6'385'0,"-1"-2"225"0,1 1 229 16,-1-3-24-16,-2 1-80 0,3 1-80 15,-1-4-7-15,-2 1-40 0,2 4-80 16,-2 0-110-16,-1 1-85 0,-2 0-50 0,2 0-59 0,-1 3-47 16,-1-1-33-16,-1 0-28 0,-1 3-17 15,0 1-26-15,-3 0-24 0,1 1-18 0,-3 4-12 16,0 2-11-16,0 2-7 0,-1 3 1 0,-1 4-2 15,-1 3 0-15,2 4-1 0,2 2 0 0,1 2 0 16,2 1 0-16,-1 0 4 0,2 0 2 16,5-3 0-16,2-3 0 0,1-3-2 0,0-2 1 15,4-6-6-15,2-2-2 0,3-4 1 0,-1-7 1 16,2-4 2-16,3-5 2 0,-3-6 2 0,4-6-4 16,-1-3-2-16,0-3-2 0,0-4-1 0,-5-1-2 15,0 2 0-15,-4 1 4 0,-2 1 4 16,-2 5 2-16,-4 1 5 0,-4 3 3 0,-2 3 1 15,-1 2-1-15,-3 2 0 0,1 4-1 0,-2 1-5 16,-2 3-2-16,3 4-2 0,-2 2-2 0,0 2 0 16,0 7-2-16,2 3 1 0,0 1-1 15,2 7 0-15,4 1 1 0,-1 2 0 0,2 2 0 0,1 0-1 16,1 1 1-16,2-2-2 0,1 1-1 16,2-4-3-16,2 0-10 0,1-3-15 0,1-1-22 15,2-6-39-15,1-1-74 0,1-6-79 0,-1-4-142 16,1-2-190-16,0-6-308 0,2-3-313 15,0-2-205-15,-2-4-45 0,2-2 474 0,-3-4 540 16</inkml:trace>
  <inkml:trace contextRef="#ctx0" brushRef="#br0" timeOffset="3319.03">4961 1707 280 0,'0'-11'802'0,"0"4"383"0,0 1 49 16,-2 5-292-16,1 1-281 0,1 4-196 0,1 4-133 15,3 3-76-15,-1 4-46 0,3 3-22 0,0 2-32 16,2 0-39-16,0 3-41 0,0 1-15 0,3 2-9 15,0 0-14-15,2 2-10 0,-2 0-2 0,0-1-6 16,3 1-8-16,-3-5-7 0,3-1-2 0,-2 0-1 16,-1-6 5-16,1-1-3 0,-2-1 0 15,0-6 5-15,-1-2 9 0,-3-1 14 0,2-5 3 16,-3-3 8-16,1-5 5 0,0-2 3 0,-4-3-3 16,1-3-5-16,-1-3-3 0,-2 0-3 0,-2-4-1 15,-1 1-6-15,1-4-6 0,-4 1-7 16,0-3-5-16,-1 3-5 0,1-2-3 0,3 4-4 15,-2-1 0-15,1 5-2 0,1 3 1 0,1 2-2 16,0 1-2-16,1 5-1 0,1 2-2 0,1 0 1 16,3 1-1-16,3 3 1 0,1 0-3 15,0 2-15-15,3 0-22 0,2 2-73 0,-2 0-84 16,6 0-173-16,-2 1-288 0,3 0-315 0,0 0-372 16,4 3-209-16,2 0 123 0,1-1 711 0</inkml:trace>
  <inkml:trace contextRef="#ctx0" brushRef="#br0" timeOffset="4201.05">6321 1228 80 0,'0'-14'318'0,"0"1"173"0,0 1 178 16,-2 1-42-16,1 4-37 0,-1 1-5 15,-1 0 4-15,3 0-5 0,-2 3-9 0,2-1-60 16,-1 4-99-16,1 0-88 0,-2-2-71 0,2 2-63 15,0 0-62-15,0 2-43 0,0-2-29 0,0 0-20 16,0 0-17-16,0 3-10 0,2 1-8 0,-1 2-3 16,1 4-2-16,-1 4-2 0,1 5 2 15,3 4 2-15,-2 5 7 0,0 7 4 0,3 4 1 0,-3 5 6 16,2 4 7-16,0 3 3 0,0 3-10 0,0-1-5 16,2 2-4-16,-2-4-6 0,2-3-7 0,1-5-5 15,1-4 1-15,0-6 4 0,1-4 2 0,2-5-2 16,1-4 0-16,0-6 1 0,4-5 3 15,2-5-1-15,0-5 2 0,3-8 0 0,2-4 3 16,-2-8 1-16,4-4-4 0,-3-3 0 0,2-5-1 16,-4 0-1-16,0 0 0 0,-3 2-1 0,-3 0 2 15,0 1 8-15,-7 4 8 0,-1 2 11 0,-1 3 9 16,-6 1 6-16,0 5 4 0,-3 1-1 16,-2 1-7-16,-3 2-8 0,-1 4-9 0,-4 2-6 15,2 3-8-15,-5 4-5 0,0 4-2 0,1 5-2 16,-3 4-1-16,1 4 0 0,1 5 0 0,-1 6 1 15,2 2-1-15,1 3 0 0,1 2-2 0,3 1 1 16,2 1-1-16,3-2 0 0,2-2-1 16,3-1 0-16,1-4 0 0,4-4 0 0,5-2-1 15,2-6-2-15,1-2-10 0,6-5-19 0,0-7-29 16,3-2-67-16,0-6-69 0,2-4-126 16,-2-6-165-16,0-3-267 0,0-3-311 0,-3-3-228 0,0-2-139 15,0-1 310-15,-3-2 538 0</inkml:trace>
  <inkml:trace contextRef="#ctx0" brushRef="#br0" timeOffset="4761.04">6871 1638 79 0,'0'-10'413'0,"-2"5"382"16,-1 1 313-16,0 0-72 0,1 2-237 0,1 0-190 15,-1 0-156-15,2 2-153 0,0 2-103 16,0 1-42-16,0 2-1 0,2 3-4 0,-1 3-3 16,3 2-7-16,-1 0-1 0,0 6-24 0,2-1-35 15,-2 1-27-15,3-1-15 0,-1 2-8 0,1-2-11 16,1 0-8-16,-1-4-6 0,2-1 0 15,1 0-4-15,-1-2 0 0,0-4 0 0,5-2 1 16,-4-2 4-16,5-5-1 0,-1-3 0 0,0-3 7 16,1-5 3-16,2-3 2 0,-2-2-2 15,-1-2-1-15,1 1 2 0,-3-1-7 0,-1 2 5 16,-3 4 9-16,1 1 13 0,-5 2 15 0,1 2 11 16,-1 1 9-16,-3 4-7 0,2 0-8 0,-2 3-13 15,-2 2-13-15,0 3-17 0,-1 3-12 0,-2 2-8 16,0 5-2-16,2 1-3 0,-3 3 0 15,3 3 3-15,0 2 5 0,0 0 2 0,1 1 0 16,0 2 0-16,2-4-1 0,2 1 0 0,1-3 0 16,2-3 4-16,1-3 3 0,2-4 2 15,0-1 1-15,3-4 2 0,3-4-1 0,-1-6-3 0,3-2-3 16,0-5-2-16,1-3-1 0,1-2-2 16,0-3-3-16,0-3-1 0,-2 3 0 0,1-3 0 15,-3 3 1-15,0-1 1 0,-1 4 3 0,-3-2 2 16,-1 4 1-16,-1 2-1 0,-2 0 1 0,-1 4 1 15,0 1-1-15,-1 4 1 0,-2-3 0 0,1 3-1 16,-1 4-1-16,-1 0-2 0,1 0-6 16,1 6-3-16,-1 1-1 0,-1 3 0 0,1 3 1 15,1 1 2-15,-1 4 5 0,-1 6 4 0,1-1 0 16,-2 4 1-16,2 4 0 0,-2-2 5 0,-2 5 5 16,2 1 0-16,-5 1 0 0,2 2-1 0,-2 1-1 15,-1-2-7-15,-1 1-2 0,-2-2-2 16,3-6-2-16,-1 0-8 0,2-6-21 0,1-5-53 15,-1-6-74-15,2-7-99 0,3-8-160 0,0-6-236 16,3-7-316-16,3-6-265 0,-1-4-173 0,2-9 128 16,-1-3 526-16</inkml:trace>
  <inkml:trace contextRef="#ctx0" brushRef="#br0" timeOffset="5041.82">7467 1296 73 0,'3'-17'658'16,"-3"7"507"-16,-3 2 141 0,2 5-147 0,1 3-387 15,0 3-292-15,1 3-185 0,5 2-93 16,-1 3-47-16,3-1-25 0,0 5-23 0,4 0-8 16,1 1-10-16,1 0-9 0,1 3-10 0,0 0-8 15,1 1-3-15,3 0-28 0,-3-1-17 0,1 0-7 16,-2-1-3-16,2 1 0 0,-2-3-2 0,-2 1 5 16,0-3 12-16,-3 1 8 0,1-1 12 0,-5-1 3 15,2 1 7-15,-3-1 7 0,-1 2-7 16,-4-1-1-16,0 1-7 0,-1 0-1 0,-5 1-9 15,-1 1-7-15,1 1-7 0,-2 0-7 0,-3 0-4 16,3-2-4-16,0 2-3 0,-3-1-3 16,3-2-10-16,0-1-16 0,2-3-65 0,-2 0-70 0,0-4-159 15,2-1-271-15,1-3-308 0,0 0-373 16,4-3-252-16,-1-6 2 0,0 0 675 0</inkml:trace>
  <inkml:trace contextRef="#ctx0" brushRef="#br0" timeOffset="5819.57">7953 1045 39 0,'4'-13'527'0,"1"2"477"0,-4 3 231 0,1-2-68 16,-1 3-385-16,1 0-270 0,-2 4-201 16,3-2-121-16,-1 3-42 0,0 5 8 0,2 2-2 0,0 4-1 15,2 3 1-15,2 3-3 0,0 3-24 16,1 4-30-16,2 4-19 0,0 5-8 0,1 4-3 16,1 4 2-16,0 5-1 0,-2 0-9 0,0 6-6 15,-1 1-10-15,1 4-11 0,-2 1-17 0,-1 2-9 16,-1 1-5-16,0-1-4 0,-2-1 2 0,2-1-2 15,-3-4 6-15,1-3 4 0,0-5-1 16,1-2 0-16,0-9-6 0,-1-4-3 0,0-5-3 16,-2-5-6-16,-1-2-16 0,1-6-27 0,-1-3-58 15,-2-5-60-15,-2-4-83 0,-3-5-131 16,0-8-166-16,-3-2-275 0,0-5-231 0,-1-3-213 0,-4-4-20 16,-1-1 362-16,-2-3 467 0</inkml:trace>
  <inkml:trace contextRef="#ctx0" brushRef="#br0" timeOffset="5990.1">7894 1575 48 0,'-3'-11'499'0,"0"2"379"16,1 2 187-16,0 1-38 0,4 2-377 0,1 0-235 15,2 2-144-15,4 0-64 0,2 0-27 0,2 1-22 16,3 1-15-16,4 0-44 0,-2 0-39 0,6 1-22 16,-1 1-15-16,4 0-8 0,0-1-1 0,3 2 0 15,2 1-1-15,2 0-5 0,0 1-4 0,2 1-6 16,-3 0-35-16,2 2-103 0,-2-2-150 15,-3 1-298-15,-1 2-269 0,-1-1-266 0,-3 0-128 16,2-1 266-16,-6-1 482 0</inkml:trace>
  <inkml:trace contextRef="#ctx0" brushRef="#br0" timeOffset="6337.63">8653 1514 524 0,'-10'5'1223'0,"-4"-3"320"0,-2 5-161 0,-1 4-356 0,1 3-403 16,-1 3-231-16,1 2-159 0,-1 3-91 15,1 3-52-15,3 2-34 0,2 4-28 16,0-2-16-16,5 3-6 0,2-2-3 0,4-1-2 16,2 1 0-16,3-5-1 0,3-5-2 0,4 0 0 15,3-6 0-15,2-5 0 0,3-6 7 0,1-5 5 16,1-7 1-16,3-4-1 0,1-4-6 0,-1-8-8 16,-1-2-14-16,1-3-7 0,-3 0-5 15,-4 0 3-15,-3 1 6 0,-2 2 9 0,-6 2 11 0,-3 4 8 16,-2 3 5-16,-7 3 4 0,0 3 11 0,-3 3 6 15,-3 2 1-15,-1 6 3 0,-1 2 0 16,-3 6-6-16,2 4-8 0,0 1-13 0,3 5-8 16,-1 3-7-16,2 1-5 0,3 3-2 0,1 1-1 15,3 2 7-15,1 0 1 0,2 1 6 16,3 2 6-16,-1-4-1 0,4 4-14 0,-1-4-36 16,4-1-67-16,-2-1-75 0,1-3-139 0,1-3-206 15,0-5-308-15,1-2-302 0,3-2-216 16,-2-4-69-16,0-5 440 0,1-2 553 0</inkml:trace>
  <inkml:trace contextRef="#ctx0" brushRef="#br0" timeOffset="6901.16">8890 2069 250 0,'5'-5'497'15,"1"-4"195"-15,2-7 165 0,3-3-153 0,3-7-113 16,2-5-75-16,-2-5-52 0,4-6-40 16,-2-1-65-16,2-4-53 0,0-4-47 0,1-1-27 15,-3-4-19-15,1-3-14 0,0 1-32 0,-4-3-36 16,-3 1-31-16,-3-2-26 0,0 3-10 0,-4 1-5 15,-1 4 9-15,-4 3 11 0,0 8 8 0,-1 2 3 16,-2 7-5-16,-2 7-8 0,0 4-11 0,1 4-14 16,-1 5-17-16,0 5-12 0,2 5-13 0,-1 5-7 15,-1 6-6-15,2 6-3 0,2 10-1 0,-3 2 0 16,5 9 5-16,-1 5 2 0,-1 9 6 0,3 6 2 16,0 6 0-16,-2 6 4 0,2 2 0 15,0 4 0-15,2-2-4 0,1-1-3 0,2-5-1 0,6-8-4 16,2-5-1-16,5-10-1 0,0-8-1 15,6-8 0-15,2-11-1 0,0-5-2 0,0-7-5 16,1-8-4-16,-3-5-3 0,0-3-4 0,1-4 0 16,-4 0 3-16,-4 0 4 0,2-2 4 0,-6 4 4 15,1 0 3-15,-5 3 1 0,1 3 1 0,-2 1 1 16,-2 3 0-16,-1 6 3 0,-2 0 0 16,2 2 1-16,-3 7 2 0,-1 3 0 0,2 3 0 15,-3 3 0-15,0 3-1 0,-1 3-1 0,-1 1 0 16,1 1-3-16,1-1-4 0,0 0-14 0,0-2-33 15,1-2-81-15,-1-4-110 0,3-4-213 16,-1-1-300-16,2-6-354 0,-1-5-389 0,2-2-145 16,-1-4 375-16,0-2 751 0</inkml:trace>
  <inkml:trace contextRef="#ctx0" brushRef="#br0" timeOffset="7032.91">9575 1389 437 0,'-4'-7'897'0,"-2"0"249"0,0 3-37 16,1 4-311-16,2-2-340 0,0 4-235 0,1-2-149 16,2 3-142-16,0-2-158 0,3 1-278 0,1-2-271 15,0-2-233-15,4-2-93 0,0-1 211 0,0-3 400 16</inkml:trace>
  <inkml:trace contextRef="#ctx0" brushRef="#br0" timeOffset="7335.27">9872 869 100 0,'3'-8'701'0,"0"0"514"0,0 4 114 15,-1-1-161-15,1 5-320 0,2 5-307 0,-2 4-161 16,2 2-95-16,-1 2-49 0,1 5-31 0,0 3-70 16,0 3-46-16,0 2-30 0,-1 10-22 0,2 1-7 15,-2 5-10-15,-1 4-1 0,-2 8-2 0,1 2-6 16,0 2 2-16,-1 4-5 0,-1-1-2 0,0 1-1 15,0-1 1-15,0 0 1 0,-1-5-2 16,1 1-2-16,-2-4-1 0,2-2-1 0,0-4-2 16,0-1-2-16,0-5-1 0,0-1-1 0,0-6 0 15,2-1-2-15,-2-3-9 0,1-4-24 0,-1-2-53 16,-1-2-64-16,-1-4-80 0,0-3-151 16,-1-1-205-16,2-4-300 0,-3-1-254 0,2-3-196 15,0 0 12-15,0-5 476 0</inkml:trace>
  <inkml:trace contextRef="#ctx0" brushRef="#br0" timeOffset="7599.77">9701 1819 250 0,'3'-5'890'0,"-1"5"402"0,1-1-9 15,2 1-159-15,1 0-414 0,2 0-268 0,5-3-125 16,2 0-74-16,0 0-41 0,7-3-45 0,1 0-59 16,0-1-35-16,5-2-27 0,-1 0-15 15,0 1-7-15,1-2-6 0,-1 2-3 0,0 0-1 16,-3 2-1-16,-2 0-3 0,0 2-1 0,-2 1-6 16,-5 0-30-16,2 2-61 0,-6-1-67 15,-1 1-143-15,-1-1-274 0,-4 2-309 0,1 0-308 0,1 2-220 16,-2-2 12-16,-1 0 577 0</inkml:trace>
  <inkml:trace contextRef="#ctx0" brushRef="#br0" timeOffset="12985.06">18441 1677 23 0,'0'-6'263'0,"-1"-1"168"0,-1 3 164 16,2 1-3-16,0 0-111 0,0 1-50 0,0 2-24 15,0 0-11-15,0 0 1 0,2 2-13 0,-2 1-45 16,0 0-46-16,-2 1-45 0,2 3-41 0,-1 0-37 16,1 4-28-16,0 1-11 0,0 1 9 0,1 4 13 15,-1 2 5-15,3 2-9 0,-3 3-7 16,2 2-20-16,0 2-27 0,-2 4-30 0,0 1-12 15,0 5-8-15,0 4-13 0,-2 2-8 0,0 3 0 16,2 2-1-16,0 0-7 0,0 3-1 16,0 2 1-16,0-2-1 0,4 1-4 0,-3 1-1 15,1-2-2-15,-1 0-4 0,1 3 0 0,1-3-3 16,0 2-2-16,1 0-3 0,-3 0 1 0,4 2 2 16,-4 0 1-16,1 3 2 0,-2 3 11 15,-2 1 7-15,1 2 3 0,-4-1 0 0,2 2-2 16,-2 1-1-16,0 0-10 0,1 1-2 15,-3-2 4-15,2 0 5 0,-1-1 9 0,2-3 4 16,-3 2 3-16,2-1 0 0,2 0-5 0,-2-2-5 16,1 1-4-16,2-2-5 0,1 3-3 0,-1-4-2 15,2 2 0-15,0-1-1 0,0 2 0 16,0 0 0-16,0 0-1 0,0 2-1 16,0 1-2-16,0 1-2 0,0-2-1 0,2 0-1 0,-1 1-2 15,1 0 0-15,1-4 1 0,0 3 1 16,-2-3 1-16,3-2 0 0,-1 3 1 0,0-2 2 15,0-1-2-15,1 1 0 0,0-1-1 16,0 0-1-16,2-2-1 0,-2-1-1 0,1-3 0 16,0 0 0-16,1-1 1 0,-1-2 1 15,1-2 0-15,-3 2 0 0,2-1 1 0,-2 1-1 16,1-1-2-16,-3 0-2 0,3 1-3 0,-3-1-5 16,1-4-6-16,-1 1-10 0,-1-5-11 0,0-1-21 15,-3-3-41-15,2-4-60 0,-3-3-58 16,-2-5-107-16,-1-5-169 0,-3-5-286 0,0-8-273 15,-1-7-211-15,-5-8-137 0,0-11 300 16,-4-13 557-16</inkml:trace>
  <inkml:trace contextRef="#ctx0" brushRef="#br0" timeOffset="13893.7">18236 1671 108 0,'3'-2'402'0,"-1"-3"233"0,-1 3 175 16,-1-3-58-16,2 2-135 0,2-1-88 0,-4-1-62 15,2 1-51-15,0-1-40 0,-2-1-68 0,1 0-81 16,1 2-73-16,-1-2-48 0,3 0-4 0,0 1-7 16,1-2-4-16,0-1 30 0,4-1 14 0,1-1 2 15,1-2-22-15,1-5-11 0,3 1-4 0,2-6-35 16,-1-2-20-16,5-1-12 0,-1-1 1 0,-1-2-3 15,3-2-10-15,-1 2 9 0,-4 2 5 0,0 0 3 16,0 6-6-16,-5 2-1 0,-3 3 4 0,0 3-1 16,-5 2-1-16,2 4 0 0,-3 4-1 0,-1 2-3 15,-2 2-5-15,0 9-6 0,-2 3-4 16,-1 4-5-16,2 6-3 0,-5 1-3 0,3 3-1 0,-1 2 4 16,4 2 3-16,0-2 0 0,0 0-4 15,4 0-2-15,0 1-2 0,4-4-7 0,-2-1-4 0,2-2-1 16,2-1 2-16,1-1 2 0,-2-3 1 15,1-2 0-15,2 0-12 0,0-1-24 0,-3-1-70 16,0-1-81-16,-2-1-168 0,-1 0-288 16,-2-1-314-16,-1 1-366 0,-2 3-213 0,-1 0 102 15,-1 6 692-15</inkml:trace>
  <inkml:trace contextRef="#ctx0" brushRef="#br0" timeOffset="15547.32">18351 6279 325 0,'-3'0'640'0,"1"-1"281"0,-1-1 137 16,-1 0-244-16,1 0-230 0,1 2-134 0,1-3-81 16,-1 2-54-16,0 1-56 0,2-1-51 15,0 1-27-15,0 0-23 0,0 0-33 0,0 0-30 16,0 0-29-16,2 0-22 0,0 1-22 0,-1-1-10 16,2 1-4-16,3-1-5 0,1 3 2 0,1-3 5 15,1 2 1-15,4 0-3 0,0 0 0 16,2-2-1-16,0 1 4 0,3 0-5 0,-2 1-1 15,3-2 0-15,2 3 5 0,0-2 1 16,0 1 22-16,1-1 12 0,-1 2 7 0,1 0 10 16,0-1 7-16,2 1 2 0,-1-2-20 0,2 2-12 15,0-1-5-15,2 1-10 0,1-2-12 16,4 2-5-16,-1-1-3 0,3 0-3 0,0 0-1 16,1 0 0-16,2-1 2 0,0 0-2 15,1 3 3-15,2-3 1 0,-2 2 0 0,4 0-1 0,-2 2 0 16,2-2 0-16,1 2-2 0,-1 1 0 15,-1-2 2-15,1 2-1 0,-2-2-2 16,0 2 2-16,-3 0-2 0,1 0-2 0,-3 0 1 16,0-1-3-16,-2 1 1 0,2 1 0 15,-2-5-1-15,-1 4 3 0,4-1-1 0,-3-3 2 0,2 2 1 16,0-2 0-16,1-2 3 16,4 0 0-16,2-1 0 0,3-2 1 0,2-1-2 0,2-1-1 15,3-1 0-15,2 1-4 0,1-1 0 16,-1 0-2-16,2 0 0 0,2 2 3 0,-1-2 1 15,1 1 2-15,1 2-1 0,-1 0 3 16,1 0 0-16,3 2 0 0,0-1-4 0,-2 1-1 16,1 1 2-16,-2 0-1 0,1 0-4 0,-2 1 0 15,2 1 1-15,-3-1-1 0,2-1 0 0,-3 2 3 16,1-1 2-16,-1-1 2 0,3 0-2 16,1-1 3-16,0-1-2 0,1-1-1 0,1 1-1 15,1-2-2-15,-1 0 0 0,0 0 0 16,-1-1-1-16,3-1 3 0,-3 4 0 15,2-4 0-15,1 3 1 0,2-1-1 0,-3 0 2 16,3 2-2-16,1-2 0 0,-1 3 1 0,-1 0-1 16,2 1 1-16,-2 0-4 0,1 0 3 0,-5 0 0 15,1 1-1-15,-2 0 1 0,-1 1 0 16,1 0 1-16,-1 0 0 0,2 0 0 0,-1 0 0 16,0-1 0-16,0 0-1 0,-1-1 1 15,-1 0-3-15,-1 0 1 0,-2 0-2 0,-1 0 0 0,2 0 2 16,-4 2 0-16,-5-2 0 0,2 2 1 15,-3-1 2-15,2 2 1 0,-6 0-2 0,2-1 1 16,-1 1 0-16,-2 1 1 0,-1 0-2 16,-4 2 1-16,1 0 0 0,-1-2-2 0,-3 0 1 15,-3 2-1-15,2-1 0 0,-4-1 0 0,-1 0 0 16,-2 1 0-16,1 0-1 0,-1-1 1 16,-3 0 0-16,2 1 0 0,0-3 0 0,-1 1-1 15,-2-2 0-15,3 1 0 0,-2-2-1 0,0 0 3 16,-1-2-1-16,0-2 1 0,1 2 1 15,-4-1-2-15,3-1 1 0,-1-1 0 0,-2-1-2 16,-1 1 1-16,-3 0 0 0,3 0 0 0,-4 1 0 16,0-1 1-16,-4 2 2 0,3-1-1 0,-6 1 0 15,1 0 1-15,0 0 0 0,-2-1-1 16,-2 4 0-16,0-3-1 0,0 3 3 0,-1-1 0 16,1 0 11-16,-3 1 8 0,0-2 3 15,1 2 3-15,-1-1 0 0,0 1-1 0,0 0-9 16,-1 0-8-16,1 0-3 0,-3 0-4 0,1 0-3 15,-1 0-2-15,0 0-2 0,0 0-3 16,-4 1-9-16,1 1-16 0,-2 0-33 0,0 1-60 16,-1-3-66-16,1 0-88 0,-5 0-144 15,4-3-194-15,1 2-286 0,-3-2-230 0,3-1-181 16,1-1 60-16,1 1 442 0</inkml:trace>
  <inkml:trace contextRef="#ctx0" brushRef="#br0" timeOffset="15866.48">25058 6126 18 0,'5'-8'478'0,"-3"4"449"16,-1-1 241-16,-1-1-44 0,0 1-359 15,2 3-308-15,-2 0-202 0,1 0-124 0,1 2-50 16,1 0-20-16,4 2-8 0,0 0 3 16,3 2 1-16,1 0 4 0,5 3 8 0,-2 4 2 15,5-1-4-15,1 0-5 0,0 5-4 16,0-1-4-16,4 1-15 0,-3 4 51 0,4-1 27 15,-3 1 6-15,0 0 7 0,-3 2 13 0,0-2 0 16,-5 2-43-16,0-1-21 0,-6 1-6 0,-1-2-5 16,-3 1-10-16,-2 0-5 0,-4 0-8 15,-2 1-5-15,-4 0-8 0,-4-4-8 0,-2 2-7 16,0-1-4-16,-3-2-6 0,-2 2-1 0,0-4-4 16,-2 0-2-16,4-3-2 0,-4 0-3 15,2-4-12-15,3 0-32 0,2-2-69 0,2-3-68 16,0-1-135-16,3-1-209 0,4-1-309 15,1 0-315-15,2 1-217 0,2 0-69 0,0 0 444 16,2 0 570-16</inkml:trace>
  <inkml:trace contextRef="#ctx0" brushRef="#br0" timeOffset="16866.87">25427 6923 6 0,'1'-6'274'0,"-1"2"190"16,0-2 181-16,0 2 47 0,0-2-151 15,0 1-73-15,0 1-18 0,2-2-1 0,-1 2-18 16,1-2-46-16,0 3-55 0,-1 1-69 16,2-2-63-16,2 2-39 0,2 2-38 0,2-2 23 15,0 2 19-15,4 0 1 0,1 0-12 16,2 0-18-16,3 0 4 0,0 2-34 0,0 3-34 15,2-2-12-15,-1 4 0 0,-1-1-4 16,2 3-12-16,-1 0-3 0,-1 1 1 0,0 2 0 16,-3 0-8-16,1 1 0 0,-4 1 1 0,1 1 2 15,-3 0-1-15,-4 0 0 0,-1 1 3 16,-3 1-1-16,-3 3-1 0,-3-2-3 0,-2 2-2 16,-1 0-5-16,-4 3-1 0,2-2-3 0,-2 2-3 15,-2-3-2-15,3 1-2 0,-2-2-4 16,1 1-1-16,2-1-4 0,1 0 0 0,0-3-3 15,4-1-2-15,-2 2 0 0,4-4-1 0,1 1-2 16,1 0 0-16,2-2 0 0,1-2 0 16,2 1 0-16,2-3-1 0,0 0 1 0,1-4 0 15,4 1-1-15,0-5 1 0,3-2-3 0,2-3-4 16,4-2-8-16,-1-3-15 0,6-4-15 16,2-3-25-16,-1 0-35 0,4-6-43 0,-2 1-40 15,1 1-31-15,-1 0-22 0,0 1 0 16,-1 1 30-16,-6 4 51 0,1 1 56 0,-6 3 41 15,-1 4 33-15,-3 2 22 0,-1 3 24 16,-4 4 25-16,-1 2 42 0,0 4 53 0,-2 5 42 16,1-1 14-16,-3 7-1 0,1 1-17 0,-1 1-31 15,0 1-40-15,4 2-38 0,-2-1-21 16,2-2-17-16,5 0-10 0,-2-3-5 0,3-5-3 16,4-4-1-16,0-4-1 0,2-5 0 15,2-5 0-15,0-6 0 0,0-5 2 0,2-5 6 0,-1-4 6 16,-1-4 5-16,-1-5 7 0,0-1 8 15,-5 0 5-15,-1-3 4 0,-5 2 2 0,-1 1 1 16,-4 0 2-16,-5-1-5 0,-3 3 2 16,-3 1-3-16,-4 0-1 0,-1 4-6 0,-5 3-5 15,-1 3-6-15,-5 5-7 0,-4 4-6 0,0 2-8 16,-4 5-3-16,-2 10-4 0,-1 3-2 16,-2 3 0-16,0 7-2 0,2 3-4 0,-1 1-12 15,8 1-23-15,-1 1-49 0,5 1-80 0,2-3-145 16,5 2-266-16,4-3-311 0,0-2-372 15,5-2-341-15,1 1-32 0,2-5 646 0</inkml:trace>
  <inkml:trace contextRef="#ctx0" brushRef="#br0" timeOffset="17061.84">26206 7038 222 0,'3'1'1118'0,"1"4"542"0,-3 0-151 0,1-1-333 16,0 2-455-16,2 1-315 0,4 1-196 15,3 2-91-15,0-2-42 0,7 1-18 0,0 0-11 16,3-2-12-16,3 1-14 0,1 1-7 16,2-5-5-16,1 0-4 0,1 0-2 0,1-1-2 15,-5-5-9-15,4 1-38 0,-2-4-81 16,-5-1-118-16,-5 0-215 0,0-1-298 0,-5-4-353 16,-3 1-346-16,-8-5-111 0,-4-2 417 0,-6-3 687 15</inkml:trace>
  <inkml:trace contextRef="#ctx0" brushRef="#br0" timeOffset="17999.7">17124 907 213 0,'2'0'711'15,"1"1"418"-15,-3-1 103 0,2 0-256 0,0-1-281 16,-1 1-249-16,1 0-144 0,-1 1-39 0,4 4-26 16,-1 3-14-16,0 1-15 0,0 1-19 15,1 2-35-15,2 0-49 0,0 3-29 0,-2 2-24 16,1-2-17-16,-1 2-7 0,2 1-5 0,-1 2-8 16,-2-2-6-16,1 0 2 0,0 0 3 0,-2-2-1 15,1 0-1-15,-1-3-1 0,-2-1-5 0,1-1-30 16,1-3-61-16,-3 0-64 0,-3-4-123 0,1 0-205 15,-1-3-307-15,-2-1-322 0,-1 0-262 0,-4-5-139 0,1-1 405 16,-4-1 628-16</inkml:trace>
  <inkml:trace contextRef="#ctx0" brushRef="#br0" timeOffset="18211.22">16936 686 88 0,'0'-9'713'0,"2"7"500"15,-2-2 102-15,1 4-176 0,3 0-375 16,1 4-378-16,5-2-181 0,0 4-92 0,4 3-43 16,4-1-23-16,3 1-10 0,0 2-19 15,3-1-10-15,1 2-4 0,4 0-4 0,-6 1-18 16,1 2-37-16,-2-3-139 0,-3-1-253 0,-4 1-276 16,-5 0-289-16,-5 1-256 0,-2-2-50 0,-8 5 490 15</inkml:trace>
  <inkml:trace contextRef="#ctx0" brushRef="#br0" timeOffset="18378.86">16908 1342 228 0,'1'21'859'0,"3"-6"387"16,-1 1-7-16,3-7-179 0,5-1-429 16,0 0-273-16,6-4-127 0,1 0-67 0,3-4-29 15,2 0-16-15,5-2-32 0,3-3-40 0,0-1-27 0,4-1-10 16,1-1-9-16,3-1-2 0,-3 2-3 15,5-1-30-15,-3 4-40 0,-2 2-125 0,2 2-222 16,-2 0-285-16,-1 2-308 0,-2 7-261 0,-1 1-105 0,-4 3 430 16</inkml:trace>
  <inkml:trace contextRef="#ctx0" brushRef="#br0" timeOffset="21315.52">21378 3171 33 0,'0'-2'259'0,"0"2"149"15,-2-3 138-15,2 1-53 0,0 1-126 0,0 1-66 16,0 0-12-16,-2 0 16 0,2 0 32 0,0 1 19 16,0 1 11-16,0-2-22 0,0 3-32 15,0-3-44-15,0 2-46 0,-1-2-46 0,-1 2-38 16,2 1-33-16,0-1-19 0,-1 2-22 15,1 2-18-15,0 0-8 0,0-1-11 0,0 5 5 16,1-2 3-16,2 4 2 0,-1 0 6 16,1 1 18-16,1 3 13 0,-1-1-7 0,3 1 23 15,-3 2 16-15,2-3 6 0,-4 2-13 0,4-1-2 16,-2 2-1-16,1 0-27 0,-3-1-20 16,1 1-11-16,-1 0-7 0,4 2-5 0,-5-3-5 15,0 3 0-15,0-1 0 0,0 1-3 0,0-2-4 16,0 1-5-16,-2-1-4 0,-1 1-1 15,2-2-4-15,-1 0 8 0,2-1 3 0,-1-1 3 16,-1 1-1-16,2-2 0 0,-2 0-1 0,2 1-4 16,-1-2-3-16,1 2-2 0,-2 0-1 15,2-1 1-15,0 0 1 0,-2 3 1 16,2 2-2-16,0-2 0 0,-1 1-2 0,-1 0 1 0,2 1 0 16,0 0-1-16,0 0 1 0,0-1-1 15,0 0 1-15,0 0-2 0,0 0 3 0,0-1-4 16,0-2 0-16,2 0 1 0,-1 2-1 15,-1-3 2-15,0 1-1 0,2-1 2 0,-2 2-1 16,0 0 0-16,2-2 0 0,-2 1-1 16,1 1-1-16,-1 1-1 0,2-2 0 0,0 1 1 15,-1 1-1-15,-1-2-2 0,2 0 0 0,-1 2 2 16,2-2-1-16,-1 0 0 0,-2-2 1 16,1 2 1-16,-1-1 1 0,0 0-1 0,0 0 0 15,0-1 0-15,0 0 0 0,0 0 0 0,0 1 0 16,0-4 0-16,0 2 0 0,0 0 0 0,0 0 3 15,2 1 1-15,-1-3-3 0,-1 3 1 16,0-2-1-16,2-1-2 0,-2 2-1 0,2-1 0 16,-2 1 3-16,0-2-2 0,1 2 2 15,-1-3 0-15,0 1 2 0,2 1-3 0,-2 0 1 16,1-1-1-16,-1 0-1 0,0-1 3 16,0 2-1-16,0-2 0 0,0 0 0 15,0 1 0-15,0 0 0 0,0-1-1 0,0 0-2 0,0 1 2 16,0 1 0-16,0-1 2 0,-1 1-2 15,1-2 1-15,-2 3 0 0,2 0 0 0,0-2 0 16,-1 1-1-16,1 0 1 0,0 1 0 0,0 1 0 16,0-2-1-16,0 0 0 0,0 1-2 15,0 0 1-15,0-2 1 0,0 3 0 0,0-2 0 16,0-1-1-16,0 0 1 0,0 1 0 16,0-3 0-16,-2 3 1 0,2-2-1 0,-2 2 1 15,2-4 1-15,0 3 0 0,-1-2-2 16,-1 1 1-16,2-1-1 0,0 0 0 0,-1 2-2 15,1-1 1-15,0 0 1 0,0 0 2 0,-2 0-1 16,-1 1 8-16,3 1 5 0,-1-3 4 0,-1 3 1 16,1 0 1-16,-1 1 3 0,0 0-6 15,1-2-3-15,-1 2-3 0,0 0-3 0,-1 0 0 16,2-1-2-16,-1 1-3 0,0-2 1 16,1 1-2-16,-1-3 2 0,2 2-2 0,0 0 0 15,-1-1-1-15,1 0-1 0,0 1 0 0,0-2 0 16,0 1 1-16,0 0 0 0,0 2 1 0,0-3 1 15,0 2 6-15,0-1 3 0,0 0 2 16,-2 1 2-16,2-1 0 0,-3 1 1 0,3 0-5 16,0 0-2-16,-1 1-2 0,1-2-1 15,-2 1-1-15,2 1-1 0,0-2 0 0,0 1-1 16,-1 2-1-16,1 0-1 0,0 1 1 0,0-2-1 16,0 4 1-16,0-2-1 0,0 1 0 15,0 0 0-15,0 0-1 0,0-1 0 0,0-1-1 16,0 0 1-16,0-2-1 0,0-1 1 0,0 2-1 15,1-3 1-15,-1-1 0 0,0 0-1 16,2-1 0-16,-2 0 0 0,0 0 1 0,0-1-1 16,1 1 1-16,-1-2 0 0,0 1-1 15,0-2 0-15,0 1 1 0,3 0-1 0,-3 3 1 16,2-2-1-16,-2-1 0 0,0 1 1 16,1 0 0-16,-1 1-1 0,0-1 0 0,0 1 1 15,0 1-1-15,0-1 1 0,0 2-1 0,0-1 1 16,0 1 0-16,0 0 1 0,0-1 0 15,0 0-1-15,0 1 0 0,0-1 0 0,0 1 0 16,0 0 0-16,0-1-1 0,0 2 0 0,0-3 0 16,0 2 0-16,0-3 0 0,0 3 0 15,0-2 0-15,0 0 0 0,0 0 0 0,0 0 0 16,0 0 0-16,0 1 0 0,0-2-1 16,0 0 1-16,0 0-1 0,0 1 0 0,0 0 1 15,0 0-1-15,0 0 1 0,2-1-1 0,-2 1 1 16,1-2 0-16,-1 2 1 0,0-2 0 0,2 1-1 15,0 1 1-15,-2-1-1 0,0-1 0 0,0 0 0 16,1 2 0-16,-1-4 1 0,0 3-1 16,0-2 0-16,0 1 0 0,0-1 0 15,2 2 1-15,-2-1-1 0,1 1 0 0,-1-1 0 16,0-1 0-16,0 2 0 0,0-3 0 16,0 2 1-16,0 0 0 0,0-1 0 0,0-1-1 15,2 1 0-15,-2 0 0 0,0-1 0 0,0 1 0 16,0 1 0-16,2-2 0 0,-2 0 0 15,0 2 1-15,1-2-1 0,-1 1 0 0,0 0 0 16,0 0 0-16,0 0 0 0,0-1 0 0,2 1 1 16,-2-2-1-16,0 1-1 0,0-1 1 15,0 2-1-15,2-2 1 0,-2 1 0 0,0 1 0 16,0-2 0-16,0 1 1 0,0 0-1 0,0 0 0 16,0 0 1-16,0 1-1 0,1-2 1 15,-1 4-1-15,0-5 0 0,0 2 0 0,0 2 1 16,0-2-1-16,0 0 0 0,0 1 1 0,0-1 0 15,0 2 0-15,0-2-1 0,0 0 1 16,0 1-1-16,0-2 1 0,0 1-1 0,0-1 0 16,0 1 0-16,0-1 0 0,0-1 2 0,0 0-2 15,0 2 2-15,0-2-1 0,0 0 0 16,0 0 0-16,0 0 0 0,0 0 1 16,0 0-1-16,0 0 0 0,0 0 0 0,0 0 1 15,0 1 1-15,0-1-1 0,0 0 0 0,0 0 0 16,0 0 0-16,0 2-2 0,0-2 0 0,0 1 0 15,0 1 0-15,0-1 0 0,0 1 0 16,0-1 0-16,0 2 0 0,0-1 0 0,0 0 1 16,0 0-1-16,0 1 0 0,0-2 1 15,0 1-1-15,0 0 1 0,0-1-1 0,0 0 0 16,0-1 0-16,0 0 0 0,0 2 0 0,0-2 0 16,0 0-1-16,0 2 1 0,0-2 0 15,0 0 0-15,0 0 1 0,0 0-1 0,0 0 2 16,0 0-2-16,0 0 0 0,0 0 1 15,0 0-1-15,0 0-1 0,0 0 1 0,0 0 0 16,0 0 0-16,0 0 0 0,0 0-1 0,-1 0 0 16,1-2 1-16,0 0-2 0,-2 1-1 0,2-2-4 15,-2-1-12-15,2-1-25 0,-3 1-60 16,1-4-75-16,-1 2-150 0,-2-1-278 16,1 0-315-16,-1-3-370 0,2 3-280 0,2-1-3 15,-3 2 665-15</inkml:trace>
  <inkml:trace contextRef="#ctx0" brushRef="#br0" timeOffset="24594.38">12718 1582 250 0,'-2'-15'564'16,"-1"0"306"-16,-2 2 189 0,2-1-189 0,-1 3-213 16,1-1-92-16,-1 4-31 0,1 0-60 0,1 0-76 15,1 4-73-15,-1 0-56 0,2 1-70 16,-1 0-74-16,1 3-51 0,0-1-30 0,1 1-20 0,-1 1-14 16,3 5 4-16,-1 1 7 0,5 7-2 0,-3 6-2 15,4 2 2-15,-2 8 2 0,2 3-3 16,-3 7-7-16,3 2 2 0,-2 1 0 0,-1 5-2 15,0-1-2-15,0 1-3 0,-1 1-3 0,2-4 5 16,-1-1 0-16,0-2 0 0,0-8-1 16,1-2-1-16,-3-3-1 0,3-7-5 0,-3-6-2 15,-1-2-2-15,1-5-5 0,-3-4-10 0,0-7-16 16,0-7-38-16,-3-4-62 0,0-7-62 0,-5-5-96 16,2-4-160-16,-4-4-229 0,-2-2-279 0,1-2-228 15,-4-2-177-15,-4-3 151 0,-1 0 523 16</inkml:trace>
  <inkml:trace contextRef="#ctx0" brushRef="#br0" timeOffset="24960.45">12364 1221 55 0,'4'0'590'0,"-2"3"467"15,1-2 167-15,-1 1-106 0,1-1-372 0,0 1-313 16,2 1-179-16,1 0-45 0,5 3 8 0,2 1-8 15,4 2-2-15,1 3-14 0,2 1-14 16,1 3-41-16,1 2-38 0,0 0-11 0,2 3-17 16,-2 0-11-16,0 1-3 0,0 0-7 0,-1 1-8 15,-2-2-9-15,0 0-11 0,-3 0-8 0,-1 0-13 16,-2-3-5-16,1 0-3 0,-4 0-3 0,-1-1 5 16,0-2 2-16,-2-2 2 0,-1-1-2 0,-1-5 2 15,-2 1-1-15,2-2 1 0,-4-4 3 16,2-2 5-16,-1-6 3 0,-2-4 1 0,2-4 1 15,-1-5 2-15,-1-6-7 0,0-2-10 0,0-4-4 16,0-4-1-16,-1-3-1 0,-3-3-3 0,1-1 3 16,-1 0 3-16,1-1-1 0,-2 6-8 0,2-1-18 15,-2 7-33-15,0 3-59 0,-4 4-78 0,3 4-142 16,-2 3-197-16,-4 5-296 0,2 4-298 0,-2 3-227 16,1 2-20-16,-3 1 462 0,3 2 522 0</inkml:trace>
  <inkml:trace contextRef="#ctx0" brushRef="#br0" timeOffset="25245.1">13150 885 265 0,'28'11'577'0,"-1"4"310"0,0 2 223 0,-2 4-214 16,4 1-198-16,-2 3-71 0,-1 5-100 0,1 1-92 15,0 4-104-15,-2 4-71 0,-2 3-51 0,-3 4-64 16,0 4-45-16,-5 2-30 0,-3 2-16 0,-1 4-15 16,-4 3-14-16,-4-2-8 0,0 3-2 0,-3-2-6 15,-3 0-5-15,0-3-4 0,-2-3-2 16,-3-1-2-16,-1-4-5 0,-1-2-12 0,-1-4-41 16,-3-5-59-16,0-2-56 0,-4-4-86 0,1-6-149 15,-4-2-198-15,-1-3-266 0,-2-3-223 0,-1-3-194 16,-2-3 58-16,-3-3 451 0</inkml:trace>
  <inkml:trace contextRef="#ctx0" brushRef="#br0" timeOffset="25766.13">12436 867 44 0,'-1'-9'496'0,"-1"1"420"0,-7 2 231 0,-1 0-38 16,-6 0-350-16,-2-1-293 0,-6 2-140 16,-1 4-85-16,-4 1-29 0,-1 4-2 0,1 4-16 15,-7 5-21-15,0 2-33 0,-1 8-37 0,-1 3-19 16,-2 10-27-16,0 8-18 0,2 9-10 0,-2 11 8 16,1 11 13-16,3 14-11 0,2 11-13 0,4 8-2 15,2 11-8-15,7 10-3 0,5 4-5 0,5 3-5 16,10-2 3-16,7-4-6 0,10-5 0 0,9-8-42 15,10-10-52-15,9-12-49 0,5-9-105 0,7-11-169 16,4-11-306-16,3-6-264 0,4-11-239 16,-1-8-155-16,0-8 284 0,-3-7 556 0</inkml:trace>
  <inkml:trace contextRef="#ctx0" brushRef="#br0" timeOffset="35610.42">2136 5073 33 0,'-3'-9'231'0,"-4"1"115"0,2-2 115 15,-1 0-86-15,-2 2-123 16,2 0-78-16,1-1-34 0,2 2-18 0,-2 0-11 0,2-1-4 16,0 3 4-16,-2-2 2 0,4 2-4 0,-1-1-11 15,1 3 2-15,1 0 18 0,-2 0 0 0,2 2 13 16,0-1 12-16,0 1 3 0,0 1-17 0,0 0-34 15,2 0-21-15,-2 1-3 0,1 1 29 0,2 2 59 16,2 3 41-16,-2 4 42 0,3 3 29 0,-3 3-9 16,2 5-36-16,0 3-50 0,0 5-37 0,1 5-28 15,2 1-10-15,0 4 23 0,0 4 19 16,1 1 8-16,-1 9 3 0,-1 1-6 0,-1 5-17 0,3 5-31 16,-4 5-24-16,0 4-18 0,1 4-13 0,-3 2-4 15,1 5-4-15,0 0-11 0,-1 2-7 16,-1 1 9-16,3 4 4 0,-2-2-5 0,0 3-5 15,0-1 11-15,2-4-4 0,1-1-12 0,-1-3-5 16,3 1-2-16,-2-4-1 0,2-1-7 16,1 0 9-16,1 0 2 0,-2-4 3 0,1-1-6 0,1-1-1 15,0-6-2-15,0 3-7 0,-2-4-2 16,2-3-3-16,-2-1 4 0,1-1 1 0,-2 0 2 16,-1 0 1-16,2 0 7 0,-2 0 3 0,0-1-4 15,-1 2 1-15,-2-1-1 0,2-2-2 16,0-1-7-16,1 0-2 0,-1 0 1 0,1-4 1 15,-1-1 1-15,0-4-1 0,0 1 0 0,2-2 1 0,-2 1-1 16,0 1 5-16,0-2 3 0,-2 1-2 16,2 0-2-16,-1 0-1 0,-1 0-1 0,-1 0-5 15,1 0-2-15,-3 1 1 0,2 0 3 0,-2-1 1 16,-2 2-1-16,2-1 1 0,-2-1 0 16,1-4 0-16,-1-1 0 0,2-2-1 0,-1-2 6 15,-1-2 3-15,2-4-4 0,0-2-1 0,0-3-1 16,0-2 0-16,0-3-6 0,0 0-4 0,0-3 5 15,0 0 2-15,0 2 1 0,0-2 1 16,0 0 1-16,-3 2 0 0,2-1-1 0,1 0 0 16,-2 0 0-16,-1 2 0 0,1-2 0 0,1-1 0 0,-3 2-1 15,3-2 1-15,-2 0 0 0,-1-1 1 16,1 0-1-16,0-1 0 0,0-4 0 0,2-2 0 16,-1-2-1-16,2-4-1 0,-2-1-1 0,2-1-1 15,2-2 0-15,-2-1 0 0,3-1 1 0,2-1 0 16,-1-1 2-16,1 0 0 0,2 0 0 15,-1-1 1-15,3-1 0 0,-1 1-1 0,0-1 1 16,0 1 0-16,3-1 0 0,-3 1 0 0,3-1 0 16,3 2 1-16,-1 0-1 0,3 0 2 0,0 0-1 15,4 0 2-15,2 2-1 0,-1-2 0 16,4 1-1-16,2-1 0 0,0 0 0 0,3 0 0 16,2 0 5-16,-1 0 2 0,2 0 4 0,2 0-4 15,0 0-1-15,4-1-1 0,1-1-6 0,1 1 2 16,3-2-1-16,1 3 8 0,4-2 5 15,0 1 4-15,3 1 3 0,0 1 1 0,2 1 5 16,1 1 0-16,-1 1-3 0,1 1-3 0,-1 1-2 16,3 0-3-16,-3 1-6 0,1 0-5 0,0 3 0 15,-2-2-1-15,2 0-1 0,-1 0-1 16,-2-1 0-16,-3 1-2 0,-2-2 0 0,-4 1-1 16,-2-1 1-16,0-1 2 0,-3 2 3 0,0-2 8 15,0 0 10-15,1 2 6 0,1-1 4 16,1 0-1-16,5 0-2 0,0-2-6 0,3 1-8 15,1-2-6-15,1-2-4 0,6 2-2 16,0-2-1-16,1-1-1 0,2 0-2 0,2-1 0 16,1-2-1-16,-1 0-2 0,1 0-1 0,-1 0 0 15,0 0 1-15,-2 2 0 0,-2-1 2 0,-1 1 1 16,0 2 1-16,-1 1 0 0,-1-1-1 16,-3 4 0-16,-3-1 0 0,0-1-1 0,-3 1 0 15,-2 1 0-15,-3 1-1 0,-1-1 0 16,1-3-1-16,-5 3 1 0,1-3-1 0,-1 3 1 15,-1-4 0-15,2-1 0 0,0 1 1 0,-2-1 1 16,3-1 0-16,-2 1 2 0,3-1 0 16,1-4 0-16,0 3 0 0,4-4-1 0,-1 1 0 15,2-2-1-15,-2 0 0 0,2-1-1 16,-1-2 0-16,0-2 0 0,0 0 0 0,-1-1-1 16,-2 0 0-16,5 1-1 0,-3-3 0 0,2 2 1 15,-2-2 1-15,1 1 1 0,-2 1 0 16,2-1 0-16,0 3 2 0,-1-1-1 0,2-1 0 15,0 2-2-15,1 1 1 0,-2 1 0 0,-1 2 0 16,-1 1-1-16,-2 1-1 0,1 1 1 16,-2 2-1-16,1 4 0 0,-2 2-1 0,0 2-1 15,0 3 0-15,-2 1 1 0,2 6 1 0,-1-1 0 16,-1 2 0-16,0 2-1 0,-1-1-1 0,0 2-9 16,-3-2-15-16,-4-4-22 0,-3-1-38 15,-2-1-77-15,-6-4-107 0,-4-5-189 16,-4-3-290-16,-6-11-341 0,-6-2-375 0,-8-8-174 15,-5-7 278-15,-6-7 732 0</inkml:trace>
  <inkml:trace contextRef="#ctx0" brushRef="#br0" timeOffset="36343.43">8060 5566 371 0,'-3'20'725'0,"-2"4"289"0,4 1 87 15,-1 1-276-15,5 8-275 0,3 2-120 16,1 5-20-16,2 4-26 0,4 5-36 0,-1 6-41 16,3 6-33-16,1 6-39 0,2 5-64 15,-2 8-40-15,3 4-28 0,2 8-21 0,1 8-10 16,0 5-11-16,0 8-10 0,-1 8-10 0,1 9-11 15,0 7-1-15,-4 7-7 0,0 7-7 16,-3 7-7-16,0 6 0 0,-2 2 0 0,-2 5-5 16,-5 1-4-16,-1 0 0 0,-2-4 1 0,-4-4-9 15,-4-8-12-15,-3-2-16 0,-4-10-17 0,-3-9-30 16,-4-10-56-16,-1-13-62 0,-3-8-65 16,-2-14-112-16,-3-12-160 0,-1-11-265 0,-1-16-238 15,-6-15-209-15,-4-14-91 0,-7-18 318 16,-8-15 501-16</inkml:trace>
  <inkml:trace contextRef="#ctx0" brushRef="#br0" timeOffset="37169.51">3220 5407 301 0,'-9'3'612'0,"-2"2"247"0,-2-1 90 16,2 2-249-16,-2 3-292 0,1-3-127 15,1 3-58-15,1 3-24 0,-1-1-7 0,3-1-8 16,2 2-11-16,-1-2-29 0,1 0-30 16,3-1-36-16,0-2-33 0,1-1-20 0,2 0-12 15,-1-1-6-15,2-2-3 0,1 0 12 0,0 0 7 16,2-2 13-16,4 2 5 0,-2-2 9 16,4 1 5-16,4 1-7 0,2-2-7 0,6 1 18 15,5 0 10-15,8 0 42 0,6 0 25 0,8-2 22 16,6 0 5-16,8-3-25 0,5-2-13 0,8-2-29 15,11-2-18-15,7-1-21 0,11-3-10 0,8-1-5 16,7-3-3-16,8 1-9 0,5-1-5 16,6 0-6-16,5-1-2 0,1 0 0 0,-2 4 1 15,-1-1-6-15,-1 0 0 0,-1 1-1 0,2 2 0 16,-2-1-3-16,-3 2 0 0,-6 1-2 16,-2 1-1-16,-5 0-2 0,-2 1 2 0,-5 0 1 15,-3 2-3-15,-5 2-3 0,-6-2 0 0,-4 2 1 16,-7 1-1-16,-5 1 0 0,-3 2 1 0,-5-1 0 15,-6 1 0-15,-7 0-5 0,-2 0-13 16,-6 0-36-16,-6 0-62 0,-9 0-62 0,-5-2-93 16,-4-1-157-16,-10 0-223 0,-2-1-284 15,-6-3-222-15,-5-3-178 0,-4-5 110 0,-4-2 490 16</inkml:trace>
  <inkml:trace contextRef="#ctx0" brushRef="#br0" timeOffset="37869.16">4496 4547 8 0,'-58'32'374'0,"-2"0"306"16,-2-2 231-16,2 0 64 0,2 0-289 0,3 0-259 16,3-2-104-16,4-2-57 0,5-1-36 0,3-1-33 15,4-3-34-15,6-1-32 0,4-4-37 0,4-3-37 16,5 0-25-16,3-4-16 0,1 0-11 16,5-5-7-16,3 0 0 0,4 0-4 0,2-4 1 15,6-2 1-15,4-2 20 0,5-3 20 16,4-5 20-16,10-6 8 0,7-4 7 0,7-5 41 15,11-7-2-15,9-5 0 0,8-8-16 0,6-6-9 16,7-7 0-16,10-8-32 0,8-7 26 16,7-8 2-16,9-4 0 0,1-1 0 0,0-2-8 15,-4 4-4-15,-3 2-31 0,-5 5-12 0,-4 2-5 16,-1 4-3-16,-3 4-3 0,-4 2-5 0,-4 6-7 16,-8 4-11-16,-4 5 0 0,-7 3-3 15,-5 6-1-15,-6 5 0 0,-4 6-32 0,-4 2-53 16,-4 5-56-16,-7 2-105 0,0 6-161 15,-5 2-316-15,-3 5-272 0,-2 2-225 0,-2 4-131 16,0 2 291-16,-3 1 529 0</inkml:trace>
  <inkml:trace contextRef="#ctx0" brushRef="#br0" timeOffset="38651.33">8645 5473 82 0,'25'-10'651'0,"-1"-4"451"0,3-4 143 16,1-6-128-16,4-4-353 0,6-5-348 15,9-6-125-15,7-8-30 0,8-4-24 0,7-9-17 16,9-5-29-16,4-5-34 0,5-5-45 0,3-1-47 16,3-2-25-16,-1-2-15 0,3-1-11 15,1 0-2-15,-1-1-1 0,-1-1-7 0,-3 1-9 16,-1 3 1-16,-6 3-1 0,-5 2 3 0,-5 8 0 16,-4-1 4-16,-5 6 3 0,-5 1-3 15,-3 3 1-15,-4 3-2 0,-5 1-3 0,-2 5-2 16,-7 1-26-16,-4 6-48 0,-5 1-50 0,-8 6-61 15,-6 4-131-15,-6 2-186 0,-9 6-286 16,-7 3-238-16,-7 6-220 0,-9 5-59 0,-6 3 390 16,-10 5 487-16</inkml:trace>
  <inkml:trace contextRef="#ctx0" brushRef="#br0" timeOffset="39144.87">7205 3367 40 0,'-35'29'416'16,"0"-1"341"-16,5-6 260 0,3-2 27 16,5-4-391-16,6-5-254 0,5-2-132 15,6-1-110-15,7-4-84 0,8-1-22 0,7-3-4 16,6-3-6-16,9-1 36 0,6-4 26 0,11-1 11 15,5-2 1-15,9-3 3 0,8 0 0 16,5-1-34-16,8 2-13 0,6-2-12 0,3 2-7 16,5 4-4-16,5 1-5 0,6 2-5 0,5 1-10 15,6 2-11-15,5 5-9 0,1 0-3 0,4 3 0 16,3 4-3-16,4 2-4 0,1 0 6 16,0 2 0-16,-4 2-1 0,-1-2 0 0,1 2-3 15,-4-1 5-15,-2-2-4 0,-5-2-9 16,-4 1-22-16,-7-3-41 0,-9-1-103 0,-5-3-157 15,-8-1-278-15,-6 0-276 0,-8-3-255 0,-8-1-131 16,-9-2 280-16,-11-5 484 0</inkml:trace>
  <inkml:trace contextRef="#ctx0" brushRef="#br0" timeOffset="39822.92">11464 3865 41 0,'9'-8'485'16,"-1"4"369"-16,-3 5 198 0,0 8-22 0,1 6-362 16,2 8-271-16,-2 12-143 0,4 10-66 15,0 12-27-15,2 10-16 0,-2 10-12 0,2 8-4 16,1 7-10-16,0 8 18 0,-1 7 21 0,1 6 23 16,-2 8 19-16,-2 5-15 0,-1 2-15 15,-3 6-35-15,0 4-35 0,1 2-32 0,-3 1-24 16,-1 3-15-16,-1 0-11 0,1 3-7 15,0 0-5-15,-1-2-3 0,1-2 1 0,-1-3 0 16,1-3-3-16,-2-2 1 0,0-2 2 0,0-6-1 0,0-6-4 16,-2-3-1-16,1-3 0 0,-1-7-2 15,-1-1-13-15,1-12-45 0,-1-5-61 0,2-9-68 16,-3-10-136-16,0-10-197 0,1-9-303 16,0-11-268-16,-1-7-204 0,-2-9-31 0,-1-7 430 15,-5-7 497-15</inkml:trace>
  <inkml:trace contextRef="#ctx0" brushRef="#br0" timeOffset="40391.73">8982 10609 149 0,'6'-25'526'0,"-1"3"268"16,-2 0 124-16,2 3-103 0,4-2-363 0,1 2-216 15,1-5-96-15,8 4-21 0,3-5 7 16,3 0 26-16,5-3 30 0,8-7 19 0,3-2 2 16,4-8-26-16,5-8-29 0,5-8-27 15,5-8-19-15,7-11-18 0,6-10-9 0,9-15 5 16,10-15-2-16,7-12-2 0,10-12-15 0,2-6-10 16,4-5-19-16,2 0-6 0,0 1-2 15,-4 6-17-15,-3 9-18 0,-5 11-36 0,-9 12-56 16,-6 9-157-16,-8 12-215 0,-9 10-287 0,-8 10-273 15,-5 9-209-15,-8 7 38 0,-6 10 464 0</inkml:trace>
  <inkml:trace contextRef="#ctx0" brushRef="#br0" timeOffset="51559.87">12881 7624 27 0,'-2'8'282'0,"1"-2"189"16,-3 1 184-16,3 1 36 0,-2-3-129 15,1 3-38-15,-1 0-12 0,1-4-25 16,-1 0-51-16,0 0-61 0,3-2-66 0,-1 2-61 16,1-3-50-16,0 0-10 0,0 2 5 0,1-3-3 15,-1 0-8-15,0 0-14 0,3 0-20 16,-3-3-27-16,0 1-20 0,2-4-14 0,-1 1-5 15,-1 1-7-15,0-5-4 0,0 1-6 0,2-2-9 16,-1-1-9-16,1-2-8 0,0-4-10 16,-1-1-5-16,2-6-6 0,2-1-2 0,0-4-3 15,1-4-2-15,2-5-2 0,-2-1 0 0,4-4-3 16,-1-4-1-16,2 1-2 0,-1 0 0 0,2 1-1 16,-2 0 0-16,-2 2 4 0,1 6 2 15,-1 3 4-15,-1 3 2 0,-1 6 3 0,-1 5 2 16,-1 1-1-16,-2 6 0 0,1 1-1 15,-1 4 1-15,-1 1-3 0,-1 3-1 0,0 2-3 16,2 4-2-16,-2 0-3 0,2 6 0 0,-1 2-2 16,1 2-1-16,1 3 1 0,0 3 1 0,0 2-1 15,2 2 0-15,1 4 0 0,-1 4 1 16,1 1 3-16,1 4 0 0,-2 0 1 0,2 5 0 16,-2-3 0-16,1 2-3 0,-1 0-1 15,0-3-3-15,1 0-1 0,0-2-2 16,-1-4-1-16,2-2 0 0,-1-1 0 0,-1-5-1 0,2-1 0 15,-2-3 1-15,0-1 0 0,2-5-1 16,-3 1 0-16,2-4-4 0,-3 0-7 0,1-2-10 16,-1-4-16-16,0 2-19 0,-1-3-29 0,-1-4-64 15,1 0-71-15,0-7-108 0,-1-1-161 16,1-2-274-16,-1-4-323 0,3-4-236 0,0-1-139 16,-1-3 272-16,0-1 570 0</inkml:trace>
  <inkml:trace contextRef="#ctx0" brushRef="#br0" timeOffset="51909.53">13344 7071 108 0,'9'15'690'15,"-4"4"463"-15,2 5 114 0,-1 6-123 16,0 2-341-16,3 4-261 0,1 0-147 0,0 3-80 16,1 0-45-16,-2-2-47 0,2-1-61 15,2-1-63-15,0-4-37 0,2-5-28 16,0-5-12-16,3-6-9 0,-1-6-5 0,3-6-2 0,0-8 1 15,-2-6 2-15,2-6-1 0,-2-7 1 16,1-6-2-16,-5-5 2 0,0-4-3 0,-2-1-1 16,-5-2-1-16,-4 0-1 0,-3 0 1 15,-6 3-2-15,-3-2 2 0,-6 4 5 0,-4-2 1 16,-3 3 7-16,-2 3 4 0,-1 3 9 0,-2 5 2 16,0 3-1-16,2 7-2 0,-1 6-6 15,-1 6-5-15,3 5-9 0,0 4-4 0,2 7-4 16,0 4-1-16,6 7 0 0,0 1-3 0,5 6 0 15,3-2-13-15,2 5-26 0,4 1-72 16,2 0-81-16,3 0-164 0,2-3-288 0,1-1-323 16,4 0-367-16,4-3-216 0,1-2 98 0,2-1 686 15</inkml:trace>
  <inkml:trace contextRef="#ctx0" brushRef="#br0" timeOffset="52997.44">14086 7264 94 0,'1'-4'343'0,"-1"-2"185"0,-1-1 156 16,-1 4-80-16,2 0-104 0,0-2-25 16,2 5 6-16,-2-3-6 0,0 1-32 0,-2 0-39 15,2 1-50-15,0 1-46 0,2 0-44 16,-1 0-24-16,-1 1-26 0,0 1-28 0,0 1-33 15,-1 1-34-15,-1 2-30 0,2 3-25 16,0 1-9-16,0 3-4 0,2 3 0 0,-1 8-3 16,4 2-1-16,-1 4 2 0,0 6-3 0,1 5-2 15,1 1-3-15,0 3-4 0,2 4-3 16,-2 4-8-16,1-3-6 0,-1 3-6 0,3 0-4 16,-1-4-3-16,0-4-5 0,0-3-1 0,2-6 0 15,-2-5 0-15,-2-6-1 0,2-4-1 16,0-7 1-16,-4-2 2 0,1-5 1 0,-2-3 1 15,-1-8 1-15,-2-4 1 0,0-7-1 0,0-5 0 16,-2-6-1-16,-1-5-1 0,0-2-2 16,-2-4 0-16,-1-3 0 0,1-1-1 0,-3-2 1 15,2-1 2-15,0 0 2 0,-5 0 1 16,3-3 0-16,-2 4 1 0,1-2-1 0,-1 2-2 16,2 0-1-16,0 0 0 0,-1 6-1 0,1-3-2 15,0 5 0-15,-1 2 0 0,4 1-1 16,0 3-1-16,0 2 2 0,-1 2 0 0,3 4 0 15,-2 2 5-15,2 5 3 0,0 0 4 0,0 3 0 16,1 1 2-16,-1 3-1 0,3 1-2 16,-2 2-4-16,2-1-3 0,-1 1-2 15,-1 2-2-15,2 2 0 0,0 0-2 0,0 0 1 0,2 2 0 16,-1 3 1-16,1-1 1 0,0 4 0 16,-1 1 1-16,4 5 1 0,-2 0 1 0,3 5 0 15,2 2 0-15,-1 4 0 0,-1 2 1 16,5 2 0-16,-1 0-2 0,-1 1 0 0,3-2-1 15,1-1 1-15,0-1-2 0,1-3 0 0,3-2-1 16,-2-1 1-16,2-4-1 0,-1 0-1 16,1-5 0-16,-1 0-1 0,1-4 0 0,-2 1 1 15,0-2 1-15,0-1-1 0,-1-3 1 16,-4 0-1-16,-1 0 1 0,0-2-2 0,-2-2-6 16,-2 0-12-16,-2 0-24 0,-2-2-53 15,-2-3-77-15,-4-1-128 0,0-1-213 0,-4-2-303 16,1 2-345-16,2-5-305 0,-3 1-106 0,0-2 448 15,1 2 662-15</inkml:trace>
  <inkml:trace contextRef="#ctx0" brushRef="#br0" timeOffset="53662.56">14394 7077 115 0,'-2'-11'346'0,"-1"-1"181"0,2 0 163 15,-3 2-93-15,3 0-72 0,-2 4-8 16,-1-1-3-16,3 1-22 0,-2 0-54 16,1 1-56-16,-2 4-60 0,2-2-49 0,0 3-28 15,-1 0-15-15,0 2-20 0,1-1-25 0,-1 2-27 16,-2 2-35-16,2-1-36 0,1 2-28 0,-1 2-12 15,2 1-5-15,-2 1-5 16,3 4-1-16,3 1 0 0,-2 1-2 0,2 4-1 0,1-1-3 16,1 3-5-16,1-1-5 0,0 4-4 15,4-2-1-15,-1 2-4 0,-1 0-3 0,5-3 1 16,-4 3-3-16,1-4 0 0,1 0-2 16,-2-2-3-16,3-2 0 0,-2 0-1 0,1-3-1 15,-1-2 0-15,2-3-1 0,-2-1 1 0,-2-4 0 16,3-1-1-16,-1-3 3 0,-4 0-3 15,2-4-1-15,1-1-11 0,-2-3-23 0,-4 0-53 16,0-1-64-16,-1-2-69 0,-2 0-127 0,-2 0-166 16,2 0-275-16,-2 1-248 0,-1-1-211 15,2 2-94-15,-4 2 319 0,2-1 503 16</inkml:trace>
  <inkml:trace contextRef="#ctx0" brushRef="#br0" timeOffset="54577.33">14633 7365 161 0,'1'0'528'0,"1"0"325"16,0-2 202-16,-2 2-130 0,0-3-242 0,0 1-183 15,0-2-124-15,0 0-82 0,0-2-59 16,0-2-55-16,1-2-9 0,2-3-10 0,2-1-5 15,-1-3-3-15,1-1-12 0,0-3-14 16,2-1-30-16,-3-2-11 0,2-1-19 0,1 2-13 16,-1-2-9-16,-1-2-1 0,0 4-5 0,-2-1-2 15,3 2-3-15,-3 0-3 0,0 1-6 0,1 3 2 16,-3 0-2-16,1 3-2 0,-1 2 0 16,-1 2 4-16,2 4 2 0,-2 1 2 0,0 1-3 15,2 1-3-15,-2 2-4 0,1 2-5 16,-1 3-4-16,0 2-3 0,2 2-2 0,-1 5-1 15,4 2 0-15,-2 2 0 0,2 4-1 0,0 2 2 16,-1 4 2-16,1 1 1 0,2 1 1 0,0 0-1 16,0 2-1-16,-1-2-2 0,2-2-3 15,0-5-2-15,0-4-1 0,0-2-1 0,0-4 0 16,2-4 2-16,-2-1 0 0,2-7 1 16,1-4 0-16,-1-6 1 0,-1 0 0 0,3-6-1 15,-2-2-1-15,-2-4 0 0,3 1-1 16,-3-2 0-16,0 1 0 0,-2 1 0 0,0 2 1 15,-1 2 4-15,-2 3 8 0,-1 2 5 0,1 4 3 16,-1-1 3-16,-1 6 0 0,1 1-5 16,-2 3-5-16,2 1-4 0,-1 5-4 0,1 4-2 15,-1 1 0-15,1 4-1 0,1-1-1 0,2 3 0 16,-1 1-1-16,0-1 0 0,0 2-2 16,3-3 0-16,-2 1 0 0,2-4-1 0,0 0-1 15,-1-1 0-15,2-4 0 0,1-3 1 0,1-3 0 16,0-4 1-16,0-6 1 0,2-3 0 15,-3-6-1-15,5-3 0 0,-3-5-1 0,1-3 0 16,-2 1 1-16,2 0-3 0,-4-1 2 0,1 3-1 16,-3 1 2-16,1 3 1 0,-3 2 1 15,-2 5 1-15,1 3 1 0,2 3 0 0,-4 2-2 16,-1 2-1-16,2 4 0 0,-1 4-1 0,1 2 0 16,0 4 1-16,-1 2 0 0,2 3 2 15,2 2 0-15,0 4-1 0,1-1 0 0,-1 1 0 16,1 1 0-16,1-2-2 0,-1-2 0 15,3 0-1-15,-1-2-1 0,-1-3 0 0,1-4-2 16,1-1 2-16,-3-6-1 0,2-2 0 0,0-2 0 16,0-5-4-16,-2 0-4 0,-1-2-8 15,0 0-11-15,-2-2-15 0,-1 4-18 0,-1-1-38 16,-1 2-59-16,-1 3-64 0,-4 2-104 0,2 1-162 16,-4 4-288-16,3 2-288 0,-4 2-225 15,3 2-141-15,-1 3 283 0,3 3 567 0</inkml:trace>
  <inkml:trace contextRef="#ctx0" brushRef="#br0" timeOffset="56075.97">15613 6736 130 0,'-5'3'369'15,"3"0"190"-15,-2 0 157 0,-1-1-118 0,4-1-141 16,-1-1-52-16,1 2-21 0,-1-2-11 16,2 0-26-16,0 0-40 0,0 0-33 15,3 0-41-15,0-2-49 0,3-1-43 0,2 0-27 16,4 0-28-16,0-1-28 0,2-1-18 15,0-1-12-15,2 0-12 0,1-1-5 0,1 0 1 16,1 0-2-16,0-2-4 0,0 0 0 0,0 0 3 16,0-1-5-16,0-1 1 0,-3-2 1 15,1 2-5-15,0-1-1 0,-4-3-9 0,0 2-16 16,-4 0-58-16,-2 0-118 0,-6 0-147 0,-2 2-269 16,-6 2-274-16,0 2-238 0,-5 2-62 15,-1 2 312-15,-4 2 422 0</inkml:trace>
  <inkml:trace contextRef="#ctx0" brushRef="#br0" timeOffset="56379.76">15787 6525 134 0,'12'-3'370'0,"-2"-3"170"16,2 1 163-16,-2-1-98 0,1 0-107 0,0 0-17 15,0-1-10-15,3 5-13 0,-2-5-46 0,0 2-62 16,2 2-81-16,-2 0-76 0,3 2-57 0,-2 1-34 15,3 1-20-15,-4 2 16 0,1 1 44 16,1 4 23-16,-2 0 12 0,-6 4 1 0,1 0-9 16,-3 4-35-16,-4 2-47 0,-4 3-31 15,-5 3-21-15,-2 1-16 0,-2 5-9 0,-4 1-5 16,-2 0-2-16,0 1 1 0,0-2-3 16,2-2 2-16,-4-2-2 0,7-5 2 0,-2-4-2 0,5-2-6 15,-1-5-28-15,2-6-55 0,0-4-53 16,4-3-41-16,2-7-65 0,2-3-110 15,2-7-116-15,3-3-139 0,5-3-231 0,0-4-235 16,3 1-117-16,3-3 183 0,0 1 398 0</inkml:trace>
  <inkml:trace contextRef="#ctx0" brushRef="#br0" timeOffset="57006.87">16552 5809 365 0,'5'-12'704'15,"-4"1"321"-15,1 3 116 0,-1 0-308 16,-1 1-209-16,0 3-93 0,0 0-79 0,0 4-88 15,0 0-81-15,-3 2-56 0,0 2-49 0,-3 2-65 16,-2 5-44-16,0 2-26 0,-6 2-12 16,1 7-6-16,-2 0-5 0,-1 5-6 15,-5 3-4-15,0-1-2 0,-1 3-2 0,-1 0-1 16,1-4-1-16,1-1-1 0,0-1 0 0,-1-4 2 16,5-3-1-16,-2-2-3 0,3-2 1 0,0-3 0 15,2-5 0-15,0-1-4 0,1-1 0 16,2-5 1-16,2-3-4 0,1 0 0 0,1-2-1 15,1-1 1-15,3 0-3 0,1-1 0 16,2 0 1-16,2-1 3 0,0 1 0 0,4-1-1 16,0 1 0-16,0 1 0 0,4 1 2 0,2 2 1 15,3 3-1-15,2 0 1 0,2 3 0 16,3 0 0-16,4 3-3 0,-1 1 2 0,3-1-1 16,4 0 4-16,1-1 0 0,0-2-1 0,2-1 1 15,2-4-1-15,1-1 3 0,-1-4 0 16,1-3 3-16,-3-3 2 0,2-4 2 0,-4 0 0 15,-1-4 1-15,-6-2-1 0,0-1 0 16,-6 1 10-16,-2-2 9 0,-5 1 12 0,-4 2 12 16,-3-1 11-16,-6 2 6 0,-5-1-5 0,-3 1-4 15,-6-1-10-15,-4 0-11 0,-5 3-10 0,-4-2-9 16,-3 0-7-16,0 3-2 0,-2 1-3 16,2 4-3-16,4 4 1 0,-1 4-1 0,4 5-2 15,1 2-3-15,2 9-3 0,1 3 0 0,1 6-5 16,4 2-12-16,0 5-36 0,4 2-76 15,1 2-111-15,3 2-210 0,3 0-300 0,3-1-348 16,3-1-361-16,0 1-147 0,6-2 374 0,-1 0 725 16</inkml:trace>
  <inkml:trace contextRef="#ctx0" brushRef="#br1" timeOffset="111393.44">12239 10026 169 0,'6'-2'412'0,"-4"-1"200"0,-1 1 164 16,1 2-121-16,-1 0-117 0,-2 0-44 0,-1 0-28 16,1 0-34-16,-3 0-51 0,0 0-57 15,1 0-63-15,-2 2-47 0,0 1-19 0,0-3-6 16,0 2-9-16,-4 2-17 0,3-1-14 15,-2 1-18-15,-2 2-25 0,1-2-24 0,-1 0-14 16,-2 2-8-16,-1 0-8 0,-3 2-8 0,-1 1-4 16,-2 1-7-16,-2 1-14 0,-4 6-10 15,-2-1-5-15,-4 3-5 0,-3 4-5 0,-5 2-4 16,-5 4 12-16,-2 3 5 0,-6 5-1 16,-2 3 0-16,-2 5 2 0,-4 2 1 0,0 1-5 15,0-1 2-15,3 2 2 0,-1 0-3 0,1-2-5 16,0 2 0-16,0-2-5 0,5 0-1 0,-2-3-3 15,4-1 4-15,2 0 8 0,2-5 3 16,5 0 3-16,3-3 0 0,3-3-2 0,2-3 1 16,6-3-3-16,0-4-4 0,7-2-2 15,2-4-1-15,3-1 0 0,3-4 0 0,0 0 0 16,4-3-2-16,2-2 2 0,1 0 1 16,-1-3-1-16,4 1 1 0,-1-2-1 0,2 1 1 15,-1 0-2-15,0 0 1 0,2 2 1 0,-3-1-2 16,2 1 2-16,-1 0 0 0,-1 2 0 0,-1 0 0 15,1-1 1-15,-3 2 2 0,2 1-2 16,-1-1 1-16,-2 0 0 0,2 0 1 0,-1-1-1 16,0 2 1-16,1-4 1 0,0 3-1 0,1-1 1 15,0-3-1-15,1-1 1 0,0 0-3 16,-1 0 0-16,2-1 1 0,0 1 1 0,1-3-1 16,1 1-1-16,-2 1 2 0,2-2-2 15,0 2-1-15,0-2 0 0,0 0-2 0,0 0 2 16,-1 1 1-16,1-1 2 0,-2 1 1 15,2-1 0-15,-2 3 0 0,-1-1-2 0,-2 0 0 0,1 5-3 16,-2-3 1-16,1 4 1 0,-2-1 1 16,-1 3 1-16,2 1 0 0,-2 0 2 15,-1 2 1-15,1-1 1 0,-3 2 0 0,3 0-1 16,0 0 0-16,0-2-6 0,-1 1-5 0,1-2-3 16,1 1 0-16,1-2 1 0,-2 0-1 0,4-3 5 15,-1 1 4-15,1-2 1 0,0 0 1 16,0-2-2-16,1-1 2 0,0 0-1 0,0 0 0 15,0 0 3-15,3-1 0 0,-2-1 2 16,1 1 3-16,-1-2 3 0,-1 3 3 0,0-2-1 16,0 1 0-16,-4 0 1 0,2 2-6 0,-4 3-3 15,-2 1-3-15,1-1-2 0,-2 4-1 16,-1-1 0-16,-1 2 0 0,1 2 1 0,-1-1-1 16,3-1 1-16,1-1 0 0,0-1-1 15,3-1 0-15,-1-3 0 0,5 0-1 0,-2-2-2 16,4 0-2-16,-1-2 2 0,2 0-3 15,0 0 1-15,2-2 1 0,-1 0 1 0,4 0 2 0,0 0 0 16,1-2 2-16,1 0 0 0,0 1 0 16,1 0-1-16,0-3 0 0,0 2 0 0,3 0 0 15,-3-1 1-15,0 2-2 0,0-1 1 16,0 1 0-16,-2-1 0 0,2 0 0 0,1 1-1 16,-1 1 1-16,-1-2 0 0,1 2 0 15,1 0 0-15,-1 2 0 0,0-2-1 0,0 1 0 16,4-1 1-16,-2 2 1 0,4 0 0 0,-1-1 0 15,1 1 1-15,2 1 5 0,-2 0 3 16,4-1 2-16,0 2 0 0,0-2 0 0,2 2 1 16,4-2-3-16,2 3 2 0,4-1-3 15,3-2 2-15,6 0 4 0,4 2 3 0,9-1 4 16,5-1 0-16,6-1 4 0,5-1 6 0,4-1-3 16,3-1-1-16,1-1-4 0,1-1-3 0,1 2-3 15,1 0-6-15,-3-1-1 0,1 3-3 16,-4-1-2-16,-3 1-3 0,-5 1-1 0,1-1-3 15,-6 3 0-15,-4-3-1 0,-3 0 0 16,-2 4-1-16,-7-4 1 0,-1 3 2 0,-7 0 0 16,-3 1 0-16,-4-1 0 0,-2 3 1 0,-5 0 0 15,0 0-1-15,-3 2 0 0,-5-2 0 0,2 1-1 16,-5 1 0-16,0-1-2 0,-2 1 1 16,0-4-1-16,-3 2 0 0,0-3-1 0,0 1 0 15,-1-3 0-15,-2 0-6 0,2-2-12 16,0-2-16-16,-2-2-29 0,2-1-61 0,-1-2-68 15,0-5-87-15,-3 1-153 0,-1-2-255 0,0 1-304 16,0-2-239-16,2 1-183 0,-1-3 112 16,3 0 559-16</inkml:trace>
  <inkml:trace contextRef="#ctx0" brushRef="#br1" timeOffset="111865.34">13314 10606 305 0,'14'-5'757'0,"-3"4"338"16,-3 0 84-16,0 1-254 0,-2 1-228 0,-1 2-157 16,0 0-108-16,0 0-75 0,-2 0-62 15,1 2-48-15,-1-3-63 0,-1 3-56 0,1-1-30 16,-3 1-14-16,2 1-10 0,-2 2-6 0,0-1-6 15,0 2-8-15,-2 2-8 0,-3 3-9 16,-2 4-8-16,-1 2-6 0,-5 5-5 0,-4 7-6 16,-5 6-4-16,-4 5-5 0,-4 5-2 0,-5 8-2 15,-7 4-1-15,-3 5-1 0,-3 1 0 16,0 3 3-16,-2 0-1 0,-1-1 1 0,5-2-2 16,-1-3-5-16,4-6-12 0,6-2-16 0,0-8-18 15,8-3-29-15,-1-7-49 0,6-5-55 16,2-5-53-16,5-6-89 0,1-9-147 0,3-4-221 15,3-5-249-15,3-9-222 0,6-7-175 0,-1-7 175 16,4-3 496-16</inkml:trace>
  <inkml:trace contextRef="#ctx0" brushRef="#br1" timeOffset="112189.37">12359 10311 338 0,'-13'6'979'0,"2"-4"332"0,0 3-65 0,6-3-204 16,1 3-518-16,2-4-256 0,5 1-135 16,2 1-42-16,5 1 18 0,5 0 13 0,7 2 32 15,4 0 17-15,8-1 15 0,9 1-14 0,9-2-42 16,8-1-24-16,5 0-36 0,8-1-23 15,6-2-20-15,4-2-11 0,0-1-8 0,2-1-4 16,2-1 2-16,-3-1-1 0,0 0-3 16,-5 1 0-16,-6 1-2 0,-7 2-3 0,-4 3-3 15,-5 2-21-15,-7 1-54 0,-7 4-62 0,-8 1-84 16,-5 3-155-16,-5 2-263 0,-6 1-305 16,-8 4-252-16,-6 2-187 0,-7-1 114 0,-6 5 546 15</inkml:trace>
  <inkml:trace contextRef="#ctx0" brushRef="#br1" timeOffset="112634.83">13671 10810 387 0,'0'0'819'0,"-1"4"302"0,-3 1 47 0,1 7-293 16,-3 6-221-16,2 2-121 0,-3 8-105 16,2 8-70-16,-3 5-58 0,-3 7-52 0,-1 6-66 15,-4 6-65-15,2 4-37 0,-4 7-25 0,1 4-15 16,-2 4-13-16,0 4-9 0,1 1-6 16,0 0-6-16,2-1-4 0,0-1-3 0,5-7-1 15,0-7-3-15,-2-5-10 0,2-4-25 16,0-6-56-16,-2-6-59 0,-1-3-74 0,-3-3-134 15,-2-1-181-15,1-2-298 0,-4-2-235 0,0 0-214 16,0-4-54-16,-5 1 395 0,0-5 504 16</inkml:trace>
  <inkml:trace contextRef="#ctx0" brushRef="#br1" timeOffset="112882.27">12508 12114 606 0,'-8'-11'1477'0,"3"4"160"0,0 4-299 0,-1 4-315 16,4 7-498-16,1 5-283 0,1 5-120 0,0 5-50 15,0 2-18-15,0 8-8 0,-2 1 0 0,2 9 0 16,-3 3-4-16,1 6-9 0,1 3-8 16,-2 7-5-16,-1 2-6 0,1 5-6 0,-2 0-1 15,-2 3 0-15,0-4-4 0,1-1-5 0,-4-4-13 16,1-5-25-16,-2-7-54 0,0-9-66 15,-2-9-79-15,-3-6-152 0,-1-10-215 0,-2-7-297 16,-2-7-256-16,-4-8-189 0,-5-7 33 16,-3-10 505-16</inkml:trace>
  <inkml:trace contextRef="#ctx0" brushRef="#br1" timeOffset="113315.04">11107 12049 4 0,'-36'-9'524'0,"-1"5"456"0,1 4 214 16,-1 3-60-16,1 4-286 0,1 3-423 16,3 3-186-16,2 2-55 0,3 1 3 0,2 2 22 15,3 1 3-15,3 2-8 0,3-2-14 0,4 3-30 16,1 2-44-16,4 1-47 0,4 4-22 16,3 2-13-16,3 2-7 0,2 4-6 0,4 1-5 15,1 5-3-15,3 0-3 0,-1 1 0 0,1 1-6 16,-2 3 0-16,0 0-4 0,0 1 0 15,-3 2 2-15,-2 1-2 0,-3 0 3 0,-1-2 0 16,-4 3 2-16,1-3 1 0,-4-3 2 0,-2-1-2 16,0-7-1-16,2-3-2 0,-1-7 0 15,1-4 1-15,-1-2-2 0,3-7-1 0,1-3-5 16,4 1 2-16,1-5 0 0,6 2-3 0,4 2 1 16,6-1 2-16,5 0 6 0,9-2 2 15,6 0 7-15,6 0 4 0,5-2 4 0,7-4 1 16,5-2 5-16,4-4 4 0,1-2 5 0,4-3 2 15,3-2 3-15,2-5-3 0,6-2-5 16,0-1-6-16,-1-3-11 0,1 0-7 0,-4 1-6 16,-1-2-1-16,-4 3-2 0,-5-1-1 0,-2 3 0 15,-6 1-15-15,-7 1-47 0,-6 1-72 16,-6 1-108-16,-9 3-189 0,-7 0-303 0,-6 3-336 16,-9 1-313-16,-10 3-142 0,-8 0 299 15,-10 4 659-15</inkml:trace>
  <inkml:trace contextRef="#ctx0" brushRef="#br1" timeOffset="113573.25">12311 13278 313 0,'37'-14'581'16,"-1"-1"194"-16,2-1 132 0,3-2-163 0,0-3-184 15,-1-1-89-15,2 0-17 0,-3-1 28 0,-1-2-36 16,-2 1-82-16,-3-1-69 0,-1-2-53 0,2-3-57 15,-4-2-61-15,-1-5-44 0,4-1-28 16,-3-7-21-16,-1-3-10 0,1-3-8 0,0-3-5 16,0 0-5-16,-2-5-2 0,3 3-1 15,-5-1-4-15,1 0-1 0,2 1-25 0,-6 2-62 16,2 3-61-16,-4 3-118 0,0 3-198 0,-4 3-312 16,2 3-306-16,0 3-227 0,-5 3-105 15,2 1 382-15,-5 3 580 0</inkml:trace>
  <inkml:trace contextRef="#ctx0" brushRef="#br1" timeOffset="114471.51">14528 10657 17 0,'-2'15'548'0,"1"0"501"0,-1-3 219 0,-2-5-102 15,2-4-332-15,2 0-334 0,0-3-145 0,2-6-78 16,2-4-45-16,1-5-27 0,3-6-16 15,0-6-34-15,3-5-52 0,0-3-34 16,4-7-11-16,0-1-5 0,0-4-13 0,2-1-2 0,-3-1 3 16,0 3 4-16,-1 4-1 0,-2-1 7 15,-3 5 5-15,-2 5 3 0,-2 6-1 0,-1 5 0 16,-2 2-4-16,-1 5-8 0,-1 5-7 16,-1 1-10-16,-1 3-8 0,0 6-8 0,0 0-6 15,-2 8-3-15,3 5-2 0,0 6 0 16,1 5 0-16,2 6-1 0,1 6 1 0,0 3-1 15,3 6-1-15,-1 3 0 0,0 1-1 16,0 2-1-16,2 2 1 0,-1-1-1 0,0-3-1 16,1-4 1-16,1-1 0 0,2-6-1 0,1-4-1 15,-1-3 0-15,4-6-2 0,-1-8-6 0,0 0-14 16,3-9-24-16,-3-6-52 0,3-6-75 16,-4-8-93-16,3-7-136 0,-1-5-160 0,0-8-207 15,-1 0-264-15,0-7-191 0,0-1-51 16,-2 1 266-16,-2-2 413 0</inkml:trace>
  <inkml:trace contextRef="#ctx0" brushRef="#br1" timeOffset="114769.61">15017 10249 11 0,'6'-6'342'0,"0"12"308"0,-1 0 312 0,0 9 120 15,3 5-256-15,-2 3-197 0,4 5-130 0,-1 2-86 16,2 0-56-16,0 3-68 0,3 0-56 0,-1-1-43 16,0-5-38-16,3 0-41 0,-2-2-49 15,3-6-30-15,-1-4-13 0,1-3-7 16,4-8-2-16,-3-4 1 0,2-4 2 0,0-8-1 15,-2-6-2-15,1-4 2 0,-3-7-3 0,-1-4-1 16,0-1-3-16,-3-2 3 0,-4-3-1 0,-3 3 5 16,-5-3 6-16,-3 3 3 0,-7-3 4 15,-4 1-1-15,-5 1 1 0,-6-1-2 0,-2 1-2 16,-3 7 3-16,-2 2 3 0,2 6 3 16,2 6-1-16,1 7-5 0,2 9-4 0,2 5-7 15,3 7-7-15,1 9-4 0,5 4 1 0,1 6-2 16,5 5 1-16,5 1-2 0,3 6-1 0,3 0-7 15,4-2-37-15,3 1-69 0,3-2-86 16,4-4-160-16,1-1-292 0,4-9-326 0,3-1-321 16,2-7-187-16,2-6 147 0,-1-6 633 15</inkml:trace>
  <inkml:trace contextRef="#ctx0" brushRef="#br1" timeOffset="115083.76">15608 10153 154 0,'3'2'746'16,"-3"5"435"-16,-1 7 84 0,-1 7-140 16,-3 6-377-16,4 4-255 0,-1 5-145 0,-1 4-69 15,3 0-45-15,5 3-37 0,-4-1-59 0,4-1-52 16,1-4-34-16,3-3-23 0,3-6-14 0,2-7-7 16,3-6-3-16,1-6-4 0,3-7 2 15,1-8-1-15,-3-5 1 0,1-6-2 0,1-5 1 16,-4-6-1-16,-3-1 2 0,-1-4 2 15,-5-2 1-15,0 1-1 0,-5-1 1 0,-5-1 6 16,-5-2 1-16,-3 3 2 0,-3-3 0 0,-4-1 2 16,-3 1 0-16,-1 1-6 0,-3 1-4 0,-1 6-2 15,1 3-1-15,0 6-3 0,1 9-4 16,-1 6-1-16,2 9-15 0,4 7-58 0,-2 10-68 16,6 6-143-16,0 7-278 0,6 6-305 15,1 4-353-15,2 2-259 0,5 2-8 0,2 4 619 16</inkml:trace>
  <inkml:trace contextRef="#ctx0" brushRef="#br1" timeOffset="115851.09">16043 10484 170 0,'0'3'740'0,"-2"-6"401"0,1 2 65 0,-1-1-135 16,2-5-430-16,0-2-263 0,3-1-118 16,1-4-60-16,-1-1-29 0,3-3-19 15,3-3 17-15,-1-3-12 0,2-5-28 0,0 1-10 16,2 0-4-16,-1-1-10 0,0-1-28 0,-1 5-16 16,-4 2-2-16,0 5 2 0,-1 3 1 0,1 5 1 15,-3 2-9-15,-3 6-4 0,2 2-10 16,-2 7-12-16,0 5-9 0,0 7-6 0,0 4 0 15,2 4 1-15,-1 3-2 0,1 2 1 16,1-1-2-16,0 2-1 0,2-3-4 0,3-4-3 16,-4-2 0-16,4-2 0 0,2-7-2 15,1-3 2-15,0-6 0 0,5-6 0 16,-2-5 0-16,3-7-1 0,-1-6 1 0,2-6-1 0,-1-3 0 16,0-3-1-16,-4-2 2 0,1 1-1 15,-4 2 5-15,-2 2 10 0,-2 4 8 0,-1 3 8 16,-4 5 6-16,-1 0 2 0,0 5-5 15,-1 2-6-15,-4 5-8 0,2 3-9 0,-2 5-5 0,2 3-4 16,0 4-1-16,-2 4-2 0,5 2-1 16,-2 3 0-16,2 1-1 0,2 0-1 15,1 3-1-15,2-3 0 0,0 0-1 0,1-3 0 16,3-3-1-16,-1-1-1 0,2-3-6 0,2-4-13 16,1-3-20-16,1-4-36 0,-1-4-75 15,-2-2-74-15,3-6-117 0,-4-1-166 0,0 1-246 16,-1-3-306-16,0 0-197 0,-2 1-142 15,-1 0 244-15,2-1 523 0</inkml:trace>
  <inkml:trace contextRef="#ctx0" brushRef="#br1" timeOffset="116301.75">16573 10243 218 0,'0'1'644'0,"0"4"376"0,0 0 159 16,-2 0-212-16,2 2-206 0,2 2-148 16,-1 0-138-16,1 0-103 0,1-1-81 0,0 2-58 15,2-3-76-15,1-1-57 0,0 1-30 0,3-6-13 16,3-2-4-16,-1-4-5 0,2-3-1 0,3-4-10 15,0-1-6-15,2-4-11 0,0-2-1 16,-1 0 1-16,0 2-1 0,0-1 2 0,-2 2 4 16,-2 3 3-16,-1 0 2 0,0 3 4 0,-4 3 5 15,1 4 6-15,-1 0 2 0,-2 5 4 16,1 2-1-16,-1 2-2 0,0 3-4 0,-3 1-5 16,2 4-7-16,-2 2-6 0,2-2-6 15,1 3-5-15,0-3-7 0,2 1-2 0,0 0-2 16,2-5-2-16,2-3-1 0,0-1-1 0,3-4 0 15,-2-2-1-15,4-5 0 0,1-4 0 16,-1-2 0-16,2-5 0 0,0 0 0 0,3-4-1 16,-3 1 1-16,3-2-1 0,-1 1 0 15,-2 1 0-15,0 1 0 0,-3 1-1 0,1 3 1 16,-4 2 0-16,1 4 0 0,-4 0 2 0,0 4-1 16,-2 2 2-16,0 5 1 0,-3 2 1 15,2 2 2-15,-1 2 2 0,-2 6 1 0,3-2-1 16,-1 3 0-16,1 2-2 0,0-1-2 0,3 0-2 15,0 0-2-15,3-2 0 0,0-3-1 16,4-2-1-16,1-2-3 0,3-1-11 0,-3-7-20 16,0 0-35-16,1-3-82 0,-2-3-123 0,-1 0-228 15,-1-2-304-15,-2 1-371 0,0-2-411 16,-3 0-119-16,-1-1 479 0,-4-2 773 0</inkml:trace>
  <inkml:trace contextRef="#ctx0" brushRef="#br1" timeOffset="122899.97">14074 9030 240 0,'-1'6'385'0,"-1"-1"139"0,-1 0 5 0,3 0-136 16,-2-1-73-16,2 1 0 0,-3-2 30 16,3 0 34-16,0 0 28 0,0 0-18 0,0 0-44 15,0-2-54-15,0 1-64 0,0 1-62 0,0-3-51 16,0 1-33-16,0 0-22 0,0-1-15 0,0 0-10 15,0 0-3-15,0 0-7 0,2 0 55 16,-1-1 52-16,3 0 36 0,0-2 13 0,0-1-2 16,2-2-4-16,-1-2-51 0,4-3-37 15,1-4-29-15,-1-3-14 0,4-3-6 0,-2-3-6 16,4-3-1-16,-2-3-9 0,3-3-5 0,-2 2-5 16,4-3-4-16,-2-1-2 0,-1 3-3 15,1-1 6-15,-2 5 2 0,-1 1 4 0,-2 3 1 16,-2 5 7-16,0 2 5 0,-5 2-1 15,1 4 4-15,-2 2 1 0,2 1 4 0,-4 3-4 16,1 1-2-16,-1-1-8 0,-1 4-7 16,2-1-6-16,-2 0-6 0,0 1-4 0,2 1-3 15,-2 0 0-15,1 0-1 0,-1 3 0 0,0 1 1 16,2 1 1-16,0 3 0 0,-2 2 1 16,0 0 0-16,1 4-1 0,1 1 1 0,-1 2-1 15,1 0 0-15,0 4-1 0,-1 0 1 0,2 2 1 16,-1 1-1-16,0 0 0 0,0 0 0 0,2 1 0 15,-3-2-2-15,2 2 0 0,-1-1-1 16,1 0-1-16,0-3 2 0,-1 2-1 16,0-4 1-16,-1 1 0 0,-1-3 0 0,0-1-1 15,0-1 1-15,0-1-2 0,-1-1 2 0,-1-1 0 16,0 0-1-16,1-2-1 0,-1-2-3 0,-1-1-11 16,3-1-17-16,-2-1-28 0,1-1-67 15,-1-1-67-15,1-3-94 0,-3-5-134 0,2-1-177 16,0-1-304-16,2-2-214 0,2-3-187 15,0 2 55-15,2-2 410 0,0-2 443 0</inkml:trace>
  <inkml:trace contextRef="#ctx0" brushRef="#br1" timeOffset="123663.55">14629 8887 233 0,'0'-3'537'0,"0"0"259"16,-1 3 141-16,1-1-190 0,-2-1-182 16,2 2-110-16,0 2-90 0,0-1-62 0,2 2-49 15,-2 4-57-15,1 1-51 0,1 3-40 0,0 3-22 16,-1 3-15-16,3 4 12 0,0 5 32 16,2 1 10-16,-3 2 4 0,2 5-9 0,0 1-6 15,0 2-25-15,0 0-35 0,-2 1-21 16,1-2-14-16,1-3-8 0,-2-3-3 0,2-5-4 15,-2-2-3-15,1-5 2 0,-1-5 1 16,0-1 19-16,1-3 19 0,-1-7 8 0,-1-2 7 16,1-7-2-16,1-3 1 0,-3-6-15 0,1-3-17 15,-1-6-7-15,1-5 1 0,-2-1 3 0,0-1 3 16,-2-2 0-16,-1-2 2 0,0-1 1 16,-4 0-6-16,0 0-4 0,1-1-5 0,-1 2-5 15,-1 2-1-15,2 2-1 0,-2 2 0 16,3 3 2-16,0 5 7 0,1 3 2 0,0 3 4 15,3 2 1-15,-2 4-2 0,1 3-4 0,-1 0-8 16,3 5-6-16,0-1-2 0,0 3-2 16,3 4 0-16,0 2 1 0,0 5 2 0,2 2 0 15,0 4 1-15,2 4 1 0,-3 0-1 0,4 4-1 16,-3-1-1-16,1 0 2 0,1 0 0 16,-1-1-1-16,1-4 1 0,2-1 0 0,-3-3 2 15,0-3 0-15,3-1 1 0,0-3-2 0,-1-4 2 16,0-3 1-16,2-2 0 0,-2-5 2 15,2-3-1-15,1-3 0 0,-2-3 0 0,1-3-2 16,2-3 0-16,-4 0 0 0,1 0-1 16,-3-1 2-16,1 2-3 0,-3-1 3 0,-3 1 1 15,1 2-1-15,0 2 4 0,-2 2 8 0,-2 3 6 16,2 3 4-16,-2 0-2 0,2 5 2 16,0 3-5-16,0 2-8 0,0 5-4 0,0 6-4 15,0 1-3-15,0 6 1 0,0 2-1 16,2 5 0-16,0-2-1 0,-1 2-1 0,2 1 0 15,1-1-2-15,-1-3-1 0,3-3-1 0,0 2-3 16,1-7-21-16,-1-3-62 0,0-3-73 0,3-4-126 16,0-1-205-16,-3-5-314 0,2-5-338 15,1-2-260-15,-1-2-85 0,2-3 433 0,1-1 606 16</inkml:trace>
  <inkml:trace contextRef="#ctx0" brushRef="#br1" timeOffset="124259.47">15096 8993 73 0,'0'7'620'15,"-2"-1"473"-15,-1 0 162 0,2-2-102 0,-1-2-378 16,0-1-294-16,2-2-182 0,0-4-98 16,2-2-56-16,1-4-36 0,0-1-36 0,2-4-25 15,3-2-19-15,0-2 11 0,1-2 29 0,-1-1 19 16,3 1 7-16,-1-1 0 0,-1 2 2 15,1 0-10-15,-4 5-28 0,0 1-10 0,-1 0-6 16,-2 6-3-16,1 1-8 0,0 2-3 16,-2 2-1-16,-1 2-8 0,2 2-3 0,-1 2-1 15,1 4 2-15,0 1-2 0,-1 5-3 16,1 2 0-16,1 2-2 0,-3 2-2 0,2 2-2 16,3 2-3-16,-3 1 0 0,2-1-2 15,0-2-1-15,0 0 0 0,0-4-1 0,1-3-2 16,0-3 1-16,2-2 0 0,2-5 1 0,0-3 0 15,0-7 2-15,3-5 1 0,-1-5 0 16,1-3 1-16,1-4-1 0,-3-1-1 0,1-1 2 16,0 0-2-16,-4 2 0 0,0 3-1 0,0 0 2 15,-4 6 5-15,1 1 6 0,-2 2 12 0,-1 5 8 16,1-1 5-16,-3 6 1 0,0 0-3 16,0 5-6-16,0 3-9 0,0 2-8 0,-3 6-6 15,3 1-2-15,-2 3-1 0,2 1-2 16,0 0 0-16,0 1 0 0,2-1-3 0,1-1 0 15,2-3-3-15,0-2 0 0,2-3-1 0,2-2 0 16,0-3 1-16,3-5 2 0,-2-5 0 16,3-4 2-16,1-3-1 0,-1-1 0 0,-1-2-1 15,-1 0 1-15,1 0 0 0,-2 3-2 16,0 0 0-16,-2 2 0 0,1 3 1 0,-4 3-1 16,3 1 0-16,-1 3 1 0,-3 3 0 0,2 1 1 15,-1 5 0-15,-3 2 0 0,-1 2 0 16,2 2-4-16,-3 0-13 0,2 2-20 0,-2-2-54 15,3 1-73-15,-3-4-107 0,0-3-176 16,4-1-295-16,-3-5-328 0,4-3-283 0,2-3-151 16,2-6 264-16,-1-4 633 0</inkml:trace>
  <inkml:trace contextRef="#ctx0" brushRef="#br1" timeOffset="124632.3">15833 8580 80 0,'0'0'601'0,"-2"0"453"0,0-2 174 15,1 2-90-15,-1 0-385 0,2 0-236 16,0 0-136-16,0 0-82 0,0 2-57 0,2-1-33 15,1-1-30-15,0 1-50 0,2 1-45 16,3 0-27-16,0-1 0 0,1 3-8 0,4-3-7 16,-2 1-7-16,2 0-3 0,1 1-3 0,0-3-11 15,0 2-7-15,2-2-5 0,1 0 1 16,-2 0-3-16,0-2-3 0,0 2 2 0,-3-3-2 16,1 3 0-16,-5-2-1 0,3 1-1 0,-5 0-5 15,-1 1-24-15,-3-1-59 0,-1 1-61 16,-4-3-92-16,-2 3-150 0,-3-1-204 0,-2 0-301 15,-2-1-240-15,0 0-190 0,2 1 76 0,-1-2 457 16</inkml:trace>
  <inkml:trace contextRef="#ctx0" brushRef="#br1" timeOffset="124871.65">15964 8487 345 0,'3'-2'742'15,"2"0"267"-15,-4 2 72 0,4-1-252 0,-2 0-263 16,2-1-190-16,3 1-114 0,0-1-57 15,-2 1-50-15,2 1-54 0,2 0-21 0,0 0-20 0,0 1-9 16,0 1 36-16,0 1 45 0,-1 1 24 16,0 2 11-16,0 2 1 0,-1-1 1 0,-3 3-31 15,0 0-35-15,-3 2-20 0,-1 1-23 16,-4 2-11-16,1 0-15 0,-2 3-9 0,-3-1-8 16,-2 0-9-16,1 5-1 0,2-3-4 15,-3 2-4-15,0-3-7 0,3 1-49 0,0-2-72 16,-1-3-132-16,1-2-246 0,1-4-297 0,2-3-353 15,2-2-304-15,-1-4-69 0,0-6 520 16</inkml:trace>
  <inkml:trace contextRef="#ctx0" brushRef="#br1" timeOffset="125932.5">16816 8369 256 0,'2'-10'709'0,"-2"1"381"0,-2 0 106 0,1 0-212 15,-3 2-288-15,1 1-141 0,0 0-119 0,0 1-92 16,-5 1-62-16,0 1-50 0,0 3-64 16,-3 0-61-16,0 4-40 0,1 4-26 0,-4 4-15 15,3 3-11-15,-2 4-5 0,3 7-3 16,2 4-3-16,0 4 0 0,2 2-1 0,4 3 0 16,2 2-1-16,2-5-1 0,5 3-1 0,1-8 0 15,2-1 0-15,2-5 0 0,4-2 0 0,3-6-3 16,0-7 1-16,3-3 1 0,4-5 1 15,-1-6-2-15,0-5-1 0,-1-6 0 0,1-4-7 16,0-3-9-16,-3-1-11 0,-4-4-6 16,1-2-4-16,-5 2-1 0,0 1 6 0,-6 0 9 15,0 5 11-15,-2 0 10 0,-3 4 5 16,-1 1 3-16,-2 5 0 0,-2 2 3 0,-1 3-2 16,2 3-4-16,-4 4 0 0,4 4-3 0,-1 5 2 15,1 3-3-15,1 5 3 0,1 5 5 16,4-2-1-16,2 5 1 0,0-1 1 0,1 3-1 15,4-5-3-15,1-1-2 0,0 0 1 16,3-7-2-16,0-2 0 0,2-6-1 0,1-3 5 16,-3-6 1-16,3-5-3 0,-1-6 2 0,-1-1 1 15,-3-4 3-15,-1-3-2 0,-4-3 0 16,-1 0 8-16,-4-1 8 0,-3 3 7 0,-4-1 5 16,-2 2 4-16,-4 1 3 0,-3 0-6 0,-5 4-8 15,-3 0-6-15,0 3-7 0,-3 4-4 16,-1 3-4-16,-1 3-1 0,4 5-1 0,-1 2-3 15,2 3 2-15,2 4-2 0,3 3 0 16,0 3 0-16,6 2-2 0,3 0 2 0,2 4-5 16,4-2-20-16,4 0-67 0,2-1-65 0,6-6-121 15,0-1-189-15,5-6-308 0,0-4-324 0,2-3-230 16,3-4-111-16,1-7 376 0,0-3 577 16</inkml:trace>
  <inkml:trace contextRef="#ctx0" brushRef="#br1" timeOffset="126131.75">17442 8253 80 0,'4'-9'637'0,"-2"6"456"16,2 0 133-16,-4 4-111 0,0 4-377 0,1 1-318 0,1 4-172 15,-1 1-85-15,4 4-40 0,0 0-31 16,0 2-22-16,2-2-18 0,-2 2-19 16,3 1-19-16,-1 1-1 0,1-2-6 0,1 3-3 15,-3-1-2-15,-1 1 2 0,2 2 5 0,-6 0-2 16,1 3 5-16,-4 0-7 0,-1 0-28 15,-4 3-36-15,-1-5-74 0,-4 0-144 0,1-3-199 16,-2-3-289-16,-3-6-255 0,4-3-209 0,-4-7 65 16,3-6 431-16</inkml:trace>
  <inkml:trace contextRef="#ctx0" brushRef="#br1" timeOffset="126312.5">17335 8063 249 0,'1'-14'865'0,"-1"5"370"0,0 2-6 15,0 5-177-15,0 3-481 0,0 3-285 16,2 4-145-16,1 3-71 0,4 1-33 0,0 3-17 16,1-2-14-16,3 3-6 0,5 1-21 15,-2-2-109-15,5 2-195 0,0-3-285 0,2-2-265 16,-1 2-265-16,3-3-135 0,0 2 333 0,-1 0 519 16</inkml:trace>
  <inkml:trace contextRef="#ctx0" brushRef="#br1" timeOffset="126807.42">18116 8249 33 0,'2'-6'527'15,"-1"1"467"-15,-1-1 242 0,-1 0-37 0,1 2-291 16,-2 1-255-16,0 0-189 0,1-2-114 16,-1 3-69-16,2 0-57 0,-2 0-71 0,1 0-53 15,-1 2-34-15,2 0-20 0,0 0-15 16,0 3-12-16,0 2-9 0,0 3-4 0,0 3-2 15,0 4-1-15,0 0-1 0,0 3 0 0,3 3-1 16,-3 0 1-16,2 3 0 0,1-1 0 0,1 1 0 16,0 0 1-16,2-2-2 0,2-1-2 15,-1-3 1-15,2-3-4 0,2-3 3 0,0-3-1 16,-1-4 2-16,4-5 0 0,-1-5 1 16,2-4 0-16,-2-4-1 0,4-5 1 0,-4-3 2 15,1-2 0-15,-1-1-1 0,-2 0 1 16,0 0 1-16,-3 1 0 0,-1 4 0 0,-4 2 0 15,0 0-1-15,0 0 1 0,-3 4-1 0,-3 1 0 16,0 0-1-16,0 3 0 0,-2 1-3 16,-2 0-4-16,1 3-14 0,-2-3-48 0,2 2-67 15,-1-1-74-15,3 1-130 0,0 0-180 0,1 0-304 16,3-2-268-16,3 1-202 0,1-1-62 16,2 0 373-16,2 0 502 0</inkml:trace>
  <inkml:trace contextRef="#ctx0" brushRef="#br1" timeOffset="126967.1">18481 8059 372 0,'8'8'900'0,"0"1"343"0,-5 1 58 16,0 4-238-16,-1 2-312 0,-2 4-245 0,-2 1-151 15,-1 4-90-15,-2 2-81 0,-2 1-80 0,2 0-47 16,0-1-25-16,2-1-17 0,-1-6-27 16,4-1-71-16,-1-4-66 0,-1-5-123 0,2-4-198 15,-1-3-308-15,-1-6-322 0,-1-5-227 0,3-3-99 16,0-5 390-16,0-5 576 0</inkml:trace>
  <inkml:trace contextRef="#ctx0" brushRef="#br1" timeOffset="127117.9">18451 7903 101 0,'-2'-10'617'0,"-1"2"406"0,0 6 131 0,-2 4-100 16,4 3-413-16,-3 2-300 0,2 5-169 0,2 1-84 15,2 0-43-15,3 2-45 0,2 0-92 0,-1 0-135 16,5 2-236-16,2-3-274 0,1 1-241 15,3 2-131-15,1-3 166 0,2 1 393 0</inkml:trace>
  <inkml:trace contextRef="#ctx0" brushRef="#br1" timeOffset="127502.1">18829 8097 44 0,'0'-8'620'15,"-2"1"598"-15,-2-1 279 0,-3 1-148 0,-1 1-394 16,-1 4-362-16,-2 0-204 0,-1 4-131 0,-1 5-93 15,0 3-59-15,0 5-34 0,2 4-29 16,1 5-15-16,1 2-11 0,1 4-8 0,5 2-4 16,1 2-2-16,2-2 0 0,4 4-2 0,1-7-3 15,5-2-2-15,1-7-12 0,7-7-24 0,-4-7-43 16,6-10-52-16,0-8-52 0,2-9-44 16,-2-8-27-16,1-5 1 0,-1-7 36 0,-2-2 66 15,-6-4 72-15,-2 0 64 0,-1-1 88 16,-6 1 92-16,-3 2 55 0,-3 2 22 15,-3 2 2-15,-2 2-13 0,-1 3-34 0,-4 4-44 16,2 5-29-16,0 5-20 0,-2 7-20 0,2 2-17 16,2 9-19-16,-1 4-16 0,2 7-13 0,4 7-7 15,-1 4-3-15,2 7-2 0,3 1-1 16,1 8 0-16,2 1-2 0,2 6 0 0,2 1-1 16,-1 1-2-16,6 2-1 0,-2-1-8 0,6-3-19 15,-4-2-43-15,1-4-78 0,3-3-85 16,-2-7-148-16,0-3-201 0,-1-6-315 0,1-4-295 15,1-4-182-15,-2-4 14 0,0-6 460 0,1-2 498 16</inkml:trace>
  <inkml:trace contextRef="#ctx0" brushRef="#br1" timeOffset="127649.67">19107 8203 121 0,'6'-10'571'0,"-1"0"429"16,-3 5 204-16,-1 1-134 16,3 0-213-16,-4 4-187 0,1 4-175 0,1 1-121 0,-1 4-78 15,-1 2-61-15,2 1-81 0,0 1-62 16,-1 4-36-16,2-1-20 0,2 2-14 0,-2 1-9 15,0 3-6-15,0-1-6 0,2 1-4 0,0-1-34 16,0 2-74-16,1-5-86 0,-2-1-159 16,1 0-269-16,0-3-325 0,3-2-326 0,1-5-184 15,-1-1 121-15,2-4 605 0</inkml:trace>
  <inkml:trace contextRef="#ctx0" brushRef="#br1" timeOffset="127888.48">19390 7938 150 0,'-11'-21'910'0,"-2"4"606"0,-1 5-13 0,0 5-271 15,-2 4-435-15,2 3-330 0,-2 4-204 0,3 2-112 16,1 2-54-16,3-1-37 0,0 1-24 16,5 0-18-16,2 1-9 0,4-4-6 0,1 1-5 15,2-2-2-15,3 0-13 0,1-2-33 16,0-1-52-16,1-1-49 0,-1 0-42 0,-1 0-49 15,0 0-52-15,-3 0-65 0,0 0-68 0,-1 1-118 16,-2 1-257-16,-1 1-224 0,-1-1-115 16,0 3 153-16,-3 0 365 0</inkml:trace>
  <inkml:trace contextRef="#ctx0" brushRef="#br1" timeOffset="138275.88">19545 6091 172 0,'0'-1'409'0,"-2"1"199"0,2 0 166 16,0 1-159-16,-1-1-110 0,1 0-53 15,0 1-37-15,0-1-37 0,0 0-52 0,0 0-66 16,0 0-68-16,1 0-66 0,-1 0-45 0,0 0-35 15,2 2-25-15,-1-2-8 0,-1 2-8 16,2-2 21-16,1 1 9 0,1 0 4 0,-1 1 5 16,0 0 2-16,0-2 15 0,0 1-14 0,3 0-7 15,-2 1-2-15,-1-2-2 0,2 0-3 16,-2 3-14-16,2-3 55 0,-2 0 43 0,2 0 19 16,2 0 7-16,-2 0-1 0,1 0-4 0,-1 0-54 15,2 0-37-15,0 0-25 0,0 0-10 16,-1 0-7-16,-1 0 0 0,1 0-1 0,0 0 2 15,1 0 2-15,-3 2-4 0,3-2-1 0,-1 0-3 16,0 0 5-16,-1 0-5 0,2 0-2 16,-3 0 3-16,4 0 4 0,-2 0 1 0,1 0-1 15,-1 0-2-15,1 0 1 0,-1-2 0 0,1 2-1 16,0 0-2-16,-1 0-1 0,1 0 1 16,0 0-1-16,0 2 3 0,-1-2-4 0,1 0-1 15,-1 3 0-15,2-3 4 0,-2 1-2 0,0-1-2 16,1 2 4-16,-1-2 2 0,0 0 1 15,2 1-4-15,-3-1 0 0,2 1 0 0,-3-1 0 16,4 0-1-16,-2 3-3 0,-1-3 2 0,2 0 2 16,-3 0 1-16,4 0-2 0,-3 2-1 15,0-2 2-15,-1 2 0 0,1 0 0 0,-2-2-1 16,2 1 0-16,-1 0 2 0,0 1-2 0,1 0 2 16,-4-1-1-16,2 2-1 0,1-2 2 15,-1 1-1-15,0-1-1 0,1 1-1 0,1-1 1 16,-2-1 0-16,2 2 2 0,-2-1-2 15,2 1 2-15,-2-2 2 0,2 1 0 0,1-1-1 16,1 2-3-16,-3-2 1 0,1 0 1 16,2 0-3-16,0 0-1 0,-2 0 1 0,1 0 4 15,-1-2-1-15,2 2-1 0,-1 0-1 0,0 0 1 16,-1 0 1-16,0 0-5 0,0 0 2 16,-1 0 1-16,2 2 2 0,-1-2 1 0,0 1-2 15,-2-1 2-15,2 2-2 0,-2-1 1 16,0-1-3-16,3 3-1 0,-3-2 3 0,2 1 0 15,0 0 0-15,-2-1-1 0,2 0 0 0,0 3 1 16,1-3-4-16,-3 0 2 0,4-1 1 0,-4 2 1 16,2 0-1-16,-1-1 2 0,1-1-1 15,1 1-2-15,1-1 1 0,-3 2 0 0,3-2 2 16,-2 0-1-16,2 3-1 0,0-3 1 0,-1 0-1 16,1 0 0-16,0 0 0 0,-1 2 1 15,1-2 0-15,-1 0 3 0,1 0-2 0,-1 0 2 16,0 0-3-16,1 0 0 0,-3 0-1 15,1 0-1-15,0 0 2 0,1 0-2 0,-3 0 1 0,2 0 0 16,-2 0 1-16,0 0-1 16,1 0 0-16,-1 0 0 0,2 0 1 0,-3 0 0 15,2 0 2-15,-1 0 2 0,0 0-2 0,0 0 1 16,2 0-2-16,-2 0 0 0,2 0-2 16,-1 0 1-16,1 0 3 0,0 0 12 0,0 0 7 15,0 0 2-15,-1 0 1 0,1 0 0 0,1 0-2 16,1 0-8-16,-3 0-7 0,1 0-1 0,-1 0-4 15,0 0-1-15,1 0-1 0,-1 0-3 16,0 0 0-16,-1 0-1 0,0 0 2 0,0 0 2 16,1 0-2-16,-1 3 3 0,0-3-3 15,1 0 3-15,-1 0-2 0,1 0-1 0,-1 0 0 16,0 0-1-16,0 0 1 0,2 0 0 0,-2 0 2 16,2 0-1-16,-2 0-1 0,0 0 1 15,2 0-1-15,-2 0-1 0,2 0-2 0,-2 0 3 16,0-3-1-16,3 3 1 0,-3 0 1 15,2 0 0-15,-1 0-1 0,-3-2 1 0,2 2-1 16,1 0 1-16,-1 0-1 0,0 0 0 0,1 0 1 16,1-3-1-16,-2 3 3 0,1 0-3 15,-3 0 2-15,2 0-2 0,1 0 0 0,0-2 0 16,-2 2-2-16,1 0 2 0,2-1-1 0,-2 1 1 16,0 0-1-16,0 0 0 0,0 0 1 15,1-1 0-15,-3 1 0 0,3 0 0 0,-3 0 0 16,2 0 0-16,2-2 0 0,-4 2 0 0,2 0-1 15,1-2 1-15,-3 2 0 0,2 0 0 16,-1-1 0-16,1 1 0 0,1-1 0 0,-1 1 0 16,0 0 2-16,1-2 0 0,-1 2-1 15,1 0 0-15,-1-2-1 0,0 2 0 0,0 0-2 16,1 0 1-16,-3 0 0 0,2 0 2 0,2 0 0 16,-4-1 0-16,2 1 1 0,-1 0-2 15,1 0 1-15,-1 0 0 0,1 0-2 0,-1-1 1 16,1 1 2-16,0-2 1 0,-1 2 0 15,1 0-3-15,0-2 1 0,0 2 1 0,-2-1-4 16,3 1 1-16,-3 0 0 0,3-1-1 0,-1 1 1 16,0 0 1-16,0-2 0 0,0 2-2 15,1 0 2-15,0-1 0 0,-1 1 1 0,0 0 0 16,1-2 0-16,0 1-1 0,0-1 0 0,-1 1 0 16,0 1-2-16,3 0 2 0,-3-2 0 15,0 2 1-15,1-1 0 0,-1-1 0 0,2 2 1 16,-2-1-3-16,0-1 2 0,0 1-1 15,2-1 1-15,-2 2-1 0,0-1 1 0,-1-1 1 16,1 1-2-16,-2 1 0 0,3-1 0 16,-3-1 0-16,4 0 0 0,-3 1 0 0,2 0 0 15,-2-1 0-15,1 0 0 0,0 0 0 0,0 2 0 16,0-3 0-16,-1 2 0 0,1 0 0 0,1-2 0 16,-1 0 0-16,3 3 2 0,-5-2 1 0,2-1-2 15,1 1 2-15,-1 1-2 16,0-2 2-16,0 1-1 0,2 0 0 0,-2 0 0 15,3-1-1-15,-3 2-2 0,1-3-2 0,-1 2 0 16,0 0-1-16,0-1 3 0,1 2-2 16,-1-2 1-16,0 0 2 0,-1-1 2 0,2 2-2 0,-1-1 0 15,-1 0 1-15,1 0-1 0,-1 1 3 16,1 0 1-16,0-2-2 0,-1 2-1 0,1-2-1 16,0 1 1-16,1-1-1 0,0 2-2 15,-3-4 1-15,2 3 2 0,1 0 1 0,-3-2 0 16,2 3-1-16,1-2-1 0,-3 0 1 15,2 1 1-15,-1-1-3 0,1 1-1 0,2-2 2 16,-4 1 1-16,2 0 1 0,-1 0-1 0,1 0 1 16,-1 0 1-16,1-1-3 0,-1 2 0 15,1-2-1-15,-1-1-1 0,2 1 1 0,1 1 1 16,-4 0 1-16,2-1 0 0,-1 1-1 0,0 1 2 16,-1-2-3-16,2 0-1 0,-1 1 1 0,1 1 1 15,1-1 2-15,-3 0-2 0,1-2 1 16,1 4 1-16,0-3 0 0,0 1-2 15,0-1-2-15,0 2 2 0,1-2-2 0,-3 3-1 16,4-3 2-16,-2 0 0 0,0 1 1 16,2 1 0-16,-4-1 1 0,2-1 1 0,2 2-1 0,-1-1 0 15,-3 0 0-15,2-1 1 0,1-2 0 16,-1 2-2-16,3-1 1 0,-5 1 0 0,2 1 0 16,1-2-3-16,-1 1 1 0,0 0 1 15,-1 1 0-15,1 0 1 0,0-1 1 0,0-1-1 16,1 2-1-16,0 0 0 0,-1-1 1 0,0 0-2 15,1-1-2-15,-3-1 5 0,2 5-1 16,1-5-1-16,-3 1 0 0,1 0 1 0,-1-2-1 16,-1 2 0-16,2 0 0 0,-2-1 2 15,2 1 0-15,-2 0 0 0,1 0-1 0,-1-3-2 16,0 4 1-16,0-1 1 0,0 0-3 16,3 0 2-16,-1 0 2 0,-2 2-2 0,1-4 0 15,-1 2-2-15,3 2 0 0,-3-2-1 16,2 0 1-16,0 0-1 0,-1 0 3 0,2-2 0 0,-1 2 0 15,1 0 0-15,-1 0 0 0,1-1 0 16,-1 1 0-16,2-2 0 0,-2 1 1 0,1-1 2 16,0 2-3-16,-1-1-1 0,1-1-2 15,-2-1 3-15,1 1-2 0,0 1 1 0,-1 0 0 16,1-1 2-16,0-1 0 0,-2 1-2 0,1-3 0 16,-1 3 1-16,2-3 0 0,-2 1 0 0,0 0 0 15,0-1 2-15,0-1-2 0,-2 2-1 16,2-1 0-16,0-1-1 0,0 2 1 15,0-3-1-15,-1 4 1 0,1-3 0 0,0 1 0 16,0-2 2-16,0 3 0 0,0-2-1 0,0 2 2 16,0-2-1-16,0 1 2 0,1-1-3 0,-1 0-2 15,3 0 2-15,-3 2 0 0,2-2 1 16,1 1-3-16,-2 1 2 0,1-2 1 0,-1 1 1 16,3-1-2-16,-3 1 3 0,1 2-1 15,0-2 1-15,-1 2 0 0,2-2-3 0,-3 2 0 16,2 0 0-16,0 2 1 0,-2-1-1 0,0 1 1 15,0-2-1-15,0 2 1 0,0-1-2 16,0-2 1-16,0 2 0 0,-2-2-1 0,0 2 1 16,2-3 0-16,0 1-1 0,0 0 0 15,0-1-1-15,0 2-1 0,0-2 0 0,4 1 1 16,-4-1 0-16,1 1 0 0,-1 1 1 0,3-2 0 16,-3 0 1-16,2 3 0 0,1-3-1 0,-2 2 0 15,-1 0 1-15,2-1-1 0,-2 0 0 16,1-1 1-16,-1 2-2 0,2-2 4 0,0 2-2 15,-2-3-1-15,0 2-2 0,1-1 0 0,1 1 0 16,0-3 0-16,-1 2 0 0,-1-1 0 16,3-2 3-16,-1 3 0 0,0-2 1 0,-1 1 0 15,1 1 2-15,-1 1 1 0,-1 1-1 16,2 0 1-16,-2 2-3 0,0-1-1 0,-2 1 1 16,2 1-2-16,0-1 1 0,0 4 1 15,-1-4 2-15,-1 1 0 0,2 2-1 0,-1-2 0 16,-1 1 1-16,0-1-3 0,1 0-1 0,-1-1 2 15,2 1-2-15,-1 0 2 0,-1-2-1 16,0 1 2-16,1-1 0 0,1-1-3 0,0 2 4 16,-2-1-2-16,0 2 0 0,2-1-2 15,0-1 4-15,0 1 0 0,0 1-3 0,0-2-1 16,0 1 3-16,2-1 1 0,0 1-3 0,-2-1-1 16,0 1 1-16,1-2-1 0,-1 1-1 0,2-1 1 15,0 1 0-15,-2 2 3 0,1-3-4 16,-1 2 4-16,0 1-2 0,0-2-2 0,2 3 2 15,-1-1 0-15,-1 0 3 0,0 0-3 16,0 0 3-16,0 0-1 0,0-1 1 0,0 1-1 16,0 0-2-16,0 0-2 0,0 1 2 0,0-3 0 15,0 2-3-15,-1 0 1 0,-1 0 2 16,2 0-1-16,-1 0 1 0,1 0 1 0,-4 1-1 16,4 0 1-16,-1-1 0 0,1 1 0 15,-4-1-2-15,3 2-1 0,-1-2 1 0,1 1 1 16,-4-1-2-16,4 2 2 0,-1-2 0 15,1 1 0-15,-3-1 0 0,4 2-2 0,-3-3 3 16,2 3-3-16,1-3 1 0,-2 2 1 0,0-1 0 16,1 2 0-16,1-4-3 0,0 2 2 0,0-1-2 15,1 0 1-15,-1-1-1 0,2-1 1 16,0 1 1-16,-1 1-3 0,1-2 3 0,-1 0-1 16,1 1-2-16,0 1 0 0,-1-1-1 0,-1 1 4 15,0 1-1-15,2-2 1 0,-1 2 1 16,-1 1 1-16,0-1 0 0,2 2 0 0,-2-2-4 15,0 0 0-15,0 1 1 0,0 0 1 16,0 0 0-16,0-1-2 0,0 0 3 0,0 0-2 16,0 1 3-16,0-1-3 0,0-3 0 0,0 3 2 15,0-1-2-15,0 1 3 0,0-2 1 16,0 3 0-16,-2-1 1 0,2 0 0 0,0 1 1 16,0-1-2-16,0 1-2 0,0-1 0 15,0 2 0-15,0-1 2 0,0 3-2 0,0-3 2 16,0 2 0-16,0-1-2 0,0 1 0 0,2-2-1 15,1 0 0-15,-3 1-3 0,1 0 4 0,2 0-1 16,-1-1 3-16,0 0-2 0,1 1 2 16,0-1 1-16,-1 1-3 0,1 0 1 0,-1-1 0 15,-1 1-1-15,1 2-1 0,-1-2 1 16,1 3 0-16,1-1 0 0,-3 1-1 0,0 0 1 16,1 1-3-16,-1-2 3 0,0 2-3 15,2 0 1-15,-1-1 1 0,-1-1 1 0,0 1 3 16,0 1-2-16,2-2 0 0,0 0 0 0,-1 0 2 15,1 0-3-15,0 0-1 0,-2 1-1 16,1-1 1-16,2 0 1 0,-3 0 0 0,2 1 0 16,0-2 1-16,-2 3-1 0,1-1 0 0,-1 1-3 15,0-2-3-15,2 2 2 0,-2 0-3 16,1 0 2-16,-1 2 0 0,4-1 1 0,-4 0 2 16,2 1 1-16,-2-1 2 0,4 2 1 15,-4 0-1-15,1-2-1 0,1 3 2 0,-1-3-1 16,3 2-4-16,-3 0 3 0,1 0 0 0,-1 0 1 15,3 0-2-15,-4 2 1 0,1 0 3 0,2-2-4 16,-1 4-1-16,0-1 2 0,-1 0 0 16,2 0-1-16,-1 1-1 0,-1 0 0 0,-1 2 2 15,2-1-4-15,-1-1 0 0,1 2 1 0,0-1-2 16,-2 1 2-16,1-1 0 0,1 0 1 16,-1-1 2-16,-1-2-2 0,4 3 1 0,-4-2 1 15,1 1 2-15,1-1 3 0,0 0-4 16,-2 1 1-16,1 0 2 0,1 1-2 0,-1-2-1 15,-1 1 1-15,3 2 0 0,-3-1 2 16,2 2-2-16,-2 0 2 0,0-2 0 0,1 3-1 16,-1 1 3-16,0-2-2 0,0 1-1 0,0-1 0 15,0 3-1-15,0-5-2 0,0 3-1 0,2-2-2 16,-2 1 3-16,1-3 0 0,-1 3 0 16,2-3 1-16,0 1 1 0,-1 3-1 0,-1-4-1 15,2 0 0-15,-1 0 0 0,1 0 0 16,-2 0 2-16,3 1-1 0,-3-1 1 0,2-1 0 15,0 2 1-15,-1-1 0 0,-1 1-1 16,2 1 2-16,-2-1-1 0,1 0-2 0,-1 1-1 16,0 0 0-16,0 0 0 0,3-1 0 0,-3 3 0 15,0-3 0-15,0 1-2 0,0 1-1 16,2-2 2-16,-2 0 0 0,0 2-2 0,0-3 3 16,1 3-1-16,-1-1-1 0,0 1-2 0,2-1 0 15,-1 0 1-15,1 2 0 0,0-1 1 16,-2 1 3-16,1-3-2 0,1 3 0 0,-1-2 2 15,1 2-3-15,0-1 0 0,-1 1 0 16,3-2-1-16,-3 2 1 0,1-1-2 0,-1-1 3 16,4 0-1-16,-4 1 1 0,1-1-1 0,-1 0 2 15,3 0-1-15,-3 1 0 0,1-4 2 16,0 4-1-16,-1-3 2 0,1 3-1 0,-1-2 2 16,3 0-2-16,-3 1-1 0,-1-1 3 0,3 2-3 15,-3-1 0-15,2 0 0 0,1-1 1 0,-2 0 0 16,-1 1-1-16,2-1 4 0,-1 0-2 15,1 2 1-15,-2-3 0 0,2 4-2 16,-1-3 2-16,1-1-3 0,0 2 3 0,-2-2-3 16,1 1 1-16,1 0 0 0,-1 0-1 0,1 0 2 15,0 1-2-15,-2 0 2 0,1-1 2 0,-1 0-2 16,2 1 0-16,-1 0-1 0,1 0 0 16,0 1 0-16,-2 1-1 0,2-2 1 0,2 2 1 15,-4-2-1-15,1 1 2 0,2 1-1 16,-3-1-2-16,4 0 1 0,-3 1-1 0,1 0 3 15,-1-1-2-15,3 1 0 0,-3-2 1 0,-1 1-1 16,2 0 2-16,-1-2-3 0,1 1 0 16,-2 1 2-16,2-3-1 0,-1 3 1 0,2-2 0 15,-1 0 0-15,-1 2 0 0,-1 0 0 0,2-2 0 16,-1 2 1-16,-1-2-1 0,2 1 0 16,0 0 0-16,-2 1 2 0,0-1 0 0,1 0 0 15,-1-1 0-15,2 3-1 0,-1-3-1 0,-1 1-1 16,2-1-2-16,0 1 1 0,-2-2-1 15,1 1 0-15,1-1 0 0,-1 1-1 0,-1 1 2 16,2-1 1-16,0-1 2 0,-1 0 1 16,-1 1 0-16,3 1 0 0,-3-1 0 0,2 2-3 15,-2-1-1-15,0 0-1 0,0 0 2 0,0 0 0 16,0 0-1-16,0 0 0 0,0 0 2 0,0-1 0 16,0 3-1-16,0-5 0 0,0 3 1 15,0-1 0-15,0 1 1 0,-2-2-1 16,2 1 0-16,-3-1 0 0,3 1-1 0,0-1 1 0,0 1-1 15,0-2 1-15,0 0-2 16,-1 0 1-16,-1 1 6 0,2-1 4 0,0 0 2 16,0 0 2-16,-2 0 2 0,2 0 0 0,0 0-4 15,0 0-5-15,0 0-1 0,0 0-4 0,0 1-1 16,0-1 0-16,0 0 0 0,0-1 0 0,0 1-2 16,0 0 1-16,0-1 1 0,0 0-2 15,0 0 2-15,0 1-3 0,0-1 1 0,0 2-1 16,0-2-1-16,2 1 1 0,-2-2 1 15,0 2 0-15,0 0 2 0,0 0-1 0,2 0 3 16,-1 2-3-16,-1-4 0 0,0 2-1 0,3 0 0 16,-3 0 0-16,0 0-1 0,2 2 1 15,-2-3 2-15,0 1-1 0,1 0 0 16,-1-1 0-16,0 1 0 0,2-1 0 0,-2 1-1 0,1-1 0 16,-1 1 2-16,0 0-1 0,2 0-1 15,-2 1 0-15,2 2 1 0,-2-1 0 0,0-2 0 16,1 1-1-16,-1-1 1 0,0 0 0 15,3 1-2-15,-3-1 0 0,0 1-1 16,2-2 1-16,0 3 0 0,-2-2 1 0,0-1 0 0,1 2 1 16,-1-1 0-16,0 1 0 0,0 1 0 15,2-2 0-15,0 1-1 0,-2 1 1 0,0-2 0 16,1 1-1-16,-1-2 0 0,0 1 1 16,2-2-1-16,-2 1 1 0,1-2-1 0,-1 1 0 15,3-1 1-15,-3 0-1 0,2 0 0 0,-1 0-1 16,-1 0 1-16,2 0 0 0,-1 0 0 0,3 0 0 15,-3 0 0-15,-1 0 0 0,3 2 1 16,-1-3-1-16,1 3 0 0,1-2 1 0,-3 0-1 16,2 2 2-16,2-2-2 0,-4 2 1 15,2-3 0-15,-1 3-1 0,0-2 1 0,-1 0-1 16,3 1 2-16,-3-1-1 0,1 2-1 0,-1-2 9 16,3 1 7-16,-3-1 10 0,-1 1 2 15,3 0 5-15,-3 0 4 0,2-1-4 0,1 2-7 16,-2-3-4-16,-1 3-6 0,2 0-2 15,-1-2-4-15,-1 2-2 0,2-3-3 0,0 2-1 16,-1-2-1-16,-1 2-1 0,2-2-1 0,0 1 0 16,-1 0 0-16,1-2-1 0,-1 1 0 0,3 1 1 15,-3-1-1-15,-1-1 0 0,3 1-1 16,1-2 1-16,-2 0 0 0,2 1 0 0,-3-1 0 16,2 2 0-16,1-2 1 0,0 0 0 15,0 0 0-15,-3 0 0 0,2 1-1 0,1-1 1 16,0 0-1-16,-1 2 0 0,0-2 0 15,1 0 0-15,-1 1 0 0,0-1 0 0,0 0 0 16,0 1 1-16,1-1 0 0,0 0 0 0,-1 2 0 16,0-2-1-16,2 0 1 0,-2 0-1 15,1 2 1-15,1-2-1 0,-2 0 1 0,3 1-1 16,-2-1 0-16,0 0 1 0,0 1-1 0,1-1 0 16,2 2 0-16,0 0 1 0,0-1-1 15,-2 0 0-15,-1 3 1 0,3-3-1 0,-1 2 0 16,0 0 0-16,1 2 0 0,-3-2 1 0,1-1-1 15,0 1 0-15,1-1 1 0,-1 2 0 16,0-2-1-16,-1 0 0 0,0 0 0 0,0-1 0 16,2 2 0-16,-1-2 0 0,-2 1 0 0,2-1 0 15,-2 1 0-15,2-1 0 0,-2 2 1 16,1-1 0-16,2-1-2 0,-3 1 2 0,2-1 0 16,-2 1-1-16,2-2-1 0,0 0 1 15,-2 1 1-15,3-1-1 0,-2 0 1 0,1 0 1 16,2-1 0-16,-2 1-1 0,-1 0 0 15,2-2-1-15,-1 2 0 0,0-1-1 0,1 1 0 16,-2-2 1-16,0 2 0 0,2 0 0 0,1 0 0 16,-4 0 0-16,2 0 0 0,0 2 0 15,-1-1 1-15,2 1 0 0,-1-2-1 0,2 1 1 16,-3 2 0-16,1-2-1 0,0 3 0 0,1-3 1 16,-1 2 0-16,0-1-1 0,-1 0 0 15,1 0 0-15,0 0-1 0,-2-1 0 0,3-1 0 16,-3 0 0-16,2 1 1 0,-2-1 0 15,2 0 0-15,-1-1 0 0,0 1 1 0,2-1-1 0,-3 1 1 16,2-2-1-16,0 0 1 0,-2 1-1 16,2 0 0-16,-2 1 0 0,3-2 1 0,-1 0-1 15,0 1 0-15,0 1 0 0,0-1 0 16,-1-1 0-16,1 0 0 0,-1 1 0 0,0 1-1 16,-1-1 0-16,0 1 0 0,2-2 0 15,-2 2 1-15,2 0-1 0,-1-1 1 0,-1 1 0 16,2-2 0-16,-1 1 1 0,-3 1-1 0,4-2 0 15,-2 2 0-15,0-1 1 0,1 1-1 16,-2 0-1-16,2-2-1 0,-3 2 2 0,2 0-2 16,-1 0 1-16,0 0 0 0,1 0 1 15,-2 0 0-15,1 0 0 0,0 0 0 0,1 0 0 16,-2 0 1-16,3 0-1 0,-3 0 0 0,2 0-1 16,-1 0 2-16,-1 0-2 0,2 0 1 0,-1 0 0 15,0 0-1-15,-1 0 1 0,2 2 1 16,-1-2-1-16,0 0 0 0,-1 0 0 15,2 0 0-15,-3 0-1 0,4 0 0 0,-3 0 1 16,4-2-1-16,-4 2 0 0,2-1 1 0,1-1 2 16,-3 1-2-16,2-1 1 0,1-1-1 0,-3 2 0 15,3-2 0-15,-3 2-1 0,2-1 1 16,0-1 0-16,0 2 0 0,0-3 0 0,1 2 0 16,-3 2 0-16,4-3 0 0,-3 2 0 0,1 0 0 15,0-1 0-15,-1 1 0 0,1 1 0 16,0-3 1-16,0 3-2 0,0 0 1 0,-1 0 0 15,1 0 0-15,-1 0 0 0,1 0 0 16,-2 0 0-16,1 0 0 0,0 3 0 0,-1-3 0 16,2 0-1-16,-1 1 1 0,1 1-1 15,-2-1 1-15,2 0 0 0,-1 2 0 0,0-3 0 16,-2 2 1-16,1 2 1 0,1-3-2 0,-2 0 0 16,2-1 1-16,-2 2-1 0,0-2-1 0,0 0 1 15,0 0-1-15,0 0 2 0,0 0-2 16,0 0 1-16,0 0 0 0,0 0 0 0,0 0-3 15,0 2-8-15,-2-2-18 0,0 1-36 16,-1 2-81-16,-2-2-111 0,-1 2-197 0,0 3-297 16,0-1-342-16,1 1-358 0,-3-2-145 0,0 2 339 15,3 0 697-15</inkml:trace>
  <inkml:trace contextRef="#ctx0" brushRef="#br2" timeOffset="147995.73">19201 11715 226 0,'10'-6'544'0,"-2"0"244"0,-3 3 101 0,0 0-240 16,-2 0-208-16,2 2-117 0,-4 1-55 15,2 0-9-15,-3 2 6 0,-3 3 1 0,2 1-22 16,-7 4-37-16,2 2-35 0,-1 5-37 15,-2 0-22-15,-2 6-8 0,0 1-5 0,-2 4-10 16,-3 3-21-16,2 0-11 0,-2 4-14 0,-1-1-17 16,-1 4-16-16,1-1-6 0,1 3 1 0,-3-1 3 15,3 1-1-15,-3 0 0 0,3 1-1 16,-1-2 0-16,3 0 1 0,-2-2-8 0,3 1 1 16,-1-3 0-16,5-2-3 0,-4-4-3 15,7 0-18-15,-1-4-27 0,3-2-28 0,0-4-51 16,4-6-90-16,0-3-123 0,4-3-136 0,-1-4-263 15,2-3-251-15,0-3-162 0,2-2 83 16,-1-6 337-16,-1-1 363 0</inkml:trace>
  <inkml:trace contextRef="#ctx0" brushRef="#br2" timeOffset="148281.74">18943 12531 451 0,'6'8'959'0,"2"-1"255"15,-4 2-62-15,1-3-292 0,3 3-394 0,2-1-240 16,6 3-117-16,-2 0-54 0,3-1-31 16,5 2 0-16,1 0 0 0,4-1 6 0,1 0 2 15,4-1 2-15,2-3-3 0,1-1-10 16,4-2-11-16,1-3-5 0,-2-1-1 0,3-3-2 15,-3-1-2-15,-2-7 0 0,-4 3-2 0,0-3-17 16,-4-2-51-16,-4-2-127 0,-5 0-183 0,-3 0-288 16,-4-3-267-16,-4 3-227 0,-5 0-8 15,-4 2 381-15</inkml:trace>
  <inkml:trace contextRef="#ctx0" brushRef="#br2" timeOffset="148832.04">19288 11801 91 0,'-10'0'475'0,"-1"2"318"0,-2 0 173 0,4 1-38 16,1 1-357-16,-2-2-220 0,6 2-129 15,-1-2-83-15,3 0-47 0,2-2-24 0,5 2 19 16,1-2 10-16,8 0 30 0,3-2 19 16,4 0 9-16,6-6 14 0,7 2-36 0,4-3-22 15,6-1-30-15,2-1 9 0,4-1 26 0,1-1 3 16,4 2-8-16,-1 1 3 0,-2-1-4 0,-3 4-29 16,2-1-33-16,-7 2-17 0,2 2-7 15,-3-1 18-15,-4 3 11 0,0-1 7 16,-2 2 1-16,-4 0-3 0,0 0 0 0,-3 1-23 15,-3 0-13-15,-2 0-7 0,-4 0-7 0,-2 1-1 16,-2 0-1-16,-4 0 9 0,-2 2 6 0,-2 1 9 16,0 0 6-16,-5 2 7 0,0 3-1 15,-4 0-7-15,0 3-7 0,-4 4-7 0,0 3-6 16,-3 2-4-16,-4 1-2 0,0 6-2 16,0 3-1-16,-5 2 0 0,2 5 0 0,-5-1-2 15,0 5 1-15,-2-1 0 0,1 5 0 0,-2-3-3 16,-1 4 2-16,-2 2-1 0,0-2 0 0,-2 5-3 15,1-1 0-15,0-1 0 0,2-3 0 16,1-1 0-16,1-5 1 0,1-3 0 0,2-7-2 16,3-3-1-16,3-9-2 0,2-5-13 15,1-7-25-15,1-8-49 0,5-8-59 0,0-5-66 16,3-8-124-16,1-6-179 0,1-1-292 16,1-5-252-16,1 0-212 0,-1-1-98 0,-1 3 362 15,-1-1 533-15</inkml:trace>
  <inkml:trace contextRef="#ctx0" brushRef="#br2" timeOffset="149463.22">19518 11626 544 0,'-14'13'1203'16,"1"-5"227"-16,4 0-166 0,0-4-299 15,5-2-480-15,8-5-222 0,0-4-140 0,9-3-58 16,1-5-33-16,8-5-20 0,3-3-12 16,4-6-3-16,6-3 1 0,1-3-2 0,4-3-1 15,2 3 5-15,-1-5 5 0,1 5 1 0,-2-1 2 16,0 4-4-16,-5 2-4 0,-3 6-39 0,-4 3-40 16,-6 6-91-16,-6 6-160 0,-5 5-293 15,-6 5-290-15,-4 5-247 0,-6 4-162 0,-5 5 214 16,-5 2 539-16</inkml:trace>
  <inkml:trace contextRef="#ctx0" brushRef="#br2" timeOffset="149661.69">20092 11181 105 0,'21'-8'565'0,"-6"3"338"0,1 3 136 16,-2 2-57-16,1 4-418 0,-1 5-283 0,0 2-138 15,-1 2-69-15,3 2-38 0,-3 0-17 0,-1 2-10 16,-1-2-5-16,2 0-5 0,1-2-35 0,-3-3-86 16,3-1-127-16,-3-1-294 0,1-3-236 15,-2-2-177-15,0-2-9 0,-4-2 259 16</inkml:trace>
  <inkml:trace contextRef="#ctx0" brushRef="#br2" timeOffset="149882.98">19997 11275 85 0,'10'-6'657'0,"1"1"446"0,0-2 124 15,5 3-129-15,1 2-372 0,5-1-371 0,5 3-167 16,5-3-78-16,3 2-39 0,-1 0-21 16,7-1-13-16,-3-2-10 0,4 1-8 15,-2 1-10-15,3-2-9 0,-1 0-7 0,1 1-1 16,0 0-3-16,-3 2-6 0,1 1-43 0,-5 0-114 15,-2 2-153-15,-6 3-274 0,-3-3-264 0,-4 5-251 16,-1-1-84-16,-4 0 316 0,-6 0 438 16</inkml:trace>
  <inkml:trace contextRef="#ctx0" brushRef="#br2" timeOffset="150048.99">20853 11344 423 0,'1'12'825'0,"-1"3"252"16,-1 1 24-16,-1 5-312 0,0 2-280 0,-1 4-184 15,-2 2-99-15,1 4-46 0,-2 3-36 16,1 3-33-16,0 0-24 0,0 3-22 0,0 0-21 16,1-2-22-16,-1 0-11 0,1 3-25 0,0-4-34 15,1-3-93-15,-3 1-143 0,-2-3-210 0,-5-2-292 16,0-2-256-16,-4-1-182 16,-4-1 152-16,-1 0 441 0</inkml:trace>
  <inkml:trace contextRef="#ctx0" brushRef="#br2" timeOffset="150266.24">20124 12623 306 0,'3'7'961'0,"-2"-6"352"0,1-2-57 0,1-4-208 16,4-4-493-16,1-4-277 0,4-6-139 0,2-4-67 15,5-5-31-15,2-6-18 0,8-1-15 16,-1-7-14-16,4-2-2 0,2-1-14 0,2-4-27 15,-1 2-104-15,0-3-183 0,-3 0-285 16,-1 3-273-16,-4-2-261 0,-2 3-141 0,-5 1 315 16,-3 1 532-16</inkml:trace>
  <inkml:trace contextRef="#ctx0" brushRef="#br2" timeOffset="150411.54">20548 11568 524 0,'-2'8'1376'0,"2"2"229"0,-2 0-257 15,2 0-306-15,-1-2-500 0,1 0-284 16,1-4-138-16,3-2-97 0,0-4-82 0,6-4-63 16,-1-5-67-16,2-3-136 0,5-5-206 15,-1-3-273-15,2-4-230 0,-1-1-206 0,1-1-35 16,-1-2 405-16,0 1 485 0</inkml:trace>
  <inkml:trace contextRef="#ctx0" brushRef="#br2" timeOffset="150826.54">21033 10080 199 0,'1'-6'826'0,"-2"1"474"0,-4 2 95 16,-1 2-153-16,-3-1-449 0,-3 4-296 0,-2-1-145 16,0 1-93-16,-1 1-68 0,0 0-56 0,0-1-37 15,1 3-27-15,5 0-21 0,1-1-18 16,0 2-13-16,5 2-11 0,5 0-6 0,2 5-4 16,5 0 1-16,4 4 0 0,6 2 1 15,2 0 2-15,4 3 0 0,4 0 0 0,-1 3-2 16,2-2 3-16,0 1-2 0,-1 1-1 0,-3 0 0 15,1 0 0-15,-4-1 2 0,-3 0-1 16,-3 0 0-16,-4 2 2 0,-5-2 0 0,-3 2 0 16,-5 0 0-16,-5 1-1 0,-3 0 0 0,-3 2-2 15,-8-1 1-15,-3 2-3 0,-2-1-13 16,-4 2-26-16,-6-3-63 0,0-1-64 0,-1-4-87 16,0-4-149-16,2-6-202 0,1-6-303 0,2-7-234 15,4-6-195-15,-1-8 38 0,3-11 455 16</inkml:trace>
  <inkml:trace contextRef="#ctx0" brushRef="#br2" timeOffset="151035.1">20867 10216 102 0,'21'-21'623'0,"-3"6"444"0,2 2 166 0,-2 2-80 16,1 4-338-16,2-1-248 0,-1 4-158 0,1 1-84 16,-2 0-61-16,2 0-47 0,-1 3-74 0,-1-2-51 15,2 4-27-15,-1-2-30 0,-1 1-12 16,3 1-11-16,-1-2-4 0,0 1-4 0,-1-1-3 15,2 2-1-15,-3-2-3 0,3-2-19 16,-1 1-63-16,-4-1-62 0,0-1-98 0,0-3-160 16,-4 2-271-16,-1-4-310 0,2-1-234 0,-3 2-159 15,-1-1 195-15,2-1 538 0</inkml:trace>
  <inkml:trace contextRef="#ctx0" brushRef="#br2" timeOffset="151318.39">21602 10092 301 0,'8'30'648'0,"-2"4"336"0,-1 5 152 0,2 6-275 16,-4 3-214-16,3 5-127 0,-3 0-113 0,2 2-101 16,0-3-89-16,1-4-58 0,5-4-50 15,2-6-50-15,3-10-31 0,2-7-17 0,4-9-7 16,4-8-1-16,-4-7-3 0,3-6 4 0,1-9 3 16,-1-3-1-16,-3-7 2 0,-5-4 6 0,2-4 39 15,-4-1 37-15,-6-1 27 0,-3 1 23 16,-3-1 11-16,-7-1 3 0,-6 3-29 0,-2-4-27 15,-6 5-23-15,-1-2-19 0,-4 1-15 16,-3 9-13-16,0 2-9 0,-3 2-8 0,2 10-5 16,2 7-3-16,-1 6-4 0,4 8-2 0,2 6 0 15,4 4-3-15,2 6 0 0,4 4-15 0,4 1-47 16,3 4-80-16,3-1-137 0,1 1-274 16,2 3-311-16,2-2-375 0,3 2-335 0,1-2-14 15,1 1 630-15</inkml:trace>
  <inkml:trace contextRef="#ctx0" brushRef="#br2" timeOffset="152200.01">22183 10551 110 0,'-2'11'691'0,"0"2"449"0,1-3 106 15,-3-1-141-15,3-3-401 0,-1-1-307 16,4-3-115-16,1-2-28 0,0-2-19 0,4-6-18 15,2-5-14-15,0-3-34 0,4-8-51 0,5-2-48 16,0-8-26-16,2-1-16 0,2-6-12 16,0 1-4-16,-2-2-3 0,2 6-3 0,-4 3 9 15,-2 2 7-15,-5 9 13 0,0 2 10 16,-5 5 8-16,-1 7 1 0,-2 2-9 0,-3 4-5 16,0 6-7-16,-3 6-8 0,0 5-3 0,-2 4 0 15,0 4 3-15,0 4 4 0,-1 1-2 16,3 0-1-16,0 2 0 0,1-2-1 0,2-1-4 15,0-1-3-15,2-4-3 0,1-5-3 0,5 0-5 16,-2-7-2-16,2-3-1 0,3-5 0 0,3-8 0 16,1-2-2-16,2-8 2 0,1-1 0 15,0-7-1-15,1 1-1 0,1-7-1 0,-2 4 0 16,-2 0-1-16,0 2 1 0,-3 5-1 16,-3 2 1-16,-1 3 0 0,-5 5 0 0,1 5 5 15,-3 4 5-15,-2 6 7 0,-3 7 6 0,-1 2 4 16,0 6 3-16,-5 6 0 0,5 2-3 15,-4 1-6-15,2 0-4 0,3 1-5 0,-2-1-5 16,5-3-3-16,0-3-3 0,1-1-2 0,3-3-2 16,0-6 0-16,4-2-2 0,1-3-1 15,1-3-5-15,1-3-14 0,3-4-22 0,-1-2-49 16,0-3-81-16,-2-2-144 0,-2 1-256 0,1 0-311 16,-1-2-375-16,-1 1-340 0,0 6-36 15,0-5 621-15</inkml:trace>
  <inkml:trace contextRef="#ctx0" brushRef="#br2" timeOffset="152817.47">22880 10617 419 0,'1'1'932'0,"2"-2"282"16,1-4-21-16,0-2-250 0,6-7-263 15,-2-1-205-15,5-4-111 0,-1-4-64 0,2-4-47 16,3 1-51-16,-2-6-69 0,4 1-37 16,-3-3-24-16,3 3-9 0,-3 2-6 0,-1-2-6 15,0 6-6-15,-1 1-5 0,-5 6-4 0,-1 4-5 16,-2 3-1-16,1 3-3 0,-4 2 1 16,-2 6 1-16,3 6-2 0,-4 2-2 0,-4 4-5 15,4 6-3-15,-3 2-4 0,2 7-3 0,-1 0-2 16,0 2-2-16,2 3 0 0,0 1-2 15,2-1-1-15,0-1-2 0,2-2 0 0,0-5 0 16,1-3-1-16,4-6 0 0,-1-4 1 16,3-7-1-16,1-8 0 0,4-5 1 0,1-6 0 15,0-2 0-15,0-5 0 0,-3-3-1 0,3-2 1 16,-2 0-1-16,-1 1 0 0,-1 1 1 16,-1 3-1-16,-1 1 0 0,-3 6 1 0,2 0-1 15,1 4 1-15,-3 4 0 0,-2 3 1 0,3 4 7 16,-1 2 4-16,-3 6 5 0,2 2 4 15,-1 5 0-15,0 2 1 0,-1 6-5 0,0 0-6 16,1 4-5-16,0-2-3 0,0 0-2 0,2 0-2 16,0-2-1-16,0-2-1 0,2-3 0 0,-1-5 0 15,3-3 0-15,1-7-1 0,-1-3 2 16,3-11 0-16,0-2-1 0,-1-6-2 16,0-3-1-16,-1-6 1 0,1 2-1 0,-3-1 1 15,2-2 1-15,-2 4 2 0,-2 0 1 0,2 6 0 16,-3 2 0-16,-1 4 0 0,-1 3 1 0,2 2-1 15,-4 6 2-15,1 3 0 0,-2 5 0 16,1 4 0-16,-1 4 0 0,-1 4 0 0,-1 2-2 16,2 3-1-16,0 3-1 0,-1 0-1 15,-1 2-11-15,2-1-25 0,1 0-49 0,-4 0-84 16,1-4-166-16,1 1-278 0,-1-2-330 0,3-1-399 16,-3 0-349-16,3-2 46 0,0-1 777 15</inkml:trace>
  <inkml:trace contextRef="#ctx0" brushRef="#br2" timeOffset="158798.43">19327 5897 25 0,'1'0'220'0,"1"0"122"0,-1 0 92 16,-1 0-41-16,2 0-84 0,0 0-59 15,-1 0-44-15,1 0-21 0,-2 0-13 0,2 0-14 16,-2 0-17-16,0 0-17 0,1 0-7 0,-1 0 19 16,2 0 78-16,-1 0 54 0,3 0 37 0,-1 0 24 15,0 0 7-15,1 0-31 0,-1 0-79 16,2 0-57-16,-1 0-38 0,-1 0-39 16,2-2-19-16,-1 2-15 0,2 0-6 0,1 0-7 15,-2 0-9-15,1-2 14 0,0 2 11 0,-1-1 8 16,4 1-1-16,-2 0-1 0,-1-2-1 0,2 2-15 15,0-1-19-15,-2 1-18 0,1 0-6 16,-1 0-4-16,3 0 2 0,-2 0-6 0,-1 0 0 16,2 0 1-16,0 0 1 0,0 1 0 15,-2-1 0-15,2 0 5 0,1 0-4 16,-1 0 4-16,0 0-2 0,0 0 0 0,2 0-5 0,-4 0 2 16,2 0 3-16,0 0-1 0,0 0-1 15,-2 0 2-15,0 2 1 0,2-2-3 0,0 0 0 16,-2 1-4-16,2-1 7 0,-1 2 0 15,-1-2 0-15,3 2 0 0,-2-2-2 0,-1 2 8 16,-1-2 39-16,3 2 22 0,-4 0 12 0,1-1 0 16,0 0 4-16,2-1-9 0,-3 2-37 15,2 0-22-15,-1-1-10 0,-2 0-5 0,2 1-5 16,2-2 1-16,-3 1 1 0,2 2 1 16,-1-3-1-16,0 1-1 0,0 1 2 0,1 0 0 15,-1-1 0-15,3 1-1 0,-4 1-3 0,3-2 2 16,-1 1-4-16,1-1 0 0,0 2 1 0,0 0 0 15,-3-1 1-15,5-1 1 0,-5 0-1 16,4 3 1-16,-2-4-2 0,2 1 0 0,-3 0 3 16,4 1-3-16,-2-2 1 0,-1 2 3 15,2-2-1-15,0 0 0 0,-2 1-2 0,2-1 3 16,-1 0 0-16,2 0-3 0,-3 0 0 0,1 0-1 16,1 0 1-16,-2 0-1 0,2 0 0 15,0 0 1-15,-2-1 2 0,0 1 1 0,2 0-1 16,-2-2 1-16,1 2-2 0,-1-2 3 15,1 2-4-15,0 0 0 0,0 2 0 0,-1-2-2 0,1 2 4 16,0-1-2-16,-1 0 0 16,1 1 0-16,-1 1 0 0,1-3 3 0,0 2-4 15,-2-2 3-15,3 3 1 0,-1-2-1 0,-3 1 1 16,5-1-3-16,-4 1-1 0,2-2 1 16,-1 2 0-16,1-2-1 0,0 0-1 0,0 0 3 15,1 2 0-15,-2-2-2 0,2 0 2 0,0 0 2 16,0 0-2-16,-2 0-2 0,3-2 3 0,1 2 1 15,-4 0-2-15,2 0-1 0,1-2 1 16,-1 0 3-16,1 1 0 0,0-1-2 0,-3 1-2 16,2-2 0-16,0 3-1 0,1-2-2 15,-1 2 1-15,-3 0 0 0,2-3 2 0,1 3 1 16,-2-2-1-16,-2 2 1 0,3 0-1 16,-2 0 3-16,-1 0-4 0,2 0 3 0,-1 0-2 15,2 0 0-15,-3 2-2 0,1-2-2 0,0 0 3 16,1 3-1-16,-1-3 2 0,0 0 0 15,-1 2 0-15,0-2 1 0,1 0-1 0,-1 3-2 16,1-3 3-16,-1 0 0 0,1 1-1 0,0-1 0 16,-2 2-1-16,2-2 1 0,-2 0-2 0,3 1 3 15,-3-1 2-15,2 2 0 0,-1-2 0 16,0 0-1-16,0 0 0 0,-1 0-2 16,3 0 0-16,-3 0-2 0,0 0 2 0,0 0 0 15,2 0 0-15,-2 0 2 0,2 0-4 16,-2 0 2-16,2-2-1 0,-1 2 1 0,-2-1 1 0,3 1 1 15,-2 0-1-15,0-2 1 0,1 2-1 16,-3-1 0-16,2-2 0 0,-1 3-1 0,2 0 0 16,0-2 1-16,-3-1 2 0,2 1-1 15,-1 1 0-15,0 0-1 0,-1-1 1 0,2-1-1 16,-1 2-2-16,0-1 1 0,-1 0 2 0,2 1-2 16,-1 0-2-16,0-1 1 0,2 0 1 15,-2 1-2-15,1 1 0 0,-2-1 1 0,3-1 0 16,-1 1 0-16,0 1 1 0,0-3-2 15,1 3 1-15,0-3 3 0,1 3-2 0,-4-2 0 16,2 1 0-16,2-1 0 0,-2 0 0 16,1 1-2-16,-1 1 1 0,0-1 0 0,0-1 1 15,2 1 2-15,-1 1-1 0,0-2 0 0,-3 1-1 16,2-2 1-16,1 1-2 0,-1 1-1 0,0 0 2 16,0-3 1-16,2 2 1 0,-2 2 0 15,0-2-1-15,0-1 0 0,1 0-2 0,0 0 1 16,0 1 0-16,-3-4 0 0,4 3 2 0,-1 0-2 15,-1-2 1-15,-1 3 0 0,1-2-1 16,1 2-2-16,0-1 2 0,0 0-2 0,-3 0 3 16,2 0-1-16,1-1-1 0,0 2 1 15,-1-1-1-15,4 0 4 0,-4 0-3 0,2 1 1 16,-1-2 0-16,0 0 0 0,2 2 1 16,-2-1-3-16,1 0 1 0,2-2 1 0,-2 2 1 15,-1-1 0-15,2-1-3 0,1 0 1 0,-3 1 0 16,3-2 1-16,-1 2 1 0,0-2-1 15,-1 0 2-15,0 0 0 0,0 1-3 0,0-1-3 16,-1 0 1-16,1-1 0 0,-1 5 1 0,0-4 2 16,1 1 0-16,-2 1 2 0,0 0-2 0,0-1 1 15,0 2-1-15,3-1-1 0,-3-1 1 16,1 0 0-16,1 1 2 0,-2 0-5 0,2-1 3 16,-4 1 0-16,4 0-1 0,-1-1-1 15,1-1-1-15,-2 1 2 0,1-1 0 0,0 0 0 16,0 0 0-16,-1 0 1 0,0-1 1 0,1-1-2 15,0 2 0-15,0 0 0 0,0-1 0 16,-3-1 2-16,2 2-2 0,-1-1 2 0,1-1-3 16,-1 0 2-16,1 1 0 0,-1-2-2 15,2 2 1-15,-2-2-1 0,-1 0 3 0,1 0-2 16,-1 0-1-16,-1-1 2 0,0 0 0 0,2 1 1 16,-2-1-4-16,2 0 2 0,-2-1-1 15,0 3-1-15,0-3 1 0,0 1-1 0,0 1 2 16,0 0 1-16,0 0-1 0,0-1 1 0,0 1-1 15,0 1-1-15,0-4 0 0,0 1 0 16,0 1 0-16,0 0-1 0,1-2 2 0,-1 0 0 16,3-2 0-16,-1 2-2 0,0-1 1 15,-1-1 1-15,3 3 0 0,-3-3-2 0,2 2 2 16,0 0 3-16,0 0 0 0,0-2 0 16,1 4-3-16,-3-2 2 0,2 1-4 0,2 1-1 15,-3 0 2-15,1 2-2 0,-1-2 3 0,1 2 0 16,0 1 3-16,-2-1 0 0,2-1-2 0,1 2 1 15,-3 0-2-15,3 0 1 0,-3-1-2 16,2-1 1-16,1 0-2 0,-3 0 2 0,4 1 2 16,-1-3-1-16,1 1 0 0,0-3-2 0,-2 3 1 15,2-2-1-15,-2 0 0 0,2 0 0 16,-1 1 1-16,-1-1 1 0,-1 2-1 0,1-1-2 16,-1 1 0-16,0 1 2 0,-1-2-1 0,2 2-1 15,-3 1 4-15,4-2-2 0,-4 0-2 16,1 1-1-16,2 0 0 0,1-1-1 0,-2 0-1 15,2 1 2-15,-3-2 0 0,2 1 0 16,2 0 0-16,-2-2 2 0,2 1 0 0,-2 1-2 16,1-1 3-16,2 0 0 0,-3 1 0 15,2 0 0-15,-4-1 1 0,4 1-2 0,-2 1 1 16,-1 0 0-16,1 2 3 0,-1-3-2 0,-1 3-2 16,4 1 1-16,-4 0 1 0,1 1-3 0,-1-1 1 15,1 2 1-15,0 0 2 0,-2-1-1 16,0 0 1-16,1 3 0 0,-1-3-2 0,0-1 0 15,2 2-1-15,-1 0 2 0,1-1 1 16,-2 1-1-16,2 1 2 0,-1-2-2 0,-1 1-1 16,4 0 0-16,-4-1 0 0,0 2 0 0,1-3-3 15,1 2 4-15,-1-1 0 0,-1-1 0 16,5 2 1-16,-5-2 1 0,0 1-1 0,1-1 0 16,-1 1-2-16,2-1-1 0,-2 0-1 15,1 1 1-15,-1 0 1 0,2-1 0 0,0 2 0 16,-2-1 2-16,0 1-1 0,1 0 1 0,-1-3-2 15,2 3 0-15,0-2 1 0,-2 2-2 0,1-1-1 16,2-1-1-16,1 0 2 0,-1-2-1 16,3 1 0-16,-3 0 2 0,2 2 2 15,-4-1 1-15,4 2 0 0,-2-3-1 0,1 3-1 16,-1-2-2-16,-2 2 0 0,4 1 0 0,-4 1 0 16,2-2 0-16,-1 2 1 0,1 2-1 0,-3-2-3 15,4 0 0-15,-4 2-2 0,1-1 3 16,2 1 0-16,-1 0 3 0,0-1 2 0,1 1-2 15,2-2 0-15,-3 2-1 0,3 0-1 16,-2-2-2-16,2 2 1 0,-2 0 2 0,2 0 1 16,0 0 1-16,1 0-1 0,-3 2 0 0,2-2-1 15,0 2 1-15,0-1-2 0,-2 0 0 16,0 1 2-16,0 0 0 0,3 3 0 0,-3-3-1 16,2 2 0-16,-2-2 1 0,1 0 1 15,-1 1-2-15,0 0 1 0,-1 1-1 0,2-1 3 16,-2-1-4-16,1 1 2 0,0-2-2 0,0 3 2 15,0-3 0-15,-1 2-1 0,1-2 2 0,1 2 1 16,-1 0 0-16,-2 0-1 0,4 2-1 16,-2-2 0-16,-2 2 0 0,3 0 2 0,-1 0-1 15,0 2 2-15,-1 1 0 0,3-2 7 16,-4 1 1-16,2 3 1 0,-1-2 2 0,2 1-1 16,-2 0 2-16,1 2-6 0,0-4-2 0,1 1-2 15,-3 3 0-15,4-3-1 0,-2 1 0 16,0-1-1-16,1 1 6 0,-2-2 8 0,2 1 1 15,0-1 2-15,0 1 1 0,-3-1 2 16,4-1-2-16,-2 2-1 0,0-1 0 0,2 1 0 16,0-2-1-16,-1 0 0 0,0 1-5 0,-1 0-2 15,0 2 2-15,0-5 1 0,0 5 1 16,-1-1-1-16,1-2 0 0,2-1-3 0,-4 3-3 16,1-2-4-16,-1 1-1 0,3 0 0 0,-4-1-1 15,1 3-1-15,1-2 1 0,-1 1 0 16,-1-1 1-16,4 2 0 0,-4-2-1 0,1 2 2 15,-1-2-2-15,2 3 1 0,0-2 0 0,-1 2-1 16,-1-2-1-16,2 0 0 0,-1 0 0 16,-1-1 1-16,3 1-1 0,-1-1 0 0,-1 0 1 15,-1-1-3-15,2 2 0 0,-1-3 0 0,1 2 0 16,0 1 0-16,-1-2 0 0,-1 0 1 0,2 1 2 16,-1-1-3-16,1 0 0 0,-2 0 0 15,2 2 2-15,-1-1-1 0,1 1 0 0,0-2 0 16,-2 1 0-16,1-1 1 0,1 2-1 15,-2-3 0-15,1 2-1 0,1-1 1 0,1 1-1 16,-3-1 0-16,1 1 0 0,-1-2 0 0,2 0 1 16,-1 2-1-16,-1-1 0 0,2-1 0 15,0 2 1-15,-1-1-1 0,-1 2 0 0,0-2 0 16,2-1 0-16,0 1 0 0,-2 3 0 16,0-1 1-16,1-2 1 0,-1 1 0 0,0-1 5 15,2 1 3-15,-2-1 1 0,1 1 2 0,-1-1-1 16,0 0 0-16,2 0-4 0,-2 0-3 0,2 0-3 15,-2 2 0-15,0-2-1 0,1-1 0 16,-1 1 0-16,0 0-1 0,2-2 0 16,-1 0 0-16,-1 1 0 0,0-1 1 0,2 1-1 15,1-1 0-15,-2-1 2 0,-1 0-2 0,2 0 0 16,-1 0 0-16,1 1 1 0,-2-2-1 0,2 1 0 16,-1 0 1-16,1-1-1 0,0 2 1 15,-2-1 0-15,1 1 0 0,1-2 1 0,-1 3-1 16,-1-2-1-16,4 0 1 0,-4 0 0 15,1 1 0-15,-1-1-1 0,3 2 1 0,-3 1 0 16,2-2-1-16,-2 2 0 0,2-1 0 0,-2 1 0 16,0 1 0-16,2-1 0 0,-2 2 1 15,0-1-1-15,2 1 1 0,-2-1 0 0,2-1 2 16,-2 2 4-16,0-1 3 0,1 0 0 0,-1-1 0 16,0 1 1-16,0 2-2 0,0-3-3 15,2 0-2-15,-2 0-1 0,1-1-1 0,-1 2 0 16,0-3-1-16,2 1 0 0,0-1-1 15,-2-1 2-15,1 2-2 0,-1-3 1 0,3 2 0 16,-3-2 1-16,2 3-1 0,0-3 0 0,-1 2 0 16,1-1 0-16,-1 1 0 0,3 0 0 0,-2 0-1 15,0 1 1-15,0-1 0 0,-1 0-1 16,-1 3 1-16,3-3 0 0,-3 2-1 0,2 0 1 16,0 1 0-16,-2 1 0 0,1-3 0 0,-1 4 0 15,0-1 1-15,2-2-2 0,-1 1 0 16,-1 0 1-16,0 1 0 0,2-1-1 15,-2-1 1-15,2 2-1 0,-2-1 0 0,0-2 0 16,1 1 0-16,-1-2 0 0,2 1 0 0,-2 0 0 16,1-1 0-16,1-1 0 0,-2-1 0 0,2 3 0 15,-1-2 0-15,-1 0 0 0,5 0 0 16,-5 0 0-16,1 0 0 0,2-1 0 0,-1 0 0 16,0 0 0-16,-1 1 0 0,2 0 0 15,-1 0 0-15,1 0 1 0,1 0-1 0,-3-1 1 16,2 4-1-16,0-3 1 0,0 0-1 0,-1 2 0 15,-1-1 0-15,3-1 1 0,-3 1 0 16,1 2-1-16,-1-1 0 0,1 1 0 0,1-1 0 16,-1 1 0-16,0 2-1 0,-1-2 1 15,1 2 0-15,-1 0 0 0,1-1 1 0,1-1-1 16,-3 1 0-16,1-1 0 0,1 0 0 0,-1 0 0 16,-1 0-1-16,4 0 1 0,-4 0-1 0,1 0 1 15,3-1 0-15,-3 1 0 0,-1 0-1 16,3 0 0-16,-1 0 1 0,1-2 1 0,-1 2-2 15,1-1 1-15,0-2 0 0,-2 1 0 16,2-1 0-16,1 0 0 0,-3 0 0 0,3-1 0 16,-3 0-1-16,2 0 1 0,1 0 1 0,-3-1-1 15,1 2 0-15,-1 0 0 0,4-1 0 16,-4 1 1-16,2 0-1 0,-1 0 0 0,1 1 1 16,-1 0-1-16,1-2 0 0,-1 2-1 15,1-2 1-15,-1 1-1 0,1 0 1 0,0 0 0 16,1 0 0-16,-2 2 0 0,1-2 0 15,0 1 0-15,1-1 0 0,-3 1 0 0,2 1 0 0,-1 0 0 16,1-1-1-16,-1 1 1 0,-1 1 1 16,1-1-1-16,0-1 0 0,-1 0 0 15,4 0 0-15,-4 0 0 0,1-1-1 0,-1-1 1 16,3 2 0-16,-3-1-1 0,2-2 0 0,1 2 1 16,-3-1 0-16,3-1-1 0,-1 1 1 0,3-1 0 15,-3-1 0-15,2 0 0 0,-2 1 0 16,2-1 0-16,0 2 1 0,-2-2-1 0,3 0 2 15,-3 2-2-15,2-2 0 0,0 1 0 16,-2 0-1-16,2-1 0 0,-4 2 1 0,4 0 0 16,1-1 0-16,-1 0 0 0,-2 1 0 0,0 0-1 15,2-1 1-15,-2-1 0 0,2 1 0 16,-1-1 0-16,-1 0 1 0,2 0-1 0,-1 0 0 16,0 0 0-16,0 0-1 0,-1 0 2 0,2-1-1 15,-1 1 0-15,-1 0 1 0,2 0-1 16,-2 0 0-16,0 0 0 0,1 0-1 15,0 0 1-15,0 0 1 0,0 0 0 0,-1 0-1 0,2 0 0 16,-2 0 0-16,0 0 0 0,2-1 0 16,-1 1 1-16,0 0-1 0,1-2 0 0,-1 2 0 15,1-2-1-15,-2 2-1 0,2 0 2 16,-1-1 0-16,0 1 0 0,2 0 0 0,-1 0 1 16,-2 0-1-16,0 0 1 0,2 0-2 0,-1 0 1 15,0 0 0-15,1 0 0 0,-1 0-1 16,1 0 0-16,-1-1 0 0,0 1 0 0,1 0 0 15,0-2 1-15,-1 0 0 0,3 1 0 0,-4 1 0 16,0-1 0-16,4-1 0 0,-4 2-1 16,0-2 1-16,1 2 0 0,1-1 0 0,-2 1 0 15,1 0 0-15,-1 0 0 0,0 0 0 16,0 0 0-16,0 0 0 0,2 0 0 0,0 0 0 16,-4 0 0-16,4-1 0 0,-2-1 0 15,2 1 0-15,-2-1 1 0,2 1-1 0,1-2 0 16,-3 1 0-16,0 1 0 0,1-1 0 0,0 2 0 15,0-2 0-15,-3 2-1 0,3 2 1 0,-3-2-1 16,2 3 1-16,2-1 0 0,-2-1 0 16,0 1 0-16,0 1 0 0,0-2 0 0,1 1 1 15,-1-1-1-15,0-1-1 0,0 1 1 16,2-1-1-16,-4 2 1 0,4-2 0 0,-2 0 0 16,1 0 0-16,-3 0-1 0,2 0 1 0,1 0 0 15,-3 0 0-15,2 0 0 0,2 0 0 16,-4 0 0-16,1 2 0 0,-1-1-1 0,1-1 1 15,0 1 0-15,-2 1 0 0,1 0 0 16,-1 0-2-16,0 2 0 0,-1-3-5 0,1 5-9 16,-4-4-17-16,3 1-33 0,-2 1-72 15,-5 0-84-15,2-2-154 0,-1 2-256 0,-1-2-320 16,-1 0-345-16,1 1-216 0,-2-4 45 0,1-1 618 16</inkml:trace>
  <inkml:trace contextRef="#ctx0" brushRef="#br3" timeOffset="180507.93">27332 10990 295 0,'-1'2'524'0,"-3"0"223"0,3-2 84 15,-1 2-199-15,1 1-110 0,-1-3-60 16,0 0-51-16,2 0-52 0,0 2-57 0,-1-2-62 16,1 0-60-16,0 0-55 0,0 0-47 0,0 0-20 15,0 0-11-15,0 0-7 0,0 0-9 16,0 0-8-16,1 0 1 0,-1 0-9 0,0 0-8 16,2 0 53-16,1 0 50 0,2 0 25 15,3 0 5-15,0-2 1 0,1-1-3 0,5-1-45 16,-1-1-42-16,4-1-11 0,-1 0-3 0,5-3-3 15,1 0-1-15,0-1 0 0,3-3-1 16,2 3-11-16,0-3-7 0,1-1-4 0,-1 2-3 16,-3-1-3-16,2 0-1 0,-3 3-2 15,-1 1 4-15,-6 0-2 0,1 2 1 0,-4 2 0 16,-2 0 2-16,-1 1 11 0,-6 1 7 0,1 2 11 16,-1-2 11-16,-1 1 13 0,-2 1 6 0,-1 0-8 15,0-1-4-15,0 0-10 0,-1 2-9 16,-1 0-13-16,-1-1-6 0,1 1-5 15,-1-1-2-15,-2 1-3 0,0 0-1 0,1 0 0 16,-2 1 0-16,-1 0 0 0,-2-1-1 16,1 4-1-16,-5-2 1 0,0 1-2 0,-1 2-1 0,-2 1 1 15,-1 0-1-15,-2 3 0 0,-1-2 1 16,-2 5-1-16,-4-2 1 0,4 3 1 0,-3 0 0 16,-2 1-1-16,0-1 0 0,2 1 1 15,-2-1-1-15,3 1 1 0,0-1-1 0,1-1 1 16,-1-1-1-16,5 1-1 0,-2-1 0 0,4-1 0 15,0-1-1-15,4-1 1 0,0-1 0 16,4-2 0-16,1 0-1 0,0-2-1 0,3 2-1 16,4-2 0-16,-3-1 0 0,6 2 1 15,1-1 1-15,2 3-1 0,4-1 2 0,-1 1 0 16,5-1 0-16,3 1 0 0,-2 2 0 0,7-1 1 16,-3 0 2-16,3 1 3 0,1 1 3 0,3 1 1 15,-1 1 1-15,0 1 0 0,1-1-2 16,-1 0-1-16,1 5-3 0,-2-4 1 0,0 3-2 15,2 0 0-15,-3-2 0 0,1 2-1 16,1-2-2-16,-2 2 1 0,-1-2-2 16,-1-1 1-16,2-1-1 0,-3 0 0 0,-2-2-1 0,0-1 1 15,0-1-1-15,0-3 0 0,-4 2-1 16,0-4 1-16,-1 0 0 0,-3-1 1 0,2-2-2 16,-4-1 1-16,1-2 0 0,-4 0-5 15,0-2-10-15,-2-1-16 0,2-3-29 0,-4 1-69 16,0 0-72-16,-4-2-115 0,2-1-171 15,-2 1-302-15,3-2-316 0,1 1-225 0,1 0-126 16,-1 2 315-16,4 1 580 0</inkml:trace>
  <inkml:trace contextRef="#ctx0" brushRef="#br3" timeOffset="181208.09">28301 10756 29 0,'-1'-5'546'0,"-3"3"497"0,1-3 265 16,0 2-20-16,-1 0-319 0,-3 2-318 15,4-1-205-15,-2 1-113 0,0-1-77 0,0 1-71 16,1 1-60-16,-1 0-35 0,2 0-24 16,0 0-19-16,1 0-14 0,1 0-12 0,1 0-8 15,0 0-7-15,0 0-4 0,1 0 0 0,3-2-2 16,-1 2 1-16,3-1 0 0,-5 1-1 16,4 0 3-16,-2-2-2 0,1 2 1 0,-1 0 2 15,-2-1 9-15,1 1 7 0,0 0 11 16,-2 0 12-16,0 0 10 0,0 0 5 0,0 0-3 15,0-1-3-15,0 1-8 0,0 0-7 0,0-2-8 16,-2 0-7-16,0 2-4 0,2 0-1 0,0-1-3 16,0 1-3-16,0-1-1 0,0 1-1 15,0 0-2-15,0 0-3 0,0 0-1 0,0-2-1 16,4 2-2-16,-4 0 1 0,3-2 0 16,2 0-1-16,-1 2 0 0,2 0 0 0,1-3-1 15,-1 3-1-15,2 0 1 0,3 3 0 16,-1-3 0-16,-1 4 1 0,2 0 0 0,-1 2 2 15,-1 0 0-15,0 3 1 0,0 0 1 0,-1 2 0 16,-4 2 0-16,2 0-1 0,-4 3-1 0,-2 2 1 16,-2 1-1-16,-4 3-1 0,0 1 1 15,-4 1 0-15,1 4 0 0,-7 3 0 0,2 0 0 16,-4 1 0-16,1 1-1 0,0 0 2 0,-1 0 3 16,4-1-1-16,-2 0 2 0,4-2 0 0,0-1-1 15,3-2-1-15,1-1-3 0,2-3-1 16,2-2-1-16,3 0 0 0,2-3 0 0,3-1 0 15,-1-2 0-15,3-2 0 0,2-2 0 16,5 1-1-16,-2-3-1 0,4-2 0 0,2 1-1 16,0-4 1-16,2 0 0 0,1-4 0 0,2-2 0 15,-1-2-1-15,1-3-7 0,0-1-9 16,0-2-15-16,-2-2-22 0,-3 0-41 0,-1-1-79 16,-1-4-106-16,-2 2-179 0,0-2-289 0,-2 0-338 15,0 1-355-15,1-3-161 0,0 0 283 16,-1-2 685-16</inkml:trace>
  <inkml:trace contextRef="#ctx0" brushRef="#br3" timeOffset="181525.54">28716 10982 42 0,'-4'8'605'0,"3"5"516"0,-1 3 185 0,1 2-79 16,-1 4-311-16,0 2-308 0,2 3-191 0,2 2-102 15,0 2-58-15,-1-1-58 0,2 2-64 16,5-4-49-16,-2 1-35 0,6-6-22 0,-3-3-13 15,7-5-8-15,-2-6-3 0,5-3-2 16,0-7 0-16,0-7 1 0,2-4-1 0,1-7 0 16,-2-4 1-16,1-5-3 0,-2-6 3 0,-2 0-2 15,-3-3-1-15,-1-3 1 0,-3 1 4 16,-4-1 4-16,-5 0 1 0,-1-1 9 0,-6 1 6 16,0 3 4-16,-5-1 0 0,-3 5 0 15,-2 2-3-15,-6 8-5 0,-4 3-7 0,0 7-4 16,-2 6-5-16,-2 7-4 0,2 4-3 15,3 6-1-15,-1 5-5 0,8 6-22 0,3 2-77 16,1 4-92-16,6 0-180 0,2 7-285 0,-1-2-342 16,6 4-396-16,1 1-206 0,3 1 191 15,7 1 736-15</inkml:trace>
  <inkml:trace contextRef="#ctx0" brushRef="#br3" timeOffset="182343.27">29117 11341 90 0,'5'3'616'0,"-4"-1"448"16,1 0 149-16,-2 0-103 0,1-1-405 15,1-1-260-15,3 0-104 0,0 0-49 0,3-3-26 16,2-1-27-16,2-5-19 0,-3 0-28 15,5-5-58-15,1-1-40 0,0-2-26 0,1-4-11 16,2-1-13-16,-2 2-6 0,-2-3-5 16,0 2-5-16,-2 1 2 0,-2 4 1 0,-2 1 10 15,0 5 0-15,-5 1-3 0,-2 3 0 0,1 2-4 16,-4 2-3-16,1 4-8 0,-2 2-5 16,-2 5-2-16,1 1-2 0,0 5-2 0,-1 3-3 15,2 3 2-15,-2 2 0 0,4 2 1 16,1 2-1-16,0 0 0 0,0 0 0 0,1 0-4 15,4 0-3-15,2-4 0 0,1-1-1 0,2-4-1 16,0-4 0-16,6-4-1 0,-3-5 0 16,5-5 1-16,0-5 0 0,2-5 0 0,0-4 0 15,2-7 1-15,0 0 0 0,-2-5 0 16,-1 0-1-16,-2-2 0 0,-4 3 0 0,-3 1 0 16,-3 1-1-16,-5 4 1 0,-2 3 0 15,-3 4 0-15,-3 1-1 0,0 5-1 0,-2 6-1 0,-1 4 1 16,-1 4-1-16,-2 3 0 0,3 2 0 15,0 5 0-15,1 1 1 0,1 3-2 0,2-2 2 16,4 4-2-16,-1 1 0 0,4-1 0 16,1-2 0-16,3 1 1 0,3 0-1 0,0-6 1 15,0 1-1-15,6-1-6 0,0-5-13 0,1-3-21 16,2-2-48-16,0-3-76 0,0-2-89 16,1-4-152-16,-2 0-223 0,1-4-318 0,-1 0-290 15,0-2-181-15,1 1 46 0,-2 0 523 0</inkml:trace>
  <inkml:trace contextRef="#ctx0" brushRef="#br3" timeOffset="183125.56">29821 11439 39 0,'5'3'562'0,"-1"-2"484"16,-2 1 190-16,1-2-91 0,-2-3-351 0,6-2-240 16,-2-1-146-16,3-3-73 0,2-3-43 15,2-3-33-15,2-2-35 0,-2-4-58 0,1-2-52 16,3-3-31-16,-2-1-15 0,4-1-7 0,-6-1-7 16,4 1-8-16,-3 2-4 0,1 0-4 15,-5 4-3-15,-1 4-3 0,2 1-2 0,-6 4 0 16,1 4-6-16,-2 1-2 0,1 6-7 0,-4 2-3 15,1 1-4-15,-2 7 2 0,1 1-1 16,-2 5 1-16,0 2-1 0,2 2 0 0,-1 3 1 0,1-1-4 16,0 7-2-16,0-2-2 0,1 0-1 15,-1 2 1-15,0-1-2 0,4-2 0 0,-3 0 0 0,4-5 1 16,1-2 1-16,0-2-2 0,2-5 1 16,2-3 1-16,2-6-1 0,0-1 2 0,2-6-1 15,0-3 1-15,2-4 0 0,-2-4-1 16,1-1 1-16,0-3-2 0,0 2 1 0,-3-3 0 15,-1 4 0-15,2 0-1 0,-5 3 1 0,0 1 0 16,-2 2-2-16,0 3 0 0,-1 4 0 0,0 1-1 16,-1 0 0-16,0 4 1 0,-3 4 0 0,3 1 0 15,-3 2 0-15,1 4 0 0,-2 1 0 16,0 1 0-16,1 3 1 0,-1 0-1 0,2 1-1 16,1 0 0-16,-2 3 0 0,2 0-2 0,1-2 2 15,-1-1 1-15,2 0 0 0,0-3 0 0,4-2 0 16,-3-3 0-16,4-5 0 0,1-2 0 0,1-4-1 15,1-6 1-15,1 0 1 0,-1-7 1 0,3-1 0 16,-4-3 0-16,1-2 0 0,0-1 0 0,-2-2 0 16,0 3 0-16,-2-2-1 0,-1 0-1 15,0 4 1-15,0 1-1 0,-3 3 1 0,-2 3 1 16,0 1-2-16,0 3 1 0,-1 4 0 0,0 1-1 16,-2 3 0-16,1 3 0 0,1 1 0 15,-2 7-1-15,0-1 1 0,0 2 0 0,0 2 0 16,0 2-1-16,0 1 0 0,1-1 0 0,1 1 0 15,2-1-1-15,-1 0 1 0,1-3-2 0,1 1 1 16,1-5-1-16,2-2 1 0,1-3 0 16,2-4 0-16,1-4 1 0,3-3 0 0,0-3 1 15,2-3 0-15,0 1-1 0,1-1 0 0,-1 0 1 16,-3 1-1-16,3 0 0 0,-2 2 1 0,-3 5 0 16,1-1 0-16,-3 6 0 0,-4 5 1 15,2-2-1-15,-7 7-1 0,1 2-1 0,-4 3-3 16,-2 3-11-16,-2 1-18 0,-2 1-35 0,-4 2-76 15,0 0-102-15,-1 3-179 0,-1-1-290 0,-3 0-334 16,-1 3-364-16,2 1-183 0,-1 3 236 16,1 2 697-16</inkml:trace>
  <inkml:trace contextRef="#ctx0" brushRef="#br3" timeOffset="185509.25">26093 12145 39 0,'-8'-4'536'0,"1"0"474"0,-4 0 248 0,5 2 35 15,-1-1-331-15,-1 2-272 0,4 1-198 16,-5 0-115-16,4 0-73 0,-2 1-86 0,2 2-66 16,2-1-43-16,0 2-27 0,0 0-18 0,2 3-11 15,1 1-11-15,1 0-7 0,4 1-5 16,-1 1-6-16,4 0-4 0,-1-1-5 0,4 1-4 16,0-6-3-16,2 3-3 0,-1-2-2 0,3-2 0 15,-2-3-2-15,2-2 0 0,0 0-1 0,-3-5 1 16,-3 1 1-16,4-2 1 0,-7-1 0 15,1 1 4-15,-6-3 6 0,2 2 6 0,-6 0 4 16,2 1 2-16,-6-3 3 0,-1 4 0 16,-4 4-5-16,1-2-3 0,-2 3-2 0,-1 2-3 15,-1 2-2-15,0 3-4 0,-1 1 1 0,2 2 0 16,-1 3-2-16,3-1 1 0,2 2-1 16,2 1-1-16,1 3-1 0,0-3-1 0,4 4-1 15,1-4-1-15,2 2-1 0,2-3-1 0,3 0 1 16,1-3-1-16,3-1-1 0,1-4 1 15,1-2-1-15,5-5 1 0,-2-4-2 0,5-4 1 16,-2-2-1-16,-1-3 0 0,1 0 1 0,-4-2 0 16,1-1 2-16,-6 1 0 0,-3 4 1 0,-2 1 3 15,-3 1 2-15,-3 1 0 0,-2 4-8 16,-3 4 0-16,-2 0 0 0,-2 3 0 0,-3 5 0 16,0 1 0-16,-2 3 0 0,1 2 0 15,1-1 0-15,2 2 0 0,0 0 0 0,5 1 0 16,0-3 0-16,3 5 0 0,4-3 0 15,1-2 0-15,1 1 0 0,4-3 0 0,2-2 0 16,1-1 0-16,2-4 0 0,2-2 0 0,3-4 0 16,0-2 0-16,0-5 0 0,1-1 0 15,1-4 0-15,-4 0 0 0,1-2 0 0,-2 1 0 16,-4 2 0-16,0 2 0 0,-2 1 0 0,-5 1 0 16,1 4 0-16,-5 1 0 0,-2 0 0 15,0 5 0-15,-3 2 0 0,0 1 0 0,-4 4 0 16,-1 2 0-16,0 2 0 0,-1 4 0 15,0 0 0-15,-2 2 0 0,5-1 0 0,-1 2 0 16,0-2 0-16,4-1 0 0,-1 2 0 0,5-2 0 16,-1-2 0-16,3-2 0 0,0-2 0 15,2-1 0-15,4-2 0 0,2-4 0 0,3-5 0 0,2-3 0 16,2-4 0-16,3-3 0 0,3-3 0 16,-3 1 0-16,2-5 0 0,-3 3 0 15,1-1 0-15,-4-1 0 0,1 2 0 0,-2 1 0 16,-5 0 0-16,1 1 0 0,-4 2 0 0,-3 1 0 15,-3 3 0-15,-4 0 0 0,-1 1 0 16,-2 6 0-16,-5-2 0 0,0 1 0 0,-5 3 0 16,2 2 0-16,-3 2 0 0,-1 3 0 0,0 1 0 15,0 7 0-15,2 1 0 0,0 5 0 16,2 1 0-16,1 6 0 0,4 1 0 0,3 1 0 16,2 4 0-16,4-1 0 0,3 1 0 15,1 0 0-15,3-2 0 0,3-2 0 0,4-6 0 16,4-4 0-16,4-4 0 0,0-8 0 0,8-6 0 15,-3-6 0-15,6-8 0 0,-4-5 0 16,4-6 0-16,-2-6 0 0,-2 0 0 0,-2-3 0 16,-5 1 0-16,-4 0 0 0,-4 2 0 15,-7 3 0-15,-3 3 0 0,-3 2 0 0,-5 3 0 16,-6 4 0-16,-2 1 0 0,-5 4 0 0,0 3 0 16,-4 4 0-16,-2 4 0 0,2 4 0 15,-2 4 0-15,1 5 0 0,0 2 0 0,4 3 0 16,0 3 0-16,5 3 0 0,1 1 0 15,4 2 0-15,2 2 0 0,5-1 0 0,2 2 0 16,3 0 0-16,3 0 0 0,2-1 0 0,4-1 0 16,0-3 0-16,3-4 0 0,5-4 0 0,-1-3 0 15,4-7 0-15,2-4 0 0,2-5 0 16,2-5 0-16,0-6 0 0,3-5 0 0,-1-4 0 16,-1-4 0-16,-2-2 0 0,-2-4 0 15,-5 1 0-15,0-1 0 0,-5 2 0 0,-4 0 0 16,-1 3 0-16,-7 1 0 0,-2 4 0 0,-7-1 0 15,0 5 0-15,-5 1 0 0,-2 1 0 16,-6 2 0-16,-1 4 0 0,-2 0 0 0,-3 4 0 16,2 3 0-16,0 4 0 0,-1 5 0 0,3 3 0 15,1 4 0-15,0 6 0 0,6 1 0 0,2 4 0 16,2 2 0-16,6 1 0 0,3 4 0 16,1 0 0-16,4 2 0 0,1-1 0 0,3-1 0 15,2 0 0-15,5-2 0 0,1-6 0 16,3 0 0-16,3-9 0 0,3-2 0 0,1-8 0 15,3-7 0-15,3-4 0 0,-2-8 0 16,1-5 0-16,-1-6 0 0,-2-3 0 0,-3-3 0 16,-1-2 0-16,-1-3 0 0,-7 2 0 0,-3-1 0 15,-1 3 0-15,-6 3 0 0,-5 1 0 16,-4 4 0-16,-4 0 0 0,-4 5 0 0,-6 1 0 16,-2 2 0-16,-4 3 0 0,-3 3 0 15,-2 7 0-15,-2 2 0 0,0 8 0 0,1 6 0 16,-1 7 0-16,2 6 0 0,3 4 0 0,4 3 0 15,5 3 0-15,6 1 0 0,4 0 0 0,4 2 0 16,6-2 0-16,3-2 0 0,4-2 0 16,4-4 0-16,3-3 0 0,4-8 0 0,4-3 0 15,3-8 0-15,0-8 0 0,1-6 0 0,2-3 0 16,0-9 0-16,-3-3 0 0,-2-5 0 16,-1-2 0-16,-5-2 0 0,-3 1 0 0,-5 2 0 15,-2 1 0-15,-6 3 0 0,-3 0 0 0,-4 6 0 16,-5 2 0-16,-3 3 0 0,-5 3 0 15,-1 4 0-15,-2 0 0 0,-3 7 0 0,-3 3 0 16,2 7 0-16,-3 2 0 0,4 5 0 16,-2 4 0-16,4 2 0 0,2 1 0 0,3 2 0 15,7-1 0-15,2 1 0 0,6-2 0 0,1-3 0 16,4-2 0-16,3-2 0 0,4-4 0 0,1-4 0 16,6-6 0-16,-2-3 0 0,2-6 0 15,3-6 0-15,1-1 0 0,0-5 0 16,-2-3 0-16,-2-2 0 0,0-1 0 0,-2 1 0 15,-7 0 0-15,2 2 0 0,-4 1 0 16,-3 5 0-16,-2 2 0 0,-4 2 0 0,-1 5 0 0,-3 4 0 16,-7 4 0-16,2 4 0 0,-5 5 0 15,-3 3 0-15,0 6 0 0,2 3 0 0,-4-1 0 16,4 4 0-16,0-1 0 0,1 2 0 16,3-1 0-16,2 1 0 0,2-1 0 0,1-1 0 15,3-1 0-15,2-3 0 0,3-2 0 0,0-2 0 16,1-2 0-16,1-6 0 0,1-4-174 15,-1 0-256-15,3-4-292 0,-2 1-379 0,3-2-470 16,-3-2-371-16,0 0 333 0,-1-2 1045 0</inkml:trace>
  <inkml:trace contextRef="#ctx0" brushRef="#br3" timeOffset="189779.27">19284 5893 37 0,'-3'2'258'0,"1"0"147"16,1 0 141-16,-1 0-59 0,1 0-110 0,-1-1-43 15,0 0-1-15,2 1 35 0,-1-2 31 16,1 0 18-16,0 0-10 0,0 2-40 0,0-1-57 16,-2-1-59-16,2 0-56 0,0 0-40 15,0 0-10-15,0 0 7 0,2 0 24 0,-2 1 10 16,1-1-4-16,-1 0-14 0,0 0-30 0,0 0-33 16,2 2-35-16,-2-2-26 0,2 0-21 15,-2 0-9-15,0 0-5 0,1 0-2 0,-1 0-6 16,3 1-1-16,-3-1 2 0,4 0 1 15,-1 2 0-15,0-2 12 0,3 1 8 0,-1-1 5 16,1 0 0-16,-1 0 2 0,3 0-1 0,0 0-10 16,-2 1-5-16,1-1-4 0,1 2-3 15,-2-2 1-15,1 0 1 0,2 2 5 0,-5-2 5 16,4 1 1-16,-2-1 1 0,1 0 1 16,-2 2-3-16,1-1-6 0,0 1-4 0,-1-2-3 15,1 1-1-15,1 1-1 0,-1-1 0 0,-1-1-1 16,1 2 0-16,0-1-1 0,1-1 1 15,-3 0-1-15,5 1 1 0,-5-1 6 0,5 0 5 16,-2 0 1-16,-1 0 1 0,4 0 0 16,-1 0-1-16,-1-1-5 0,0 1-4 0,4-1-2 15,-3-1 0-15,0 1 1 0,2-2 4 0,-1 0 2 16,-1 0-1-16,2-1 1 0,-3 2 1 0,2-1-2 16,-2-1-5-16,1 0-2 0,0 0-1 15,0 0-1-15,0 2 0 0,-1-1-1 0,-2 0 1 16,2 0 0-16,3 1 0 0,-3-1-1 15,2 0 0-15,0 2 0 0,2-1 0 0,-3 0 0 16,2 0-1-16,0 0 0 0,-1 0 1 0,2 1 0 16,-1-2 0-16,2 1 0 0,0 0-1 15,0-1 1-15,-1 0 0 0,-1 0 0 0,2 0 0 16,-1-1 0-16,1 0 1 0,-1 0 0 16,1-1 0-16,0 1 1 0,0-2 0 0,-2 0-1 15,1 1 0-15,-1-2 2 0,1-3-1 16,0 3-1-16,-2 0 2 0,2-3-1 0,-2 2 0 0,-1 1-1 15,4-4-1-15,-4 3 1 0,3-3-2 16,-2 4 1-16,0-2 0 0,0 0 0 16,-1 2 1-16,0 1-1 0,-1-1 1 0,2 1-1 15,-1-1 0-15,-1 1 1 0,3-1 0 0,-1 1-1 16,-1 0 0-16,2 0-1 0,0 0 1 0,0 0-1 16,-1-2 1-16,2 3-1 0,1-1 1 15,0-2 0-15,0 2-1 0,-2-2 1 0,1 0 0 16,-1 1 0-16,3-2 0 0,-2 2 0 15,-1-2 0-15,1 0 0 0,-1 1 0 0,-1 1 0 16,2-1 1-16,-2-1-1 0,-2 1 0 0,1 1 0 16,1 1 0-16,-4 0-1 0,2 0-1 15,1 2 1-15,0-2 1 0,0 0-1 0,0 0 2 16,1 0-1-16,0-2 1 0,3 0-1 16,-1 0-1-16,-1-1 0 0,5-2 0 0,-4 2 0 15,4-3 0-15,-1 2 1 0,2-1 0 16,-3 0 0-16,3 0 0 0,-1 0-1 0,0 2 0 15,0 1 1-15,0-2-1 0,-4 3 1 0,2-1 0 16,-1 1 0-16,1 1 1 0,-1 0-2 0,1 0 1 16,-3 1-1-16,2-1 2 0,1 2-1 15,-3-2 1-15,3 2 0 0,-2-2 0 0,-1-2 0 16,1 3 0-16,1-2-1 0,-1-1 1 0,1-1 0 16,0 2 0-16,1-4 1 0,-1 1-2 15,-1 1 1-15,1-3-1 0,1 3 0 0,-3-2 0 16,1 1 1-16,0-1 0 0,-1 1 0 0,-1 1 0 15,0 0 0-15,2 1-1 0,-3-3 0 16,2 4 1-16,0 0 0 0,-1-1-1 16,-1 0 0-16,-1 3 0 0,2-1 1 0,-1 0-3 15,-1 2 2-15,0-1 0 0,0-1 1 0,3 4-2 16,-2-3 1-16,1 2 1 0,2-2-1 0,-2 1-1 16,1 0 0-16,2 1 1 0,-4 0-1 15,4-1 1-15,0 1-1 0,-4 0 1 0,5-1 0 16,-3 2 0-16,2-1 0 0,0 0 0 15,-2 2-1-15,1-1 1 0,-1-1 0 0,1 3 0 16,2 0 0-16,-3 0 0 0,1 0 0 16,0 1 0-16,-1 1 0 0,1 0 0 0,-1-1 0 15,1 0-1-15,0 2 1 0,-1-1 0 0,2 0-1 16,-4 0 1-16,2 1-1 0,2-1 2 0,-4-1 8 16,4 1 4-16,0-2 3 0,-4 1 0 15,4 1 2-15,-4-1-2 0,1 1-6 0,1-1-4 16,-2 2 2-16,-1-1 2 0,2 0-1 0,-1 2 0 15,1-2 2-15,-1 3-1 0,2 1-2 16,-1-1 2-16,1 1 10 0,5 2 11 0,-2-1 6 16,6 1 2-16,2 0-1 0,1 1-4 0,1-2-9 15,-1 3-12-15,2-1-5 0,1 0-4 0,-4 0-1 16,2 0-2-16,-1 0-1 0,-1 0 1 16,-2-2-1-16,-2 2-1 0,-2-2 0 0,2 3 0 15,-4-2 0-15,-2-1 0 0,0 0 0 16,-4 0 1-16,-1 3 0 0,0-3 0 15,-3 2 0-15,0 0 0 0,-1 2 1 0,-1-1-1 16,-1 1 0-16,-1-1 0 0,0 1 0 0,0-1 0 16,2 0-1-16,-2 0 0 0,1-1 1 0,-1 0-1 15,3 0 0-15,-1 0 0 0,-1-2 1 0,2 0 0 16,1 1-1-16,-3 0 1 0,4-1 0 16,-2-2 0-16,1 3 0 0,0-2 0 15,2 1 1-15,-1-1 0 0,-2 0 0 0,2 1-1 16,0-1 0-16,-2 1 1 0,5 1-1 0,-5 1 0 15,2-4 1-15,0 3 0 0,-1-1 0 0,0 0 0 16,0-1 4-16,2 2 3 0,-2-1 0 16,0-1 2-16,1 2 0 0,0-1 1 0,-2-1-5 15,0 0-1-15,2 1-2 0,0-1 2 16,-1 0 3-16,0-2-5 0,-1 1-3 0,2 2 0 16,-4-3 0-16,2 2 0 0,1-1 0 15,0-1 0-15,-1 0 0 0,0 1 0 0,1 1 0 16,-3-1 0-16,2-2 0 0,1 2 0 0,-3-3 0 15,4 2 0-15,-2-2 0 0,2 2 0 16,-4-2 0-16,4 0 0 0,-2 1 0 0,2-2 0 16,-2 2 0-16,1 0 0 0,0-1 0 15,1 1 0-15,-1 0 0 0,0-2 0 0,-1 2 0 0,2 0 0 16,0 0 0-16,-1 0 0 0,2 1 0 16,1 1 0-16,-2 1 0 0,1-1 0 0,0 3 0 15,4-2 0-15,-2 1 0 0,-2-1 0 16,2 1 0-16,1 1 0 0,-1-3 0 15,2 1 0-15,1 2 0 0,-3-2 0 0,0-1 0 16,1 2 0-16,0-1 0 0,-1 0 0 0,2 0 0 16,-1 0 0-16,-2-1 0 0,1 1 0 0,0-2 0 15,-1 2 0-15,1-2 0 0,-1 1 0 16,-1 0 0-16,3-1 0 0,-2 1 0 0,-1 1 0 16,2-1 0-16,1-1 0 0,-2 2 0 0,1-2 0 15,0 1 0-15,-2-1 0 0,3 1 0 16,-1-1 0-16,1-1 0 0,0 1 0 0,-3 0 0 15,2-2 0-15,-1 2 0 0,2-2 0 16,-1 2 0-16,-2-2 0 0,2 3 0 0,1-3 0 16,-2 1 0-16,-1 0 0 0,1 0 0 0,-1-1 0 15,1 0 0-15,-2 0 0 0,0 1 0 0,2-2 0 16,-4 3 0-16,2-2 0 0,1 0 0 16,-2-1 0-16,0 2 0 0,0-2 0 0,1 1 0 15,0 0 0-15,-2-1 0 0,3 1 0 16,-1-1 0-16,-2 1 0 0,4-2 0 15,-4 1 0-15,0-1 0 0,3 2 0 0,-1-2 0 0,0 1 0 16,-2-1 0-16,2 2 0 0,-2-2 0 16,0 1 0-16,0-1 0 0,2 1 0 0,-1-1 0 15,0 2 0-15,-3-4 0 0,2 2 0 16,1-1 0-16,-3 1 0 0,3 0 0 0,-3 0 0 16,2 0 0-16,2 0 0 0,-4 0 0 0,2-1 0 15,-1 1 0-15,0-2 0 0,-1 2 0 16,1 0 0-16,0-1 0 0,-1 1 0 0,2 0 0 15,1-2 0-15,-3 2 0 0,-1-1 0 16,3 1 0-16,2 0 0 0,-4 0 0 0,2-2 0 16,1 2 0-16,-3-1 0 0,3 1 0 0,-3-2 0 15,2 2 0-15,-1-3 0 0,1 1 0 0,-1 1 0 16,1-2 0-16,-1 2 0 0,2-2 0 16,-2 0 0-16,-1 1 0 0,2 1 0 0,-1 0 0 15,0-3 0-15,-1 4 0 0,-1-2 0 0,2 2 0 16,-1 0 0-16,1 0 0 0,0-2 0 15,-2 2 0-15,1 0 0 0,1 0 0 0,-1 0 0 16,-1 2 0-16,4-2 0 0,-4 0 0 16,1 0 0-16,-1 0 0 0,5 2 0 0,-5-2 0 15,1 0 0-15,-1 2 0 0,0-2 0 0,2 2 0 16,-1-2 0-16,-1 0 0 0,0 1 0 16,0-1 0-16,0 1 0 0,0-1 0 0,0 2 0 15,0 0 0-15,-3-1 0 0,2 0 0 16,-4 2 0-16,2 0 0 0,-2 0 0 0,-1 2-102 15,-1-1-84-15,-3-1-130 0,2 0-249 0,0 0-308 16,-1-1-376-16,2-2-421 0,2-2-75 16,0-1 616-16</inkml:trace>
  <inkml:trace contextRef="#ctx0" brushRef="#br3" timeOffset="197787.67">13304 871 206 0,'5'-1'404'0,"-1"0"157"16,-3-3 72-16,2 2-221 0,-3-2-121 0,2 2-13 15,2-2 36-15,-1 1 73 0,-1-1 49 0,1 0 16 16,-3-6-28-16,2-1-68 0,-2-3-63 0,0 1-36 16,0-1-20-16,0-2-12 0,-2 3-19 15,-1-2-19-15,0-1-20 0,-5-1-35 0,0 0-36 16,-3-2-35-16,-1 1-16 0,-3 0-12 16,-2 0-2-16,-1 0-2 0,-2 1-10 0,-4 0 0 15,-4 2-1-15,1 0-2 0,-8 3-10 16,0-1-4-16,-3 3 3 0,-1 3-1 15,-5 1-2-15,-1 3-2 0,-2 3 1 0,-1 1-2 16,-2 2-1-16,1 3 2 0,-3 2 1 0,1 0 0 16,0 2 0-16,-1 0 1 0,3 2 2 15,0-1 0-15,0-1 2 0,3 2 0 0,2 0 2 16,0 0 2-16,1-1-2 0,2 4-1 16,1-2 1-16,2 2-1 0,-1 0-2 0,1 3-2 15,0 5 0-15,0-1 1 0,0 5-1 0,2 1-2 16,1-2 2-16,0 4 2 0,0 1-2 0,2 1-1 15,2 1 0-15,-3 3-1 0,4 2 1 0,0 2-1 16,2 1 0-16,1 2 0 0,3 2 1 16,-1 3 6-16,6 2 3 0,0 1 2 0,2 5-5 0,4 0-3 15,2 1-2-15,3 5-6 0,2 0-4 0,6 1-4 16,3 1 10-16,2 4 5 0,6 1 0 16,2 0-1-16,2 4 5 0,4-3 3 0,3 2-4 15,4-1-5-15,2 2-4 0,5-1 0 0,4 2-3 16,4-2 3-16,5 0 0 0,4 0 6 0,3-1 3 15,3-2 2-15,4-4 1 0,4-2-7 16,2-4-1-16,5-5 1 0,3-5 0 0,7-7 3 16,3-8 0-16,6-6-1 0,7-10-1 15,3-11-2-15,2-7 0 0,1-7-2 0,2-8-1 16,3-9 1-16,1-5 3 0,-3-5 2 0,-2-7-2 16,-4-2 1-16,-3-7-1 0,-7-1 3 0,-7-5-2 15,-5-2-1-15,-2-3 1 0,-7-2-1 0,-2-5 1 16,-4 0 2-16,-3 0 3 0,-5-3 2 0,-4-1 3 15,-2-3 1-15,-6-4 2 0,-1-4 0 16,-5-6-5-16,-1-3 1 0,-2-7-7 0,-4-6 1 16,-4-6-1-16,0-3 9 0,-12-4 8 0,-3 0 2 15,-10 3 14-15,-11 2 7 0,-10 7 5 16,-10 7-7-16,-12 6-6 0,-9 9-6 0,-6 9-2 16,-4 7-6-16,-3 14-4 0,-4 10-6 0,3 8-3 15,-4 13-1-15,4 7-8 0,2 6-3 16,5 7-3-16,1 3 1 0,7 5 1 15,3-1 2-15,9 2 0 0,5 0 1 0,4-2 0 16,6 1-1-16,3-2 2 0,5 2-1 0,4-4-1 16,0 1 0-16,5 1 0 0,-1-3 0 15,4 1 0-15,-2-1-1 0,3 1 0 16,1-1 0-16,-1 0 1 0,1 0 0 0,1 2 0 16,0-2 0-16,0 0 1 0,0 0 1 15,0 0 1-15,0 0 2 0,0 0 1 0,0 0 1 16,-3 0 3-16,3 2 1 0,0-2 1 0,0 0 0 15,0 0-1-15,-2 0-1 0,2 2-2 16,0-2-1-16,0 3-3 0,0-3-1 0,0 0 0 16,0 1-1-16,0-1-1 0,0 0-1 15,0 1 1-15,0-1-1 0,0 0 0 0,0 0 0 16,0 0 0-16,0 0 0 0,0 0 0 16,0 0 0-16,0 0 0 0,0 0-1 0,0 0 1 15,0 0-1-15,-1 0-1 0,1 0 1 16,-2 0-1-16,2 0-1 0,0-1 1 15,-1 1-5-15,1 0-9 0,0 1-17 0,0-1-27 16,-2 0-45-16,0 1-86 0,1 2-176 16,1 1-273-16,0 2-319 0,0 1-394 0,-2 1-377 15,-3-1 56-15,2 2 833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5-01-13T07:45:03.316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3471 1082 195 0,'-3'6'329'0,"-1"0"129"0,1-4 1 15,-2 3-126-15,3-4-71 0,-1 0-29 0,1-1 5 0,1 0 32 16,-1 0 40-16,1-1 48 0,-1-2 28 0,2 0 13 16,0-1-20-16,0-2-40 0,2-2-36 15,-1 1-5-15,1 2-14 0,-1 2-26 0,1 1-23 0,0-3-18 16,-1 1-27-16,-1 2-39 0,0-3-30 0,2 2-14 16,-2-1-10-16,0 1-6 0,0-2-8 0,0 2-7 15,2 2-12-15,-2-1-10 0,0-1-10 0,1 3-10 16,-1-1-8-16,0 0-7 0,0 2-6 0,-1 0-4 0,-1 5-5 15,2 2 0-15,0 7-2 0,3 4-1 16,-1 8-1-16,1 8 0 0,1 7 0 0,1 6-1 0,2 6 0 16,-1 3 1-16,2 1 1 0,3 1 1 0,0-2 0 15,1-3 0-15,1-6-1 0,2-5-2 16,2-5-1-16,0-7-1 0,2-5-1 0,3-7 1 16,0-6 0-16,-1-5 1 0,4-5 6 0,-1-6 3 15,-2-5 0-15,2-3 2 0,1-6 0 0,-1-1 0 16,1 0-4-16,-1-2-2 0,-2 1-1 0,2 1-6 15,1 3-3-15,-3 1-2 0,2 5-1 0,-2-1 1 16,0 4 0-16,-1 3 5 0,1 2 5 16,-2 1 1-16,-2 3 1 0,-1 2 0 0,0-1 0 15,-2 2 0-15,-2-2-2 0,-1-1 1 0,-2 1 0 16,-1 0 0-16,-3-3 5 0,-1 1 5 16,0-2 8-16,-2 0 6 0,0-3 4 0,-3-2 0 15,-3-3 5-15,1-3-3 0,-2-1-4 0,-1-7-9 0,-3-1-5 16,-1-4-3-16,-3-7-7 0,0-1-5 15,-2-7-3-15,-4-4 1 0,2-6 1 0,-2-1 0 16,0-3 0-16,-1 0-1 0,2-1 1 0,1 2-2 16,5 3 6-16,0 4 1 0,3 6 0 0,1 2 1 15,4 7-4-15,0 6-7 0,5 7-15 16,1 2-20-16,3 11-28 0,2 4-60 0,3 6-73 16,-3 3-147-16,3 5-253 0,-1 4-306 0,4 0-362 15,-3 4-277-15,3 1-48 0,-3 3 638 0</inkml:trace>
  <inkml:trace contextRef="#ctx0" brushRef="#br0" timeOffset="339.05">4240 1251 49 0,'3'-11'533'0,"-1"1"435"16,-1-1 208-16,4-4-39 0,0 2-357 0,3-1-236 0,4 0-129 15,-2 1-81-15,4 0-51 0,2 1-38 16,3 0-36-16,0 0-55 0,1-1-49 0,4 0-28 15,-2 2-15-15,1 3-15 0,0 0-10 0,-3 2-2 16,0 2-1-16,-3 2 6 0,-1 1 7 0,-2 2 8 16,-4 5 4-16,-2 2 2 0,-2 3-4 0,-5 3-4 15,-2 5-5-15,-4 3-7 0,-3 6-4 0,-1-1-6 16,-4 4-4-16,0 5-4 0,1-1-5 0,-4 3-1 16,3-3-1-16,1 2-1 0,2-3-7 0,2-2-5 15,3-4-2-15,1-3-8 0,4-2-3 0,4-4 0 16,1-3 6-16,5-6 1 0,1-5-7 0,6-5-18 15,2-5-30-15,0-8-71 0,5-5-69 0,3-2-81 16,-2-8-118-16,3 1-162 0,1-1-199 0,-2-5-215 16,1 4-205-16,1 0-131 0,1 1 204 15,-2-1 467-15</inkml:trace>
  <inkml:trace contextRef="#ctx0" brushRef="#br0" timeOffset="691.34">4904 1219 160 0,'21'-8'421'0,"-5"5"400"0,-4 7 321 16,-1 5-55-16,-3 4-120 0,0 5-170 0,-3 6-182 15,-1 3-159-15,0 3-119 0,-3 3-94 0,3 3-79 16,-1 0-53-16,0 0-33 0,3-2-27 0,0 0-19 15,1-6-13-15,1-2-12 0,4-3-3 16,1-6-1-16,-1-5-2 0,3-4 0 0,0-6 1 0,-2-4 1 16,0-8 6-16,1-4 2 0,-1-7-3 15,-1-7-2-15,-2-2-1 0,-4-2-1 0,-1-4-5 16,-3-3 0-16,-4 3 2 0,-3-3 3 0,-4 0-2 16,-5 1-1-16,-2-1-1 0,-5 3-2 0,-4-1-2 15,-5 1-1-15,3 4-1 0,-3 1-3 0,0 4-2 16,1 6-6-16,4 3-10 0,3 6-12 0,4 3-33 15,1 4-54-15,6 3-54 0,0 7-47 0,3 0-72 16,5 3-102-16,1 0-96 0,2 1-53 0,4-1-47 16,2-1-44-16,6-1 37 0,-2-1 109 0,3-1 149 15,2-1 140-15,0 1 96 0,0-3 65 0,0-1 39 16,0 0 32-16,-2 0 27 0,1-1 21 0,-1-2 22 16,-2 2 15-16,2 0 4 0,-2-3-4 0,1 3-12 15,-2 0-20-15,1-3-22 0,0 3-16 16,-1-2-17-16,-1 2-7 0,0-2-4 0,-2 1-4 15,-1-1 0-15,2 2-3 0,-1-3 3 0,0 2-6 16,0-1-36-16,-1 0-53 0,1 2-111 0,0-1-258 16,-2 2-141-16,0 0-36 0,-1 0 98 0,3 0 172 15</inkml:trace>
  <inkml:trace contextRef="#ctx0" brushRef="#br0" timeOffset="1008.59">5342 1131 341 0,'9'27'877'0,"-2"0"356"0,-1 2 40 0,-1 5-216 15,1 0-274-15,-1 4-255 0,1-1-149 0,-1 0-87 0,0 0-70 16,1-1-86-16,2-3-52 0,0 0-35 16,0-2-19-16,3-4-14 0,-2-4-6 0,-1-2-6 15,0-5-1-15,0-4-1 0,-2-1 4 0,1-3 7 16,-2-6 6-16,-1-2 7 0,0-2 2 0,0-9 2 16,-1-2-4-16,-3-3-7 0,3-5-4 15,-3-1-5-15,0-4-1 0,0-2-3 0,-3-4 1 16,2-1-1-16,-3-1 0 0,0-2-2 0,1 1-1 15,0 2 7-15,-1 5 5 0,3 2 3 0,-2 5 5 16,-1 3-4-16,4 5 2 0,-3 1-5 0,3 2-7 16,-2 4-6-16,2 2-4 0,2 1 2 0,1 2-4 15,2 1 0-15,0 2-2 0,3 2 2 0,4-2 1 0,-2 3-1 16,4 1 0-16,2-1-15 0,1-1-37 16,1 1-78-16,-1 0-131 0,-1-1-267 0,1 0-309 15,-1 2-371-15,2 2-378 0,0-1-77 0,0 2 608 16</inkml:trace>
  <inkml:trace contextRef="#ctx0" brushRef="#br0" timeOffset="2300.09">8161 514 23 0,'-1'-18'531'0,"-1"5"508"0,-1 1 263 15,1 4-30-15,-1 1-327 0,3 1-304 16,0 4-222-16,3 4-117 0,0 4-68 0,2 7-56 16,0 6-47-16,3 7-23 0,3 6 1 15,-2 10-9-15,-1 6-16 0,3 4-13 0,-3 5-16 16,0 5-12-16,-1 5-17 0,0 3-11 0,1 0 1 15,-1-1-2-15,2-2-4 0,5-4-2 0,1-6-3 16,2-8 0-16,5-10-5 0,0-5-2 0,5-12 0 16,0-9 1-16,3-7-2 0,0-8-3 15,-1-10-5-15,1-6-4 0,-2-8-4 0,0-3-4 0,-2-3-1 16,-4-5 3-16,-2 4 4 0,-1-4 3 16,-4 4 5-16,-4 5 5 0,0 1 3 0,-5 3 4 15,-1 4 5-15,-2 6 2 0,0 1 3 0,-1 4-1 0,-2 6-7 16,0 3-4-16,0 3-4 0,-2 6-3 15,-1 6 0-15,3 4-1 0,0 1 5 0,0 5 9 16,3 5 4-16,2 2 0 0,-1 3-2 0,3 1 1 16,1 3-2-16,4-2-6 0,1 1-4 0,2-2-1 15,2-2 1-15,3-7 0 0,0-2 1 0,3-2-3 16,2-8-3-16,0-3-8 0,4-3-11 0,-1-6-12 16,-2-3-14-16,3-5-17 0,-3-2-9 0,0-5 1 15,-3-3 5-15,-2-3 12 0,-1-3 17 0,-2-1 29 16,-4-4 28-16,-3-1 19 0,0-1 18 0,-3-1 12 15,-3 0 10-15,-5-2 2 0,0 0 0 0,-3 1 1 16,-2-2 0-16,-2 4 2 0,-2-1-1 0,1 2-1 16,-1 5-2-16,-1 4-8 0,-4 4-12 15,3 5-10-15,-5 6-11 0,3 4-11 0,-2 9-9 16,2 5-7-16,2 4-2 0,-2 7-4 0,5 2 0 16,3 4-2-16,2 3-1 0,2 0 0 0,2 1-1 15,4 1-1-15,3-4-4 0,3-1-14 0,2-2-22 16,1-5-49-16,3-3-79 0,-1-3-142 0,2-4-252 15,0-2-316-15,0-2-382 0,2-5-355 16,-3 1-62-16,1-6 613 0</inkml:trace>
  <inkml:trace contextRef="#ctx0" brushRef="#br0" timeOffset="2820.89">9363 1309 75 0,'1'-21'672'0,"-1"3"615"0,0 5 246 0,-1 1-171 15,1 5-425-15,0 1-361 0,-2 2-196 0,2 6-133 16,-1 1-95-16,-1 6-58 0,2 1-35 15,0 5-21-15,2 4-12 0,1 2-11 0,0 0-9 0,0 3-4 16,2 2-4-16,3 1-1 0,-2 1-2 16,2 0 1-16,0 2-5 0,0 0-14 0,0-2-26 15,-2-2-47-15,1-1-50 0,0-1-47 0,-1-3-33 16,-1-3-16-16,0-3 17 0,-2-3 54 0,2-4 59 16,-2-4 53-16,-1-5 29 0,4-4 24 0,-3-5 37 15,0-2 51-15,2-4 67 0,-2 0 36 0,2-5 17 16,0 0 2-16,-1-2-15 0,1 1-35 15,-2-1-41-15,2-3-29 0,0 2-18 0,0 0-15 16,2-1-13-16,-2 2-11 0,2 1-8 0,-1-2-7 16,2 5-5-16,1-2-4 0,2 4-1 0,-1-3-3 15,4 3-1-15,-3 0 0 0,3 3 0 0,-1-1 1 16,3 2-2-16,-2 2 0 0,-1 2 1 0,3 1-1 16,-2 3 1-16,0 4-1 0,-1 1 3 0,-1 5 1 15,-1 1 0-15,1 1 1 0,-2 4 1 0,0 2-1 16,0 0-1-16,0 0-1 0,-2 0 0 0,1 0 0 15,0-1-2-15,-1-1 1 0,-2 0 0 0,1-2-1 16,-1-2 0-16,0-2 1 0,-3-3 0 16,2 0 2-16,0-4 1 0,-2 1-1 0,-1-3 2 0,-1 0 1 15,-1-1 0-15,0-1 0 0,0 0 1 0,0 0-2 16,0 4-3-16,0-3-1 0,2 3-2 16,-2 1-1-16,1 1-2 0,1 0 3 0,1 0 0 15,-2 0 2-15,1 1 0 0,3-1 0 0,-2 0 0 16,2-1-1-16,0-2-6 0,1-1-17 0,0-2-33 15,0-1-62-15,-1-2-55 0,0 0-75 0,-2-3-126 16,0 1-173-16,-1 0-266 0,-2 3-219 0,0-2-217 16,-2 3-60-16,1 3 351 0,-4 1 490 0</inkml:trace>
  <inkml:trace contextRef="#ctx0" brushRef="#br0" timeOffset="3767.98">10220 1319 53 0,'-5'-4'522'0,"-3"2"444"0,2-3 242 0,1 2-51 16,0-2-370-16,0 1-242 0,2-3-116 15,0 4-81-15,0-4-58 0,2 1-41 0,1-1-35 0,0-2-46 16,0-2-59-16,1 1-40 0,4-2-22 16,-2-1-15-16,0-2-7 0,2 2-6 0,0 1 2 15,0 0-1-15,-1 3-2 0,1 0-5 0,-1 4 2 16,1 1 4-16,2 3 6 0,-1 2 5 0,2 6 8 16,0 4 1-16,0 4-1 0,0 5-5 0,1 3 1 15,-1 8-5-15,0 1-2 0,0 5-4 0,0 0-2 16,-2 4-3-16,2 0-7 0,-2 1-3 0,4-3-3 15,-2-1-1-15,0-3-2 0,0-5-2 0,1-5-1 16,0-5 0-16,0-5-2 0,0-4 2 16,0-7 1-16,-1-6 0 0,2-5 0 0,-1-7 0 15,1-4 0-15,-1-6 0 0,0-1 0 0,0-4-1 16,0 0 1-16,0-2 1 0,1 1 0 0,-2 2-1 16,2-1 0-16,0 4 0 0,0 1-1 0,1 4-1 15,0 1 1-15,-1 4 1 0,2 1 0 0,-1 2-1 16,1 3 0-16,1 2 1 0,2 1 0 0,0 3 0 15,0 1 1-15,2 2 1 0,-1 3-1 0,1 0 1 16,1 0-1-16,-1 0-1 0,2 0 2 0,0 0-2 16,0-3 2-16,2 0-2 0,-1-3 1 0,2-3-1 15,0-1 0-15,-4-6 0 0,2 2 0 16,0-6 0-16,-3-1 0 0,-3 0 1 0,0-1 1 16,-6 2 1-16,-3 0-1 0,-2 2 3 0,-3 2 0 15,-6 0 4-15,-1 2 4 0,-4 2 6 0,-3 3 9 16,-3 1 5-16,-4 4 8 0,-1 2 3 0,1 6 1 15,-4 4-3-15,3 1-5 0,0 4-5 0,1 5-7 16,2 1-8-16,2 3-6 0,3 4-4 0,3 4-4 16,0 2-2-16,4 3-3 0,1 0 0 0,1 5 1 15,4-1 0-15,2-1 0 0,2 1-1 0,5-4 0 16,0-1-11-16,6-7-21 0,3-2-32 0,3-3-72 16,0-7-108-16,1-3-226 0,4-4-300 0,-1-1-359 15,1-6-418-15,2-1-196 0,-3-3 362 16,1-5 853-16</inkml:trace>
  <inkml:trace contextRef="#ctx0" brushRef="#br0" timeOffset="4320.1">11347 1431 372 0,'-3'6'898'15,"-2"1"316"-15,-1-1-9 0,-1 3-264 0,3 3-281 16,-1 2-186-16,2 1-115 0,0 4-65 0,1-2-40 16,2 4-48-16,2-1-52 0,1 2-52 0,3-2-29 15,2 0-19-15,0-2-13 0,3-1-8 16,2-2-7-16,1-5-3 0,2-2-1 0,1-4-2 0,1-4 0 15,0-3-1-15,0-4-2 0,2-4-6 16,0-4-4-16,0-4-1 0,-3-4-1 0,1-2 1 16,-3-2 0-16,0-3 4 0,-3 0 4 15,-2-2 1-15,-2 1 1 0,-3 0 0 0,-2 2 2 16,-3 0-2-16,0 2-3 0,-3 4-1 0,0-2 0 16,-4 6-2-16,2 1-3 0,0 3-1 0,-2 5-1 15,2-1-2-15,0 4-1 0,2 5-2 0,1 2-2 16,1 4-1-16,1 4-1 0,1 2 0 0,1 5-1 15,3 2-1-15,1 0-10 0,3 3-22 0,3 0-53 16,2-1-73-16,0 1-111 0,3-2-195 0,1-2-299 16,4-1-334-16,3-3-287 0,-1-2-140 0,6-2 325 15,0-3 655-15</inkml:trace>
  <inkml:trace contextRef="#ctx0" brushRef="#br0" timeOffset="4634.12">12125 1201 600 0,'-3'-18'1589'0,"-6"4"183"0,-3 3-340 15,-5 2-352-15,-2 4-467 0,-5 5-277 0,-3 6-121 0,-1 5-59 16,-2 4-33-16,-2 4-22 0,2 5-21 0,2 1-19 16,3 2-28-16,5 4-33 0,3 0 0 0,6 2 0 15,4 0 0-15,7-1 0 0,4-2 0 16,5-3 0-16,5-2 0 0,4-5 0 0,7-7 0 16,5-4 0-16,2-7-10 0,3-8-52 0,0-7-25 15,-1-6-29-15,2-5-33 0,-4-1-25 0,-2-1-7 16,-4-2 10-16,-3 4 23 0,-4 1 50 15,-3 4 70-15,-2 2 64 0,-4 5 46 0,-2 2 27 16,-1 1 13-16,-3 6-6 0,-1 3-15 0,-2 3-17 16,-1 6-19-16,-1 3-16 0,-1 4-14 0,-1 2-11 15,1 3-9-15,-2 3-8 0,4-1-4 0,0-2-3 16,4 4-7-16,0-4-17 0,-1 1-44 0,0-2-80 16,3-1-143-16,-2-2-251 0,2 1-315 0,0-1-380 15,0-1-375-15,-1-1-54 0,0 0 632 16</inkml:trace>
  <inkml:trace contextRef="#ctx0" brushRef="#br0" timeOffset="7325.52">7124 713 255 0,'8'1'741'0,"-2"-1"407"15,-3 1 89-15,0-1-218 0,-1 2-228 0,0-2-209 16,-4 0-149-16,0 0-94 0,-2-2-71 16,-3 1-63-16,0 0-62 0,-1-1-39 15,-2 0-27-15,-1 1-18 0,2 0-6 0,-3-1-9 16,0 0-8-16,2 2-8 0,-2 4-10 15,-2-3-5-15,2 5-7 0,-3 1-5 0,2 4 0 16,-1 2-3-16,3 3 1 0,-1 0-2 0,2 1 2 16,0 0 0-16,2 3 0 0,3-1 0 0,-1 0 0 15,5 0-2-15,-1 0 1 0,5 1-3 0,2-1 2 16,1-1-1-16,4 1 0 0,1 0 0 0,6-1 1 16,2-2-1-16,2 0 2 0,2 1 0 0,3-2 0 15,0 2 1-15,1-4 1 0,-1 0 0 0,2 1 0 16,-2-2 1-16,0 0 1 0,-2 0 0 0,-2-1 0 15,-3-3-1-15,0 3 0 0,-6-4 1 16,1 4 1-16,-5-3 1 0,0 1 2 0,-5 1 1 16,-2 1 1-16,-2 1 0 0,-3 1 5 0,-4 2 1 15,-2 2 0-15,-4 1-2 0,-1 1-2 0,1 2 1 16,-4-1-7-16,0-1-2 0,2 1-2 0,-2-2 2 16,1 0 1-16,2-3-1 0,0-1 1 0,2 0 0 15,0-3 0-15,2-2-3 0,2-1-3 16,1-1-2-16,2-3-4 0,2-1-5 0,1 0-12 15,2-3-18-15,3 0-40 0,1-1-68 0,2-2-82 16,3-3-143-16,2-1-215 0,-1-1-311 0,2 0-297 0,1-1-204 16,-2-2 9-16,0 1 500 0</inkml:trace>
  <inkml:trace contextRef="#ctx0" brushRef="#br0" timeOffset="7869.1">7970 1062 91 0,'-5'0'388'0,"-3"1"296"0,2 0 302 15,0 1-23-15,-1-2-172 0,2 0-121 0,-1 0-65 16,0 0-77-16,1 3-115 0,0-3-88 0,2 0-59 0,-2 0-50 16,-1-3-55-16,2 1-40 0,0 1-17 15,-2 0-11-15,1 0-11 0,0 1-11 0,-2 0-13 16,0 2-12-16,-1 1-11 0,0 2-10 0,-4 6-8 16,2 1-6-16,-1 4-3 0,0 3-4 0,0 5-2 15,3 3 0-15,-1 5-1 0,2 2 1 0,1 2-1 16,4 1 4-16,1 0 3 0,1-1 2 0,3-2-1 15,3-2 1-15,1-1-1 0,2-4-4 0,2-3-3 16,2-3-2-16,4-5-2 0,2-4-2 16,0-2 0-16,3-6-1 0,0-5-1 0,2-5-1 15,3-3 0-15,-2-7-4 0,2 0-17 0,-2-5-37 16,-1-1-78-16,-3-4-139 0,-1-1-266 0,-2 1-312 16,-1 0-376-16,-1 1-386 0,-5 1-62 0,-3 2 654 15</inkml:trace>
  <inkml:trace contextRef="#ctx0" brushRef="#br0" timeOffset="13913.81">19145 1410 61 0,'1'-5'284'0,"-1"1"152"0,0-1 138 16,-1 1-74-16,-1 1-125 0,1 0-50 0,1 0 2 16,-5 0 39-16,5 1 34 0,-1 1 14 15,-1-1-19-15,1 2-46 0,-3-1-56 0,3-2-63 16,-2 3-59-16,-1 0-45 0,1 0-26 0,1 0-15 16,-1 0-4-16,2 0 12 0,1 0 14 0,0 0 16 15,0 3 5-15,0-3-1 0,0 1-11 0,0 2-23 16,0 1-24-16,0 3-23 0,0 0-8 0,1 4-6 15,1 2-6-15,-1 4 1 0,1 1 3 0,3 3 4 16,-2-1-7-16,4 5 0 0,-3 0 3 0,4 2 3 16,-2 0-4-16,1 1-3 0,-1 1-1 15,2 2-1-15,-2-3-5 0,1 0-6 0,-3-2 0 16,1-1-2-16,0-1 0 0,1-3-5 0,-3-1-1 16,0-3 0-16,1 0 2 0,-3-4-1 0,1-1 1 15,-1-4 5-15,-1 0 4 0,2-2 6 16,-2-2 5-16,0-1 5 0,-2 0 4 0,2-2-1 15,-1-1-4-15,-1 0-4 0,1 0-6 0,-3-2-6 16,0-3-7-16,0-1-3 0,-2-3-3 16,2-1-1-16,-3-3-1 0,2 0 0 0,0-6-1 15,1-3-1-15,-2 1-1 0,1-5-1 0,0-3-1 16,0-2 1-16,0-1-2 0,2-4 1 0,-3 2 2 16,5-2 2-16,-1 1 1 0,2 2 1 0,0 1 2 15,3 4 0-15,2 3-1 0,-4 2-1 0,4 2-1 16,-2 4-1-16,2 1-1 0,2 4-6 0,-1 2-3 15,3 0-3-15,-1 5 1 0,3 0-1 16,3 2 1-16,-1 2 7 0,1 1 3 0,2 0 2 0,1 3 1 16,0 0 0-16,0 1 0 0,-1 0-1 0,1 2 0 15,-3 3 0-15,0-4 1 0,-2 3 1 16,-2 1 2-16,-2 0 0 0,0 0 8 0,-4 1 5 16,-1 2 2-16,-3 1 0 0,-2 0 1 0,1 2-1 0,-6 3-7 15,2 0-1-15,-1 1-2 0,-5 4-1 16,3 2 0-16,0 2-5 0,-3 0-5 0,3 2-3 15,2 1-1-15,-1-2-2 0,0 1-1 0,2-2 5 16,2-3 2-16,1 0 0 0,2-2 1 16,2-3 0-16,0-1-1 0,1-1 1 0,3-5 0 15,-2 1-1-15,3-3 0 0,1-1 1 0,0-3 0 16,3-2 1-16,0-1 1 0,3-3-1 0,0-1 1 16,4-2 0-16,-2-2-1 0,1 1 4 0,1-4-4 15,-1 1-14-15,0-3-24 0,1-1-63 16,-1 3-64-16,-3-4-91 0,-1 0-145 0,1 0-207 15,-3 0-302-15,3 0-235 0,-3 0-204 0,-3 0 27 16,2 0 450-16</inkml:trace>
  <inkml:trace contextRef="#ctx0" brushRef="#br0" timeOffset="14385.59">19688 1758 24 0,'4'15'457'0,"2"1"389"15,-3 2 253-15,2 2 24 0,0 1-336 16,3 0-270-16,0-1-174 0,-2 0-103 0,2-2-68 15,0-4-59-15,4-3-37 0,-2-1-23 0,1-8-4 16,3-2 12-16,-1-2 10 0,3-9 5 0,0-2-3 16,-1-6-8-16,2-4-12 0,-2-6 26 0,-2 1 16 15,1-5 18-15,-4 1 10 0,-2 2 11 16,-7-1 1-16,-1 2-35 0,-5 2-22 0,-1 3-20 16,-5 2-14-16,-3 0-12 0,-1 6-6 0,-2 1-8 15,-2 3-3-15,3 5-2 0,-1 1-3 0,1 3-4 16,0 3-5-16,5 3 0 0,0 2-3 0,2 1-4 15,2 2 1-15,4 1-2 0,2 1-6 0,2 1-13 16,2 1-30-16,2-3-50 0,4 2-53 16,3-4-48-16,0 0-48 0,4 0-50 0,0-4-23 15,4-2 23-15,-1-1 38 0,2-3 37 0,3 2 39 16,-1-4 51-16,2 1 60 0,-2-1 49 0,2 1 48 16,0 0 46-16,-1-1 50 0,-2 0 37 0,-3 1 23 15,0 1 4-15,-3 1-5 0,0-1 10 16,-3 3 28-16,-1 3 16 0,-4-1 1 0,-2 2-9 15,-2 3-18-15,-3 0-32 0,-2 2-48 0,-3 3-38 16,0 1-25-16,-3 2-16 0,-2 4-11 0,1-2-9 16,-2 3-6-16,2 0-5 0,-2 2-6 0,2 0-2 15,-1 2-2-15,0-3-2 0,5 2-3 16,-3-3-6-16,5 0-14 0,1-2-49 0,1-3-63 16,1-1-69-16,1-2-134 0,1-4-190 0,2-2-305 15,3-1-263-15,-2-3-211 0,4-2-51 0,-1-2 414 16,5-7 511-16</inkml:trace>
  <inkml:trace contextRef="#ctx0" brushRef="#br0" timeOffset="15000.38">20318 1845 131 0,'2'16'703'0,"-4"-1"430"0,2-3 91 0,0 0-133 16,-2-3-412-16,2-1-303 0,2-2-141 15,0-3-36-15,1-2 11 0,2-2 7 0,0-4-9 16,3-3-23-16,1-5-28 0,0-2-40 0,5-3-47 16,-1-3-29-16,2-4-17 0,0-1-10 0,1 0-6 15,0-2-3-15,-2 1 0 0,0 3-1 0,-1 3 7 16,-2-2 11-16,-1 9 14 0,-6-1 14 16,1 5 11-16,-2 2 5 0,2 3-2 0,-5 5-10 15,-5 2-7-15,2 5-14 0,-2 5-10 0,-3 5-8 16,0 1-4-16,-1 6-2 0,1 0-4 0,2 3 0 15,-1 1-2-15,1 1 0 0,5-1 0 16,-1 2-3-16,2-1 1 0,2-2 0 0,-1-2-1 16,5-2 0-16,-1-4-2 0,2-4 0 0,2-3 1 15,2-3-1-15,0-6 1 0,5-6 0 0,-2-4 1 16,3-5 0-16,3-5 0 0,-3-4-2 16,2-1 1-16,-2-2 0 0,4-2 0 0,-7 2 0 15,3 2 1-15,-4-1-1 0,3 4 1 0,-7 1 0 16,1 3 2-16,-4 1 0 0,0 5 1 0,-1 2 2 15,-2 2 2-15,1 1 0 0,-4 4 2 0,0 4 1 16,0 2 1-16,-4 1-1 0,4 5-1 0,-3 2-1 16,2 2 0-16,1-2-3 0,0 3-1 0,1-3-3 15,2 0-1-15,1 0 0 0,0-4 0 16,3-2 0-16,2-4 0 0,2-2 0 0,2-7 1 16,4-3 0-16,4-3-1 0,0-7-1 0,4-4 0 15,2-2 0-15,1 1 0 0,0-1-1 0,-1 0 1 16,0 1-1-16,-3 3 2 0,-2 2-1 15,-2 4-1-15,-2 1 2 0,-1 2-1 0,-5 3-1 16,0 4 1-16,-2 2 0 0,-4 2 2 0,0 5 0 16,-2 1 1-16,0 3 1 0,-2 4-1 0,-1 2 0 15,-1 3-2-15,-1 4 0 0,1-2-8 16,0 3-18-16,0-2-37 0,0 4-73 0,0-4-97 16,1 0-184-16,2-2-293 0,2-2-330 0,2-3-336 15,-1-2-180-15,2-2 225 0,0-4 695 0</inkml:trace>
  <inkml:trace contextRef="#ctx0" brushRef="#br0" timeOffset="21404.27">21931 1635 190 0,'-6'3'502'0,"-2"1"279"0,-2 0 201 0,4 1-145 16,0 0-190-16,-1-4-136 0,2 2-92 15,-2-1-66-15,4-1-58 0,-1 0-43 0,3 4-38 16,-1-5-22-16,2 0-27 0,-1 2-31 16,1-2-30-16,0 0-28 0,0 3-30 0,1-3-20 15,-1 0-9-15,0 0-5 0,2 0-4 0,-2 0-4 16,1 0-1-16,3 0 0 0,-3 0 15 0,7-3 8 15,-4 3 5-15,5-2 5 0,-1-1 1 0,2 0 2 16,2-2-2-16,0 1-3 0,4 0 0 16,-1-1 2-16,2-1-3 0,-3 2 0 0,3-1-11 15,-2 1 1-15,0-1 0 0,1 3-1 0,-2-2 1 16,1 3-2-16,-1-2 5 0,-1 3-5 0,1-2-1 16,-2 4 2-16,1-2 1 0,1 3 3 15,-2 0-4-15,1 0-2 0,-1 1 0 0,2 0-4 16,-3 3-3-16,0-3-3 0,3 2-2 0,-3 0-2 15,3 0-3-15,-1-1 1 0,-2-1 0 0,3-1 1 16,-1-1 1-16,1 1 0 0,1-3 0 0,-1-3 1 16,0 1-1-16,-1-4-1 0,1-1-1 15,-1-3-1-15,1 2-1 0,-5-4-1 0,3 0 0 16,-2 1-1-16,0-1 0 0,-4 2 0 0,2-1 0 16,-2 2-2-16,-2 1 0 0,-3 3-2 0,2-1-6 15,-1 2-24-15,0-1-62 0,-2 4-75 0,-2-3-169 16,0 3-281-16,1 2-321 0,-1 1-372 15,1 1-264-15,-3 2 50 0,0-1 731 0</inkml:trace>
  <inkml:trace contextRef="#ctx0" brushRef="#br0" timeOffset="23331.78">23626 675 256 0,'0'-2'571'0,"0"0"347"0,0 1 215 16,-2 0-237-16,2-1-172 0,-1 2-97 15,1 0-88-15,0 0-118 0,1 0-102 16,-1 0-71-16,0 0-66 0,0 2-64 0,2-1-52 15,-2 0-27-15,2 5-17 0,-1 0-9 16,-1 5-6-16,3 2-2 0,1 3 1 0,-2 5 3 0,2-1 3 16,-1 5 3-16,2-1-7 0,-2 0-3 0,0 0-2 15,0-2-4-15,0 2-3 0,1-3-3 0,0 0 9 16,-2 0 2-16,1-2-1 0,-2 0 0 16,1-1 0-16,0-2-2 0,-2 0-2 0,0 0 1 15,0-1 2-15,0-2-2 0,0-1-1 0,0 0 1 16,-2-2-1-16,2 0-2 0,-2-3-1 0,2-1 5 15,0-1 2-15,0 0-6 0,0-3-21 0,-1 0-51 16,1-2-43-16,0-2-54 0,0 0-67 0,1-3-116 16,1-2-121-16,0-1-115 0,-1-3-237 0,1-1-235 15,-1 0-139-15,3 0 161 0,-1 0 371 16</inkml:trace>
  <inkml:trace contextRef="#ctx0" brushRef="#br0" timeOffset="24020.41">24114 648 6 0,'5'-14'498'0,"-1"4"508"0,-4 0 285 16,-4 2 1-16,1 3-310 0,-3 0-295 15,-2 4-218-15,-5 0-130 0,2 1-77 0,-5 1-74 16,4 0-63-16,-6 4-50 0,4 0-31 16,-2 1-20-16,2-1-12 0,0 3-10 0,3 0-8 15,-1 1 8-15,2-2 4 0,3 2 2 16,1 0-1-16,3 0 1 0,-1 1-1 0,3-2-4 16,1 1-6-16,1 2 0 0,4-1-3 15,0 2 3-15,2 2-2 0,3-1 3 0,0 1-1 16,1-2 2-16,3 0 2 0,1-2-3 0,-2 2 1 15,2-2 0-15,1 1 0 0,0 2 1 0,-1-3-2 16,1 0 3-16,0 2 2 0,-2 0 0 0,0 0 1 16,1 0-1-16,-4 2 3 0,1-2-2 0,-2 1-1 15,-2 0 2-15,-1 1-1 0,0 0-1 0,-4 0 2 16,-1-1 1-16,-1 0-1 0,-2 3-1 0,-2-3 1 16,-2-1 2-16,-2 1-4 0,-3-1 0 0,0 0 5 15,-1 1 4-15,-3-3 1 0,-1 1 3 0,0-1 2 16,-1 0 0-16,-2-1-2 0,1-1-4 0,1-2-2 15,1 0-3-15,0-1 0 0,4-3-1 16,0 1-2-16,2-3-1 0,0 0-1 0,0-2-2 16,5-1-2-16,0-2-2 0,4-3 2 0,0-2 0 0,4-2-1 15,2-3-1-15,3-2 1 0,2-4-2 16,3 0-2-16,-1-1-1 0,4-2-1 0,1 0 0 16,-1-1 1-16,3-1 3 0,-2-2 0 0,3 3 2 0,-2-2 2 15,0 0 2-15,-2-1 1 0,1 3 0 16,-6 2 3-16,1 2 2 0,-4 1 1 15,-4 4 1-15,-5 1-2 0,-1 3 3 0,-6 1-2 16,-2 4-3-16,-5 3-1 0,-3 1-1 16,-3 3 0-16,-2 7-2 0,0-1-1 15,-4 5 1-15,4 2-1 0,0 2-1 0,5 0 0 16,1 0-1-16,3 3-2 0,4-4-2 0,1 3-13 16,5 0-36-16,1-2-69 0,6 0-74 0,-3-5-135 0,8-1-240 15,-1-1-313-15,4-2-311 0,0 0-217 16,2-4-19-16,5 1 496 0</inkml:trace>
  <inkml:trace contextRef="#ctx0" brushRef="#br0" timeOffset="24366.11">24557 761 167 0,'-8'21'879'0,"-1"2"559"0,-4 5 23 16,-1 4-220-16,-2 3-426 0,3 1-320 0,-1 1-176 15,-2 4-104-15,4-3-59 0,-1 2-45 0,5-3-37 16,7-2-27-16,1-5-20 0,4-5-12 0,8-5-7 16,3-7-3-16,6-4-3 0,3-6 0 0,3-6-1 15,3-7-1-15,0-5-4 0,3-8-4 0,0-4-2 16,0-2-2-16,-3-7-3 0,0 1 0 0,-4-3 1 16,-4 3 5-16,-6-3 2 0,-2 3 6 0,-8 1 8 15,-4-1 6-15,-6 2 6 0,-4 0 9 16,-6 3 3-16,-2 3 1 0,-2 2 0 0,-6 5-1 15,0 5-4-15,-1 4-8 0,-1 7 3 16,0 6-4-16,4 4-4 0,1 7-5 0,4 6-2 16,0 3-1-16,5 1-5 0,4 5-6 15,3 2-11-15,2 0-28 0,5 0-71 0,-1-2-85 16,6 1-169-16,-1-4-286 0,6-1-327 0,1-1-375 16,1-4-217-16,4-4 112 0,1-2 703 0</inkml:trace>
  <inkml:trace contextRef="#ctx0" brushRef="#br0" timeOffset="24567.83">25185 936 347 0,'-7'6'1324'0,"0"1"409"0,-3 1-248 16,-3-1-350-16,-2 2-445 0,0 0-326 15,-2-2-168-15,1 3-82 0,0-1-40 0,4 0-23 16,-2-2-23-16,6-3-16 0,0 3-10 0,3-4-9 15,5 0-34-15,3-2-76 0,0 1-103 0,4-4-186 16,1 1-291-16,0-2-347 0,2 1-371 0,2-2-181 16,0 0 282-16,-2 0 710 0</inkml:trace>
  <inkml:trace contextRef="#ctx0" brushRef="#br0" timeOffset="35679.41">25676 661 66 0,'4'-3'337'0,"-3"0"208"0,2 0 205 0,-3 0 50 16,0-1-93-16,0 1-72 0,0-1-72 0,0-1-33 15,0 2-26-15,0 0-80 0,0 1-80 16,0 1-66-16,0-2-49 0,0 3-55 15,0 0-54-15,0 3-51 0,0-2-33 16,2 4-9-16,-2 4-3 0,2 3-2 0,-1 7-2 16,1 5 12-16,0 6 8 0,-1 4-9 0,1 4-6 15,-1 4 0-15,4 0-2 0,-5 3-4 0,1 1-3 16,-1 2 2-16,0-1 5 0,0 0 1 0,0-2-1 16,0-3-1-16,0-3-3 0,3-3-1 0,-1-4-7 15,1-7-4-15,1-3-3 0,0-5-2 0,1-2 1 16,3-6-1-16,0-5 1 0,0-5 0 0,3-7 1 15,5-7 0-15,-2-4 0 0,3-10 0 0,4-2 1 16,-2-7-2-16,1-1 1 0,2-6-1 16,1 2-2-16,-1-2-2 0,0 0-2 0,-1 0 1 15,-1 0 0-15,-1 1-5 0,-1 4-2 0,-1 2 0 16,-4 3 1-16,-1 3-1 0,-4 5 0 16,-2 1 6-16,-1 6 10 0,0 4 9 0,-2 4 6 15,-2 3 3-15,-2 3 1 0,-7 4-2 16,3 4-1-16,-6 7-4 0,-1 5-6 0,-4 5-1 15,-1 7 0-15,-1 4 2 0,1 1-1 0,-1 4 0 16,-1 1 2-16,4 4 2 0,-1-1 2 0,3 0 0 16,2 0-3-16,1-1-2 0,5-4-3 0,1-2-3 15,4-3-2-15,0-4-1 0,3-3-1 0,2-3-1 16,3-2 0-16,1-3 0 0,5-3-1 0,2-4-1 16,2-5-1-16,2 0 0 0,-1-5-2 15,3-1-1-15,0-4 0 0,2 0-5 0,-2-5-13 0,-1 2-25 16,-4-1-58-16,1 2-81 0,-6-2-169 0,1 2-278 15,-4-1-329-15,3 4-385 0,-3-1-300 16,-3 2 47-16,2 3 755 0</inkml:trace>
  <inkml:trace contextRef="#ctx0" brushRef="#br0" timeOffset="35873.37">26579 1129 185 0,'7'3'1123'0,"-2"1"625"0,1-2-157 0,-6 4-365 16,0-4-447-16,-5-2-333 0,4 3-218 16,-3-2-104-16,1 2-50 0,-2-1-29 0,2 0-21 15,2-2-12-15,-3 1-15 0,3-1-23 0,-2 0-72 16,1-1-77-16,2 1-170 0,0 0-282 0,2-2-327 16,1 0-384-16,-2 1-240 0,3-1 66 0,-3 1 733 15</inkml:trace>
  <inkml:trace contextRef="#ctx0" brushRef="#br0" timeOffset="36764.19">27625 558 280 0,'-7'-9'531'0,"1"2"323"16,0 1 179-16,-1 1-169 0,1 0-144 16,1 0-72-16,2 4-74 0,0-2-118 0,-2 3-111 15,4-1-78-15,1 1-65 0,0 1-67 16,0 1-57-16,0 2-33 0,1 4-15 0,5 3-6 15,1 2 2-15,-1 3 6 0,4 5 7 16,0 4 8-16,2 4 5 0,-1 2 2 0,3 6 0 16,-1-1-8-16,1 0-7 0,-3 1-6 15,1 1-6-15,0-1-7 0,-3 1-6 0,2 1 1 0,-1-3-1 16,-2 1-2-16,-2-2-4 0,2-4-1 16,-4-1-1-16,3-4-3 0,-2-2 0 0,0-4 6 15,-2-1-4-15,-2-6 7 0,4-2 7 0,-5-1 10 0,1-4 6 16,-1-2-2-16,0 0 3 0,0-6-6 0,-1-2-8 15,-4-5-8-15,4-4-11 0,-2-2-1 0,-1-4-7 16,4-5-4-16,-1 0-2 0,1-3 5 16,1 0 6-16,1 0-1 0,0 0 4 0,1 3 3 15,0 2 1-15,0 1-4 0,0 4-1 0,-2 4-1 16,1 0 0-16,0 5 1 0,-2 1 0 0,0 1 0 16,0 2 1-16,-2 1 0 0,-3 3 0 0,1 2 0 15,-2 3 0-15,-6 1 0 0,1 4-1 0,-5 2 1 16,-1 3 0-16,0 4 1 0,-5 1 2 0,2 2 1 15,-2 4 1-15,0 0 0 0,-1 0-1 0,2 4 0 16,-3-3-2-16,2 3 0 0,1 1-1 0,1-3 0 16,0 0-2-16,0-1-1 0,2-1-1 15,-1-3-1-15,1 1-1 0,3-5-1 0,2-5 0 0,0 1-1 16,5-7-2-16,3 0-10 0,1-3-17 16,-1-4-27-16,2-2-64 0,-3-6-77 0,2 1-158 15,1-2-277-15,2-3-315 0,-3 0-373 0,0 0-260 16,-3 0 6-16,-4-3 700 0</inkml:trace>
  <inkml:trace contextRef="#ctx0" brushRef="#br0" timeOffset="37916.42">23805 1639 196 0,'1'2'433'0,"-1"-1"216"0,0-1 150 0,0 2-114 16,-1-1-97-16,-1 0-53 0,0-1-55 0,1 2-56 16,-3-2-54-16,1 2-43 0,2-2-26 0,-4 1-28 15,2 0-26-15,2 1-24 0,-3 0-30 16,3-1-37-16,-1-1-45 0,1 1-36 0,-1 1-22 16,2 0-17-16,0-2-9 0,0 1-10 0,0-1-5 15,0 0-8-15,2 1-1 0,-1 1 2 16,6 1 2-16,-3-1 5 0,7 2 6 0,0-1 11 0,7 1 6 15,-1 0 2-15,5-1 5 0,7-2 2 16,2 3-1-16,4-3 0 0,5 0-1 0,4 1-2 16,2-1-1-16,4 2-1 0,5-2-1 0,6-1-1 15,0 2-4-15,6 0-4 0,-2-2-4 16,1 0-3-16,1 0-6 0,-3 0-4 0,0 0-1 0,-3 1-2 16,-1 1 2-16,1 2 3 0,-3-1 1 15,2 0 2-15,0 2 0 0,0-1-1 0,0-1-3 16,0 2-4-16,-1-3-4 0,-1 3-1 0,1-3-2 15,-5 1-1-15,3 0 0 0,-4-2-2 0,1 3 1 16,-5-3 0-16,2 0 2 0,-4-1-1 0,0 2 1 16,1-2 2-16,-2 0-1 0,-1 0 0 0,0 0 0 15,-1-2 1-15,4 1 7 0,-2 0 4 16,-1-3 3-16,0 0 0 0,-1-1 0 0,-1 0-1 16,-1 1-7-16,-2 0-6 0,-1-2-2 0,-2 2-1 15,-2 2 0-15,-1-1-1 0,-2 1 1 0,-4 2 1 16,-1 2 1-16,-1-1-1 0,-1 2 1 0,0 2-1 15,-1-3 0-15,-2 2 1 0,2 0-1 16,-1-1 0-16,-1-2 0 0,2 1 0 0,0-2 1 16,1 0-2-16,0 0 1 0,1-2 0 15,-1 0-1-15,1 0 0 0,0-1 0 0,0 2 1 16,-1-1-1-16,0 0 0 0,-3 2-1 0,0 2 1 16,0 1-1-16,-2 2 0 0,0 2 0 0,-3-2 0 15,-1 4 0-15,1 0 1 0,0 0 0 0,-3 1 0 16,-2 0 0-16,1 0 0 0,0-3 0 0,-2 1-1 15,0-1 1-15,-2-2 0 0,3 0 0 0,-3-4 2 16,0 0 1-16,-1-1 2 0,2-1 0 0,1 0 1 16,-3-3-1-16,0 0-1 15,-1 1-2-15,1-3 0 0,0 4-2 0,-1-3-1 0,0 1 0 16,1 1-1-16,-1 0 1 0,-2 1-1 16,1 0-1-16,0 0-1 0,-1 0-5 0,-2 2-8 15,-1 0-14-15,-2 0-24 0,-4 2-44 0,0 1-80 16,-2-2-137-16,-2 4-241 0,-4 1-311 0,-2 0-377 15,0 0-374-15,-5 3-77 0,0 1 597 0</inkml:trace>
  <inkml:trace contextRef="#ctx0" brushRef="#br0" timeOffset="38716.8">24810 2338 62 0,'5'-1'372'0,"-4"-1"277"0,3 2 245 0,-3 0-12 15,1 0-177-15,-1 0-138 0,1 0-108 0,-2 0-85 16,2 0-53-16,-2 0-14 0,0 3-11 15,1 0-22-15,1 2-24 0,-1 2-24 0,3 1-28 16,-4 4-47-16,1 1-43 0,4 2-28 0,-4 5-15 16,4 1-9-16,-2 1-7 0,0 5-8 15,1 1-5-15,1-1-5 0,-2 5-6 0,3 0-8 16,-3-3-4-16,0 5-4 0,0-3-4 0,-1 1-1 16,-1-2-2-16,3 0-1 0,-3 0 0 15,-1 0-2-15,0-4 1 0,0 2 0 0,-1-3-2 16,-3-3-1-16,1 1 1 0,0-3-2 0,-2-1-2 15,2-4-10-15,-3-1-17 0,1-4-46 0,0-4-61 16,1-3-59-16,-3-6-64 0,1-4-91 0,1-4-118 16,1-3-99-16,-1-6-121 0,2-3-228 15,1-1-193-15,0-3-6 0,6-1 245 0,-3 0 365 16</inkml:trace>
  <inkml:trace contextRef="#ctx0" brushRef="#br0" timeOffset="38946.92">24962 2548 142 0,'13'-18'428'0,"-4"2"261"0,4 1 217 15,-4 3-81-15,-1 1-134 0,0 2-121 0,-2 2-90 16,1 2-51-16,-4 4-17 0,2 1-49 0,0 4-55 16,-2 4-39-16,-2 3-33 0,2 6-44 0,-1 2-56 15,-2 3-40-15,-5 5-26 0,4 5-19 16,-1 0-13-16,-1 3-12 0,1 2-8 0,-1-1-7 16,1 1-4-16,1-1-3 0,-1-2-1 0,4-4-3 15,-1 1 0-15,1-4-3 0,0-3-1 0,1-1 0 16,0-5-2-16,0-4-7 0,2-1-17 15,-4-2-37-15,2-5-56 0,1-5-56 0,-4-4-60 16,0-4-87-16,0-3-118 0,-4-5-113 0,1-3-128 16,-3-1-230-16,0-4-203 0,-1 0-13 0,-1-2 251 15,-4 0 369-15</inkml:trace>
  <inkml:trace contextRef="#ctx0" brushRef="#br0" timeOffset="39179.1">24755 2376 149 0,'-7'-9'489'0,"0"1"294"0,2 2 176 0,2 2-139 16,0 1-225-16,3 3-121 0,0-2-85 0,3 4-70 16,0-2-41-16,3 3-18 0,3 0-25 0,3 2-10 15,3-3-23-15,1 3-20 0,5 0-7 0,0-1-20 16,4 0-31-16,2-1-39 0,3 0-22 0,0-1-14 16,0 1-20-16,3-3-11 0,-1 1-7 0,-1-1-2 15,1 0-5-15,-2 0-1 0,-2 0-3 16,1 2-5-16,-4-1-47 0,-1 2-65 0,-7 0-119 15,2 1-211-15,-4 4-294 0,-3 1-338 0,-4 0-283 16,-5 3-127-16,-4 2 408 0,-3 1 635 16</inkml:trace>
  <inkml:trace contextRef="#ctx0" brushRef="#br0" timeOffset="39378.94">25356 2921 338 0,'10'6'1189'16,"0"0"409"-16,-2-1-176 0,1-4-306 16,-2 1-494-16,-1-4-267 0,1 1-187 0,-1-4-86 15,2 1-41-15,-4 0-27 0,3-1-51 0,-1 1-63 16,1-2-86-16,-1 1-165 0,-2-1-295 0,1 1-311 16,0-1-280-16,0 0-188 0,0 1 174 0,1-1 607 15</inkml:trace>
  <inkml:trace contextRef="#ctx0" brushRef="#br0" timeOffset="40032.1">26218 2700 199 0,'1'-4'594'0,"1"3"340"16,-2-2 159-16,1 2-184 0,-1-1-264 0,0 1-184 16,0 1-136-16,0 0-83 0,0 0-64 0,3 0-27 15,-1 1-1-15,-1 2 25 0,1 0 10 0,1 2 2 16,0 2-7-16,0 0-19 0,1 5-30 15,-1 1-40-15,2 2-28 0,1 2-20 0,-2 3-8 16,1 3-8-16,0-1-8 0,-2 4-6 16,2-2-2-16,-2 3-1 0,2-1-5 0,-4 2-2 15,1-3 0-15,-2 2-1 0,0-2-2 0,0-2-2 16,0-3 0-16,-2-4-1 0,2-2-11 0,-1-4-29 16,1-5-57-16,-5-4-57 0,5-5-77 15,-3-5-128-15,0-4-155 0,0-7-183 0,0-1-236 16,-1-3-212-16,-1 1-81 0,1-4 239 0,-2 0 405 15</inkml:trace>
  <inkml:trace contextRef="#ctx0" brushRef="#br0" timeOffset="40518.23">26066 2410 163 0,'-3'-4'412'0,"-2"-1"217"16,1 0 201-16,1 4-102 0,0-2-92 0,-2 2-68 16,4-1-68-16,-4 1-59 0,4-2-69 15,-2 3-70-15,1 0-66 0,2 0-41 0,0 1-25 16,0 1-15-16,0-1-18 0,0 2-17 0,2 0-13 15,1 2-21-15,-2 2-13 0,4 0-12 16,-2 3-10-16,2 0-8 0,-1 4-10 0,5 1-4 16,0-1-4-16,-1 5-5 0,1-1-4 0,1 3-2 15,1 1 0-15,0 0-3 0,1 1-1 0,0 0 0 16,-1-2-1-16,1 3 0 0,-2-5-3 0,1 0 1 16,1-1-4-16,-2-4 0 0,1-2 4 15,2-1 2-15,-4-5 5 0,4-4 8 0,-4-2 9 0,3-4 3 16,1-5-2-16,-1-4-4 0,2-4 1 15,-1-4-10-15,-2-3-7 0,1 0-2 0,-1-4-1 16,1-1-3-16,-2 2 0 0,2-2-3 16,-4 2-1-16,2 2 1 0,-2 1-2 0,-3 3-1 0,3 0-2 15,-2 5 1-15,-3 0-2 0,2 5 0 16,-2 0-1-16,-1 4-1 0,0-1-6 0,-2 3-25 16,0 1-72-16,-2 0-85 0,0 2-173 0,-1 2-287 15,-2 0-326-15,2 0-365 0,0 2-214 0,-1 4 155 16,1-1 698-16</inkml:trace>
  <inkml:trace contextRef="#ctx0" brushRef="#br0" timeOffset="43862.29">20261 9691 285 0,'2'3'542'0,"-1"-1"195"0,1-1 81 16,1-1-291-16,1-1-224 0,0-1-136 0,4 1-79 16,0-2-38-16,2-2-23 0,0 2 5 15,3-1 21-15,0 0 15 0,1-2 12 0,0 0 58 0,4 2 61 16,-4 0 29-16,3-1 12 0,-1 2 13 15,3 0 1-15,-2 0-43 0,3 1-42 16,-2 1-34-16,3 1-32 0,-2 0-31 0,3 1-21 16,2 1 13-16,0 1 36 0,3 3 19 0,-1-4 6 15,3 2 4-15,1 1-4 0,1-1-23 16,1 0-40-16,1 0-28 0,4-1-12 0,3-2-9 16,0 1 0-16,5-2 22 0,3 0 13 0,1 0 7 15,2-2 0-15,3 0 1 0,1-2-3 16,0 2-23-16,1-4-14 0,3 2-5 0,1-3-1 15,-2 5-2-15,2-7-2 0,2 1 0 16,-1 1-3-16,3-2 0 0,-1-1-3 0,-1 1 0 16,-1-1 0-16,-1-1 0 0,0 3 2 0,-3-1 0 15,0 1 0-15,-2 0 0 0,-2 0 0 0,0 1 0 16,1-1-2-16,-3 0 0 0,-1-3 2 16,2 3-2-16,-1-3 0 0,1 0 2 15,0-4-1-15,1 0-1 0,-3-2 1 0,2-6 1 16,-2 0 0-16,0-4-2 0,0 1 0 0,-2-4 0 15,3-2 3-15,-4 0 0 0,1-3 1 0,-2 1 1 16,-1-2-1-16,0 0 1 0,-1 0-3 16,-5-2-1-16,3 2 2 0,-5 0-2 0,1-1 2 15,-3-1-2-15,-2-1 0 0,-1-3-2 16,-4 0 0-16,-1-3-1 0,0-1 1 0,-3-4-1 16,-3-4 4-16,-3 0 2 0,0-5-1 0,-1-3-1 0,0-1 0 15,-4-5-2-15,-2-3-3 0,2-3-1 16,-4-2 3-16,1 1 1 0,-1-2 2 0,-1 0 1 15,0 2 6-15,0-1 5 0,0-1 1 16,-2 1 0-16,1-1 1 0,-2 4 2 0,-1-2-7 16,1 1-3-16,-1 2-3 0,1 2-1 15,0-2-1-15,2 1-3 0,-1-1 1 0,1-2-1 16,2 1-1-16,0-2 0 0,2 2 0 0,0-1-3 16,0-1 3-16,3 1 1 0,1 1 0 0,0 0 1 15,3 0 1-15,3 2 1 0,-1-3 2 16,2 2 3-16,0 2 1 0,4 2 2 0,0 3-1 15,1 1 3-15,2 4-3 0,-4 3-3 0,2 5-3 16,2 0 0-16,-3 6 0 0,1 2-3 16,2 2 0-16,-3 4 0 0,1 1 0 0,-1 5-2 15,-1 0 1-15,4 3-1 0,-3 3 0 16,1 1 0-16,2 3-1 0,-3 5 1 0,3 0-1 16,-1 4 3-16,2 3 4 0,-2 4 1 0,2 5 5 15,0 1 4-15,0 4 1 0,1 3-1 16,1 4-1-16,0 1-2 0,4 2-2 0,-3 4-1 15,3 1 0-15,2 1-1 0,2 1 0 0,2 1 1 16,1 0 0-16,3 0-1 0,-2 0-1 16,4 0-1-16,-1 0-1 0,2 2-1 0,-3-2-1 15,3 2 0-15,-3-1 1 0,0 1 3 0,-5 1 1 16,-1 4 4-16,0 2 1 0,-3 2 3 0,-1 3 1 16,-2 3 2-16,-3 3 1 0,1 2-2 15,-2 2 1-15,-2 1 0 0,1 3-3 0,-2-1-1 16,-1-1-2-16,0-1-2 0,-2 2 0 15,-1-2-1-15,-1 0-1 0,3 1-1 0,-4 0 1 16,1 2-1-16,0 0-1 0,0 3 0 0,-2 0-1 16,-2 1 0-16,0 1-2 0,-1 1 0 15,-1 3-2-15,0-3 1 0,-2 1 0 0,0 2 2 16,-2-3 2-16,-2 4 1 0,0-1 1 0,0 2-1 16,-2-3 0-16,1 3-2 0,-3-2-1 15,1-1-2-15,-1 2-1 0,2-2-1 0,-4-4 0 16,4 2 1-16,-1-3 1 0,-1-2 1 0,3-2 0 15,-1 1 1-15,1-5-1 0,0 1 0 16,0-2 1-16,3-1-1 0,0-1 1 0,1 0 0 16,-2-1 0-16,5-3 1 0,0 2-2 0,1-3-1 15,-2-1-2-15,5-3 0 0,-2 2-1 16,2-5 0-16,0-1-1 0,2 0 1 0,-1 0 0 16,1-4 0-16,2 1 1 0,-2-1 0 15,0-2 1-15,2 1 1 0,-1-2-1 0,1 2 0 16,-2-3 0-16,2 2 0 0,0 0-1 0,-2 0 1 15,-2 0-1-15,2-1 0 0,2 2 0 16,-2 0 0-16,1 0-1 0,0 0 1 0,1 0-1 16,1 0-1-16,1-1 3 0,2 1 2 0,1-2 0 15,2-1 2-15,1-1 0 0,3-1 2 0,1-1-3 16,2-1-2-16,1-4 1 0,4 0-2 16,1-3 0-16,2-3 0 0,5 1 0 0,1-5-1 15,-1 0 0-15,4-3 0 0,2-2-2 16,3-1 1-16,-2-1 2 0,4-3 2 0,1-1 1 15,0-3 2-15,4-2 1 0,-1 0-1 16,2-1-1-16,0-4-3 0,-1-1-4 0,-3-1-6 0,-2-1-13 16,-2 0-24-16,-5 0-46 0,-7 1-91 15,-2 4-182-15,-10 2-277 0,-4 4-342 0,-5 4-420 16,-10 5-387-16,-3 3 117 0,-7 6 885 16</inkml:trace>
  <inkml:trace contextRef="#ctx0" brushRef="#br0" timeOffset="50381.39">25911 6872 56 0,'-7'0'352'0,"3"0"228"0,-5 0 185 15,5 0-22-15,-2-3-201 0,1 1-111 0,2-2-53 16,1 0-26-16,0-3-17 0,2-3-28 16,0 2-44-16,4-6-52 0,1-2-52 0,-1-2-33 15,5-5-30-15,1-1-19 0,1-2-16 0,7-2-8 16,-2-4 32-16,4-4 3 0,4 1-6 15,2-6-3-15,4 1-5 0,4-2-2 0,1 0-37 16,3 0-16-16,1-2-10 0,0 4-3 16,3-1-2-16,-3 1-4 0,4 2 3 0,-2 2 0 15,-1 2 0-15,0 2 1 0,0 2 0 0,-2 1-2 16,0 4-2-16,0 0-2 0,-2 5 2 0,1 1 2 16,-2 1 1-16,1 0 1 0,0 4 2 15,-1-1-2-15,0 3 0 0,-2 1-3 0,0-3 0 16,0 3 1-16,-1-2 0 0,0-2 1 15,-2 0-1-15,1 0 3 0,-2-2 1 0,-1-2 0 16,-1-1-4-16,0 1 4 0,-3-3-3 16,0 3 39-16,-2-2 22 0,-2 2 15 0,-2-4 5 15,0 2 1-15,-3-1 0 0,0-1-36 0,-3-1-22 16,2-1-14-16,-5 2-6 0,3-5-3 0,-3 1-1 16,-1-1 1-16,0-5 0 0,0 1 0 15,-1-1 1-15,1-3-3 0,-1-3-1 0,-2-3 0 16,-1 1-1-16,2-2 11 0,-3-2 7 0,1-2 4 15,-3 1 1-15,-2-1 3 0,-1 1 0 16,-1 1-8-16,-3 0-3 0,0-2-3 0,-2 2 0 16,-1 0-1-16,-1 2 3 0,-1-1-1 0,-2 2 0 15,-1 0 1-15,1 3 1 0,1 0 0 16,0 1-2-16,1 2-3 0,0 1-2 16,3 3-2-16,-1 1-3 0,1 0-3 0,2 2-2 15,-1 0 1-15,1 1 1 0,1 0-1 0,-3 1-1 16,4-3 2-16,-1 4 0 0,-2-3 0 15,1 1 2-15,-2-1 2 0,2 2 2 0,0-1 5 16,-3 0 5-16,-1 2 1 0,0-3 0 0,0 4 1 16,-2-1-7-16,1 1-8 0,0-1-5 15,-3 2-4-15,1 2 0 0,-1 1 2 0,1 0 8 16,-1 3 6-16,3 0 5 0,-2 1 3 0,1 2 2 16,0 0-3-16,-2 3-2 0,5 0-4 15,-3 1-2-15,0-1-4 0,2 2-1 0,-1-2 4 16,-1 2-4-16,1-2 6 0,1 0-1 15,-1-1 1-15,3 0 0 0,0 0-6 0,-1-1 2 16,3 1-3-16,-1 1-3 0,1-2 0 0,1 2-2 16,-1 2 0-16,3-1 0 0,0 0-1 15,-1 1 2-15,1 0-2 0,0 0 1 0,0 0 1 16,1 1 0-16,-1 0 0 0,1 0 0 0,-2 2 1 16,2-2-1-16,-1 2 0 0,2-1 1 15,-3 0-1-15,3 1 2 0,-4 0-1 0,2 1 2 16,-1 0-1-16,1 0 1 0,-1 1-1 0,1-1 0 15,0 0 0-15,-2-2 0 0,1 2 0 0,0 0 1 16,0 0-2-16,0-1 1 0,-1-1-1 16,2 1 0-16,-2-1 0 0,2 1-1 0,-2-1 2 15,4 1-1-15,-3 0-1 0,0 1 2 0,2 0-1 16,-1 2 0-16,2-1 0 0,-3 3 1 0,4 0-1 16,-1 2 1-16,-1-5-1 0,2 5 0 0,0-1 1 15,0 1 0-15,0 0-1 0,0-1-1 0,0 1-1 16,0-2 0-16,0 2 1 0,0 0-1 15,0 0 1-15,0 0 1 0,0 0-1 0,0 0 1 16,0 0 0-16,0 0 0 0,0 0 0 0,0 0 0 16,0 0 0-16,0 0 1 0,0 0 0 15,0 0-1-15,0 0 1 0,0 0 1 0,0 0 0 16,0 0-1-16,0 0-1 0,0 0 2 0,0 0-2 16,0 0 0-16,0 0 0 0,0 0-1 0,0 0 0 15,0 0 0-15,0 0 1 0,0 0 0 0,0 2 0 16,0-2 0-16,0 0 0 0,-1 1 0 0,1-1 0 15,0 0 0-15,0 0-1 0,0 1-1 16,0-1-1-16,0 0 0 0,0 2 0 0,0-2-1 16,-2 3 2-16,0-3 0 0,2 2 1 0,-1 3 0 15,-1-3 1-15,1 4 0 0,-3-1-1 16,3 2-1-16,-1 1 0 0,1-1-1 0,-1 2 0 16,0 2 0-16,0 2 2 0,-2-3 0 0,4 5 0 15,-3-1 1-15,3 1-1 0,0 3 2 0,-1 0 1 16,1 0 0-16,0 0 0 0,-2 1-1 15,0 1 2-15,2-2-1 0,0 1-1 0,-1-1 0 16,1 0 0-16,0-1 0 0,0-2 0 16,0 0-1-16,0-3 0 0,0-2 0 0,0-2 1 0,0 0-1 15,0-4 0-15,0 1 1 0,1-2 0 16,-1 0 1-16,0-1 0 0,0-2 2 0,0 0 0 16,0-2 1-16,0 0 0 0,-1-2 0 15,1-2 0-15,-2-1-2 0,1-2 0 0,-3 1-2 16,1-3 0-16,-2-1-1 0,3 0-2 15,-5 0 1-15,4-3-1 0,-2 2 1 0,0-2-1 16,2 0 1-16,-2 1 1 0,1 0 0 0,1-1 0 16,0 2 0-16,-1 1 0 0,1 0-1 0,2 0 0 15,-3 2 0-15,3-2 0 0,-3 1 0 16,1 1 1-16,3 0 0 0,-1 0 0 0,-2 1-1 16,3-1 0-16,0 2 0 0,0 0-1 0,0 1 1 15,3 0-1-15,-3 1 0 0,1 1 2 16,1-1-1-16,-1 2 0 0,1 1 0 0,0-2 1 15,-1 2-1-15,3 0-1 0,-3 0 1 0,2 0 0 16,-1 1-1-16,1 0 1 0,-1-1 1 0,1 2-1 16,0-1 1-16,0 0 0 0,-2 0 0 15,3 2 0-15,-3 0 0 0,1-3-1 0,1 3 1 0,-1 3-1 16,1-3 1-16,2 2-1 0,0 0 0 0,2 2 1 16,0 1-1-16,-1 1 2 0,2 1-1 15,3 1 0-15,-2-1 0 0,1 2 0 0,2 3 0 16,0-4 0-16,0 1-1 0,1 1 1 0,0 1 1 15,1-1 1-15,-1-1-1 0,0 2 2 16,-1-2 1-16,2-1-1 0,-5 2 0 16,3-4 0-16,-4 1-1 0,1-2-2 0,-4-1 1 15,-1-1 0-15,0 0 1 0,0 0 0 0,-2-2-1 16,0 1 2-16,-1 0-1 0,2-2 1 0,-3 1-2 16,2-1 0-16,-2 1 0 0,0-1-1 15,0 0-3-15,0 2-1 0,0 0 1 0,0-1 0 16,0 2-4-16,0 0 2 0,-2 3 5 0,-1-2-4 15,-2 5-2-15,1-1-2 0,-3 1 5 16,-2 2-3-16,-4 0 3 0,2 2 8 0,-6-1 3 16,1 3 2-16,-3-2 0 0,1 1-1 15,-2-1-4-15,3-1-2 0,-1-2-2 0,2-1-1 16,4-1 1-16,0-2 0 0,2 0-1 0,5-3 0 16,-2 1-2-16,4-3 0 0,0-1-2 15,1-1 1-15,4-4-1 0,1-1 0 0,2-3 2 16,1-3-1-16,4-1 1 0,1-1 2 0,-2-2 0 15,3-1 0-15,-2-2 0 0,2 2 0 16,-3-1 1-16,0 1 0 0,-2 0 0 0,-2 2 2 16,0 1-1-16,-5 0 1 0,0 2 0 15,0 1 0-15,-4 1 0 0,1 1 1 0,-2 2-1 16,0 1-1-16,1 1 0 0,-4 2 0 0,2 0-2 16,-1 2-1-16,2-1 0 0,-1 2-1 0,0 0 0 15,0 0-1-15,-1 0 0 0,2 0 2 0,1 2-1 16,-2-1 1-16,1 0 1 0,0 1-2 15,0 1 1-15,0-2-1 0,1 3 1 0,0-2-1 16,-2 0-1-16,5 1 0 0,-1-3 2 16,1 1-2-16,-1-1-2 0,0 0 2 0,2 0-1 15,2 0-1-15,0-1 0 0,-1 0 2 0,2-1-3 16,1-1-9-16,2 2-29 0,-3-1-76 0,0 0-99 16,-1 1-169-16,1 1-292 0,-2 1-337 15,3 3-368-15,-3 0-188 0,-1 2 209 0,0 4 673 16</inkml:trace>
  <inkml:trace contextRef="#ctx0" brushRef="#br0" timeOffset="51948.3">28624 488 177 0,'7'-4'439'15,"-2"3"283"-15,0-1 267 0,-3-1-120 0,-2 2-148 16,-3-1-109-16,-2 1-70 0,-3 1-73 15,-1 0-102-15,-3 1-78 0,-2 2-54 16,-2 2-45-16,-2 1-47 0,0 1-42 0,-4 3-30 16,0 1-12-16,-1 1-20 0,1 3-13 0,-1 0-6 15,1 2-7-15,1 1-4 0,0 0-10 16,4 0 1-16,1 0 8 0,2-2 1 0,5-1 1 16,-1-2 1-16,4-2-2 0,-2-1 1 15,3-3-6-15,4-1-5 0,-3-2-2 0,3 1-2 16,-1-4-5-16,2-1-13 0,2 0-37 15,-2-4-50-15,5-1-53 0,-4-1-76 0,6-2-139 16,-3-3-167-16,1-2-233 0,-2 0-240 16,-1 0-208-16,-1-2-16 0,-2 1 374 0,-1 4 430 15</inkml:trace>
  <inkml:trace contextRef="#ctx0" brushRef="#br0" timeOffset="52201.1">28198 549 161 0,'-6'3'486'15,"2"1"279"-15,-1 1 174 16,1-1-142-16,1 2-164 0,2 1-130 0,1 1-115 0,0 2-73 16,1 0-33-16,1 5-42 0,3-3-19 15,0 0-18-15,-1 3-14 0,2-4-20 0,2 4-30 16,0-5-27-16,0 3-38 0,5-1-33 16,-4 0-21-16,1 0-9 0,1 0-8 0,-2 0-1 15,-1-1-6-15,2-2 2 0,-2-3 2 0,0 0-3 16,0-2 3-16,1 1-5 0,-3-2-10 0,2 0-42 0,-1-2-43 15,2-1-45-15,-3 2-93 0,-1-4-145 16,2 1-218-16,-3-2-250 0,4 0-236 0,-2 0-154 16,2-2 142-16,0-2 449 0</inkml:trace>
  <inkml:trace contextRef="#ctx0" brushRef="#br0" timeOffset="56906.92">29188 563 108 0,'2'2'224'0,"-1"0"80"16,3 0-6-16,-4 0-12 0,1-2 8 16,1 2 25-16,-1-1 50 0,-1-1 74 15,0 2 62-15,2-2 24 0,-2-2-6 0,-2 1-41 16,2-2-52-16,0 0-46 0,-1 0-52 0,1-2-52 16,-2 2-48-16,1 0-32 0,-3-1-30 15,3 1-39-15,-4-1-28 0,2-1-16 0,-3-1-12 16,-1 2-10-16,2 2-10 0,1-3-11 15,-1 4-8-15,-1-1-6 0,0 1-10 16,1 1-7-16,-2 1-5 0,2 2-5 0,-4 2-5 16,5 6-3-16,-3 2-2 0,2 3 0 0,0 5 0 15,4 1 0-15,-1 6 4 0,2 3-1 16,2 1 3-16,1 1 0 0,2-2 1 0,1 1 2 16,2-4-2-16,1-2-1 0,1-4-1 0,1-4-1 15,2 0 1-15,0-4 6 0,0-2-1 0,2-3 1 16,0-5 1-16,-2-1 0 0,1-1-1 0,1-5-5 15,-1-1 1-15,2-4 0 0,-3-1 0 0,1-4 1 16,-3 0 1-16,3-3 5 0,-5-2-2 16,3-3 0-16,-3-2 0 0,-3 1 0 0,1-1 0 15,-2 1-5-15,-4-1 3 0,-1 1 1 0,-1 0 2 16,-4 3-1-16,-2-2-1 0,-1 5 2 16,-4 0 0-16,1 0 1 0,-5 3 0 0,2 2 1 15,-3 1 0-15,-1 1-1 0,1 3-1 16,2 0-2-16,0 2-2 0,2 4-3 0,-1 0-2 15,4 0-1-15,-1 4-2 0,2 2 0 16,1 0-1-16,1 1 1 0,2 2-1 0,4-2 1 16,-2 3-2-16,3-3 2 0,0 1-1 15,3 0 0-15,0-1-4 0,0 2-10 0,4-3-13 16,-2 0-52-16,-1 0-59 0,4-1-78 16,-3 2-136-16,3-1-181 0,-2-2-312 15,3 1-252-15,-1-1-215 0,0 3-26 0,-1-1 428 16,2 2 494-16</inkml:trace>
  <inkml:trace contextRef="#ctx0" brushRef="#br0" timeOffset="57130.65">29583 849 142 0,'0'9'832'0,"0"-2"564"0,-1-1 52 0,-4 1-222 0,4-2-422 15,-1 0-317-15,1-1-187 0,-1-1-106 0,0 0-57 16,2-1-41-16,0-1-33 0,-1 0-22 0,1-1-17 16,0 2-13-16,0-2-10 0,0 0-1 0,0-2-7 15,1 2 0-15,-1 0-5 0,2-1-15 16,0-2-44-16,-1 0-58 0,1 0-82 0,-1-3-141 0,5 2-200 16,-4-1-304-16,3-1-265 0,-2 2-213 15,0 0 37-15,0-1 444 0</inkml:trace>
  <inkml:trace contextRef="#ctx0" brushRef="#br0" timeOffset="57530.69">29738 819 73 0,'2'1'382'0,"-1"-1"234"0,3 1 168 0,-3-2-48 16,3-2-152-16,-1-3-110 0,2-2-41 16,-1 0-27-16,5-4-32 0,0-2-62 0,0 1-70 15,3-4-56-15,0-1-61 0,-1 0-29 16,1-3-5-16,1 0 4 0,0-1-4 0,-1-3-11 16,0 5-17-16,-2 0-15 0,0 2-4 15,-3 4 7-15,2 3 9 0,-6 1 4 16,0 5 9-16,0 0 1 0,-3 4-13 0,2 2-11 15,-2 2-13-15,-2 4-3 0,2 3-8 0,-1 1-1 16,-3 5-3-16,1 2-5 0,0 0-2 16,-1 2-5-16,1 2-1 0,-1 0 5 15,3 2 6-15,-3 1 0 0,3 0-3 0,-1-3-9 16,2 1-5-16,0-5-13 0,0-2-4 0,2 0 3 16,-1-4 3-16,-1 1 10 0,2-2-10 0,0-4-46 15,-1-3-53-15,3 0-71 0,-4-4-137 0,0-1-189 16,1-2-303-16,1-2-249 0,-1-3-217 0,4-1-55 15,-2-1 406-15,0-1 493 0</inkml:trace>
  <inkml:trace contextRef="#ctx0" brushRef="#br0" timeOffset="57810.57">30061 510 196 0,'2'0'486'0,"-1"1"238"0,-1 4 180 16,2 2-142-16,0 1-152 0,-1 3-125 0,1 2-90 15,2 1-61-15,-1-2-77 0,0 3-71 16,2 2-78-16,0-2-46 0,2 1-24 0,-3-2-16 16,5 1-10-16,-2 0-5 0,-1 0-1 15,2 2-1-15,1-1-3 0,0-1 1 0,-3 1 0 16,0-1-2-16,2-3-1 0,-2-3 0 0,-1 2 1 0,0-2 0 16,-2 0 0-16,0-2 5 0,-1 0 1 0,-2 0-3 15,0 1-1-15,-2 0-1 0,-2-3-16 16,-1 1-52-16,-3-1-101 0,-3-2-129 0,0-2-203 0,-2 1-285 15,-1-1-240-15,1-1-102 0,-1 0 194 0,1-1 378 16</inkml:trace>
  <inkml:trace contextRef="#ctx0" brushRef="#br0" timeOffset="58014.18">29998 598 117 0,'5'-4'373'0,"-1"-1"206"0,2 1 195 15,1-1-45-15,-1 2-108 0,2-1-64 16,3 0-66-16,-1-1-87 0,3 2-88 0,-1-2-99 16,2 2-83-16,2 0-75 0,-3 2-40 0,4-2-6 15,-3 1-5-15,3 0-4 0,0 2 2 0,0 0-1 16,-1 0-5-16,1 0-30 0,-3 0-84 16,-1 0-129-16,-4 2-166 0,0-2-291 0,-2 0-256 15,-2-2-152-15,0 2 120 0,-5 4 361 16</inkml:trace>
  <inkml:trace contextRef="#ctx0" brushRef="#br0" timeOffset="58427.03">30360 471 217 0,'5'0'497'15,"-2"0"278"-15,-2 0 174 0,3 0-144 0,-4 0-153 16,1 3-133-16,-1-2-105 0,-1 1-80 0,1 2-44 15,-2 1-9-15,0 4-22 0,2 1-19 16,-1 2-17-16,-2 2-26 0,-2 4-45 0,0 0-52 16,-3 3-33-16,4 2-23 0,-3-1-17 0,2 0-1 15,2 2 1-15,0 0-4 0,1 0-3 16,2-1-9-16,2-4-4 0,1-2-11 0,2-4-5 0,1-2-2 16,2-2-1-16,3-3 7 0,0-4 9 0,5-2 10 15,0-4 1-15,3-5-8 0,-3-2-3 0,3-2 0 16,-2-2-6-16,0 2-9 0,-2-1 0 15,-1 2 5-15,-3 0 4 0,0 3 2 0,-3 2 3 16,-3 1 4-16,0 0 4 0,-2 2 5 0,-2 1 4 16,4 3 1-16,-5 0-1 0,-5 3-1 15,4 1-3-15,-4 2-5 0,2 1-7 0,-2 3 0 16,0-1-4-16,2 5 0 0,-5 0 1 0,5 1-2 16,-2 3 3-16,4-4-2 0,-2 3 0 0,-1 0-1 15,3-2-1-15,1 2-1 0,0-4-11 0,0 1-38 0,1-3-60 16,-1 1-99-16,4-6-171 0,-3 1-293 15,1-3-318-15,3 0-312 0,-2 0-196 0,3-4 216 16,-2 0 645-16</inkml:trace>
  <inkml:trace contextRef="#ctx0" brushRef="#br0" timeOffset="59578.93">30746 917 213 0,'1'2'515'0,"1"-2"240"15,1 2 134-15,-3-2-178 0,1 0-163 0,2 0-108 16,1-4-51-16,1-1-32 0,-1-5-37 0,3 0-49 16,0-2-52-16,1-1-42 0,0-2-33 0,2 1-8 15,1 1 5-15,-3-2 3 0,0 1-6 0,-2 1-12 16,2 1-10-16,-2 2-14 0,-3 1-15 15,1 2-24-15,-1 3-6 0,-1-1-3 16,-2 4-13-16,0-2-17 0,0 3-8 0,0 3-1 16,-4 1-8-16,3 5-1 0,-1 4-2 0,-1 1-2 15,1 5-6-15,-1-3-3 0,0 1-1 0,3 2-5 16,-3-1 1-16,3 0 5 0,1 0 4 0,1-4 4 16,-2 4-2-16,1-5 3 0,4-1-3 0,-2 0 1 0,1-4 0 15,1 1-1-15,-1-1 1 0,4-6 1 0,-2 1 3 16,2-3 1-16,5-3 0 0,-4 1 0 0,4-6 0 15,-1-3-1-15,1 0-1 0,-1-1-2 0,2-1 2 16,-5-1 0-16,0 2 3 0,-1 0 4 0,-3 0 4 16,0 1 3-16,-2 2 5 0,-1-1 6 0,-1 3 2 15,-1 1 1-15,-1-1 0 0,-1 4-1 0,2-1-5 16,-1 3-7-16,1-1-5 0,-4 4-5 0,1-1-3 16,0 5-3-16,0 0-2 0,-2 2 0 0,1 1 0 0,-1 1 0 15,2 1-2-15,1-1 0 0,0 0 0 0,2 1-2 16,0 0 1-16,2-2-1 0,1 2 0 15,0-3 0-15,3 0 0 0,1-2-4 0,-2-1-11 0,3 1-27 16,-2-1-60-16,2-1-64 0,-2-2-119 0,0-2-186 16,1 0-298-16,-1 0-312 0,2-1-249 0,-3 0-132 0,-1-2 349 15,1-1 593-15</inkml:trace>
  <inkml:trace contextRef="#ctx0" brushRef="#br0" timeOffset="60216.22">31144 969 65 0,'3'6'461'0,"-1"1"327"0,2-2 176 0,-1-3-71 15,1 0-262-15,1 1-188 0,-1-8-124 0,4 3-64 16,0-4-26-16,2-4-19 0,-1 2-31 0,4-3-21 15,-1-1-19-15,4 0-11 0,-2 1-1 0,1 0 6 0,0 0-3 16,-2 1-7-16,1 1-8 0,-2 0-11 16,-2 1-15-16,-3 1-8 0,-1 1-3 0,-3 4-14 15,2-3-10-15,-3 4 1 0,-1 1-5 0,-1 0-7 0,0 0-8 16,-1 4-8-16,-2 0-7 0,-1 3-6 0,0 4-2 16,-1-2-5-16,1 3-1 0,0-1 0 0,-1 4-2 15,1-5 1-15,2 3-1 0,0 1 0 0,2-2 0 16,0-2-2-16,0-1 1 0,4 0-2 0,-1-1-1 15,-2-1 0-15,5-2 2 0,-1 0-1 0,2-3 1 16,-1 0 1-16,2-2 1 0,3-2-1 0,-2-2 1 16,3 0-1-16,2-3 0 0,-3 1-1 0,3-5 1 0,-1 3-2 15,1 0 1-15,-5 1-1 0,3-1-1 0,-2 2-1 16,-2 0-1-16,0 2 0 0,-1 0-1 16,-1 2 0-16,-3 0-2 0,0 2 2 0,0 0 1 15,-1 4 3-15,0-2 0 0,1 3 4 0,-3 1 1 0,1 1 0 16,1 1-1-16,-2 1-1 0,2-1-1 0,-1 3-1 15,1-3-1-15,-1 3 0 0,5-4-1 0,-2 2-1 16,2-4 0-16,0 2 0 0,2-4 0 0,5-2 0 16,-2-1 1-16,5-3 0 0,-2-1 0 0,5-4-1 15,-1-2 1-15,0-1 0 0,0-1 0 0,2 0 0 16,-3 0 0-16,0 3 0 0,-3 2 0 0,-3 0 0 0,-3 2-1 16,-2-1-2-16,2 5 2 0,-3-1-1 15,-2 4 2-15,-2-1 3 0,1 4 1 0,-4 1 0 0,2 1 6 16,-4 2 3-16,0 0 0 0,0 3-1 0,-1 1 2 15,0-2-2-15,1 1-4 0,0-1-4 0,3 0-3 16,-1 0-3-16,2 0-1 0,2-3-4 0,-1-2-9 16,1 1-36-16,1-5-66 0,0 0-89 0,-1-2-176 15,1 0-290-15,0-3-323 0,0-2-326 0,0 1-192 16,-1-4 185-16,0 0 672 0</inkml:trace>
  <inkml:trace contextRef="#ctx0" brushRef="#br0" timeOffset="61557.65">26258 542 105 0,'0'4'350'0,"3"-1"184"16,-3 0 155-16,0 0-114 0,2-2-113 15,0 1-52-15,-1-1-18 0,3-1 8 0,-1 0-8 16,0 0-29-16,2-1-34 0,2-2-57 16,0 1-57-16,1-1-56 0,0-1-45 15,2 0-34-15,2 0-22 0,-1-3-14 0,1 2-12 16,1-1-4-16,1-1 0 0,-3-1-3 16,2 1-10-16,-2-1-8 0,-1 1-3 0,-2 1-6 15,-1 0-21-15,-4 2-33 0,1 0-134 16,-8 2-169-16,1-3-293 0,-3 5-277 0,-2 0-259 15,0 0-115-15,-1 5 380 0,-2-2 490 16</inkml:trace>
  <inkml:trace contextRef="#ctx0" brushRef="#br0" timeOffset="61759.07">26344 628 200 0,'4'3'507'0,"0"0"232"0,-1-1 158 16,2 0-131-16,-2-2-160 0,2-2-143 0,3-1-88 16,-1-2-57-16,1 1-66 0,0-3-82 15,3-2-76-15,-1 2-46 0,-1 0-33 16,4-2-86-16,-5 1-124 0,1 0-178 0,-2-2-287 16,0 1-263-16,-2 1-212 0,-2-1 60 15,1 3 362-15</inkml:trace>
  <inkml:trace contextRef="#ctx0" brushRef="#br0" timeOffset="62517.77">26695 448 249 0,'3'6'649'0,"0"-2"331"16,-1 0 127-16,1-2-245 0,-1 1-212 0,1-3-195 15,-2 0-127-15,5-4-67 0,-2-3-40 0,0 1-28 16,3-3-9-16,1-2-13 0,1 0-14 15,1-2-15-15,-2-1-24 0,0 1-19 0,1-2-25 16,-3 2-16-16,2-2-13 0,0 1-4 16,-2 3-9-16,1 0-4 0,-3 2-5 15,0-1-1-15,1 5-2 0,-4-1-6 0,1 1 1 16,-1 3-5-16,1-2-2 0,1 3-6 0,-3-1-3 16,1 2-3-16,-1 0-1 0,0 0 1 15,2 2 0-15,-1 1 1 0,-1 0 3 0,2 3 0 16,0 0 5-16,-1 3 1 0,-1 1 2 15,2 1 0-15,0 2 3 0,-2 1 2 16,1 2-1-16,1-1 2 0,-1 2-1 0,-1 2 3 16,0 0-2-16,0-2 1 0,2 3-1 0,0-2 0 15,-2 0 0-15,0-2-4 0,1 1-1 16,-1 0-1-16,0-3-1 0,0 3-2 16,0-4 6-16,0 1 5 0,0-1 2 0,0-2 2 15,0-2 3-15,-1 0 2 0,-1-2-3 16,0-1 4-16,1-1 3 0,-1-1 7 0,1-1 3 15,-3-1 1-15,1-1-4 0,-2-1-5 16,-1 0-5-16,2 0-7 0,-1 0-6 0,-2 0-2 16,2-1-2-16,1-1 0 0,-2 2-3 0,-1-1 0 15,2-1-2-15,1 1 0 0,0-1-1 16,0 2-1-16,-2 0-1 0,2-1 0 16,3 1-2-16,-1 0 0 0,1 0-2 0,1 0 0 15,0 0-1-15,0 0 0 0,0 0 0 0,1 1 1 16,2-1 0-16,2 2 2 0,4-1 1 15,-2-1 0-15,3 2 0 0,0-1 2 16,1-1-1-16,2-1 1 0,1-1-1 16,2 1 0-16,0-1-1 0,0-2 0 0,1 0 0 15,0 0-2-15,-1 0 0 0,2 1-3 0,-6-1-11 16,1 0-25-16,-4 3-62 0,-2-2-81 16,-2 3-181-16,-5 0-283 0,-2 1-333 0,-3 1-393 15,-3 1-281-15,-4 1 86 0,-3 1 800 16</inkml:trace>
  <inkml:trace contextRef="#ctx0" brushRef="#br0" timeOffset="106897.4">24072 7431 18 0,'1'0'246'0,"-1"0"151"15,0 0 151-15,0 0-12 0,-1 0-110 0,1 0-50 16,-2-2-3-16,-1 2 31 0,2-1 10 16,-3 1-9-16,1 0-29 0,2 0-43 0,-3 0-61 15,3 0-58-15,-2 0-43 0,-1 0-27 16,4 0-14-16,-3 0-1 0,3 0 11 0,0 0 5 15,0 0 7-15,0 0-7 0,0 0-14 16,0 0-19-16,0 0-24 0,0 0-20 0,0 1-20 0,0-1-11 16,0 0-10-16,0 0-3 0,0 0-3 15,0 0-1-15,0 0-4 0,2 0-3 16,-1 0-3-16,-1 0-2 0,0 0-4 0,0 0 0 16,0 0 0-16,2 0 7 0,0 0 4 0,-1 0 5 15,-1-1 3-15,2 1 6 0,-1 0 4 16,3-2-5-16,-3 2-1 0,1 0-2 0,-1 0-2 15,-1 0-4-15,4 0-1 0,-4 0 0 0,1 0-2 16,-1 0-1-16,3 0 0 0,-1 0-1 16,-2 0-1-16,0 0 0 0,1 0-2 0,-1 0-1 15,0 0-2-15,0 0-1 0,2 0-2 16,-1 0 0-16,-1 0 0 0,0 0 0 0,2 0 1 16,-2 0 0-16,2 0 2 0,-2 0 1 0,0 0 2 15,1 0 1-15,-1 0 2 0,0 0 1 16,0 0 0-16,0 0-1 0,0 0 0 0,0 0-3 15,0 0 0-15,0 2-1 0,0-2-3 16,0 0-1-16,0 0-2 0,2 0-1 0,-2 0-1 0,1 0-1 16,1 1 0-16,0-1 1 0,-1 0-1 15,1 0 0-15,0 0 1 0,1 0-1 16,1 0-1-16,-1 0 1 0,0 0-1 0,1 0 1 16,-3-1-1-16,4 1 0 0,-2 0 1 15,2-2 1-15,-2 2-2 0,2-1 2 0,-2 1-1 16,2-1 0-16,-4 1 1 0,4 0 0 0,-2-2-1 15,1 2 2-15,-3-2-1 0,4 2 1 0,-1 0 0 16,3 0 0-16,-2 2 0 0,-1-2 1 16,4 0-1-16,-2 0 0 0,2 0-1 0,0 0 1 15,0 0-1-15,3-2-1 0,-3 2 1 0,2 0-1 16,1-1 1-16,-2-1-1 0,3-1 1 16,0 2-1-16,-1-1 0 0,3 1 1 0,-3-1-1 15,2 1 0-15,-1-1 0 0,1 0 0 16,0 0 0-16,0 0-1 0,-1 0 1 0,4 2 0 15,-3-3 0-15,2 1 0 0,-2 1-1 16,3-2 1-16,-2 1 0 0,2 0-1 0,-2-1 1 16,2 1 0-16,-2 0 0 0,0-1-1 0,1 1 0 15,-2 1-1-15,2-1 0 0,-2 0-1 0,1 2 1 16,-3 0 0-16,3 0 0 0,-1 4 0 16,-2-3 1-16,3 1 0 0,-2 2 0 0,-2-1-1 15,2 0 1-15,-3-1-1 0,3 0 0 16,-2 2 0-16,0-2 0 0,0 1 1 0,0-1 0 15,1 0 0-15,-1 0-1 0,-1-1 0 0,-1 0 0 16,0-1 1-16,3 0-2 0,-3 2 2 16,0-2 0-16,1 0 0 0,-1 0 0 0,0 0 0 15,0 0 0-15,0 0 0 0,0 0 0 16,0 0 0-16,-2 0-1 0,3 0 1 0,-4 0 0 16,2 0 0-16,-2 0-2 0,-1 0 2 15,2 0 0-15,1 0 0 0,-4 0 0 0,0-2-1 16,0 2 2-16,1 0-1 0,-3 0 0 0,-1 0 1 15,3 0-1-15,-3-1 2 0,2 1-1 0,0 0 0 16,-2-1 1-16,0 1-1 0,2 0 1 0,-2 0 1 16,0 0 0-16,0 0 6 0,0 0 5 15,-2-2 2-15,2 2 1 0,-2-2 2 16,0 2 1-16,-1 0-4 0,0-2-2 0,-3 2 0 16,-1 0-2-16,-4 0 1 0,2 0-2 0,-4 0-1 15,-3 2-2-15,0-2-1 0,-4 4 0 0,-2-3-2 16,-2 0-1-16,0 2-1 0,-3-1 0 15,-3 1-2-15,0 1 1 0,0-1-2 0,-3 2 0 16,-2-2 0-16,4 1 0 0,-4 0 0 16,0 1 0-16,4-2 3 0,1 0 2 0,0 0 2 15,4-1 0-15,1-1 2 0,1-1 0 0,1 0-2 16,3 0-1-16,0-1-1 0,1-1 0 16,1 1-1-16,1-2-1 0,3-1 0 0,-2 0-1 15,3 1 0-15,-1 0 0 0,3-1 0 0,1 1 0 16,1 2 0-16,3-3-1 0,0 1 1 0,1 2 0 15,-2-1-1-15,3 1-1 0,1 1 1 16,0-2 0-16,-1 2-1 0,3-1 1 0,-3 1-1 16,3 0 0-16,-1-2 0 0,2 2 0 15,-1 0 0-15,1 0 0 0,-2 0 0 0,2-1 0 16,-2 1 0-16,2 0-1 0,0 0 0 0,2 0 0 16,0 0 0-16,2 0-1 0,1 0 1 0,3 0 0 15,1-2 0-15,4 2 0 0,0-1 1 16,1 0 2-16,3-1 0 0,1 0 0 15,1 0-1-15,2-1 1 0,1 0 0 0,1-2-1 16,2 3 0-16,2-3 0 0,2 1 0 0,-2 0 1 16,3-1-1-16,2 2-1 0,-2-2 1 15,1 3-1-15,1-1 0 0,0 0 0 0,-2 0 0 16,0 1-1-16,0-1 1 0,-2 2-1 0,-1-1 0 16,0 1 0-16,0-1-1 0,-1 2 0 15,-2 0 1-15,-1 0-1 0,-2 2 1 0,1-2-1 16,-1 1 1-16,0 2 1 0,-3-1 0 15,-1 1 1-15,-2-1 0 0,0 0 0 0,-1 0-1 16,-2 1 1-16,0-1 0 0,-2 0-1 0,-2 1 1 16,1-1-1-16,0-1 1 0,-3 0-1 15,0 1 0-15,-1 0 1 0,0-1-1 0,0 1 1 16,-1-2-1-16,-2 1 1 0,-1 1 0 16,3-2 1-16,-4 0 5 0,-4 0 3 0,3-2 2 15,-5 1 1-15,-2-1-7 0,-2 1-6 0,-5-1 0 16,-3 0 0-16,-6 1 0 0,-2 0 0 15,-4-3 0-15,-5 3 0 0,-3-1 0 0,-2 2 0 16,-2 0 0-16,-1 0 0 0,-4 2 0 0,0 1 0 16,0 1 0-16,0 3 0 0,-1 0 0 0,2-2 0 15,2 6 0-15,1-4 0 0,4 2 0 16,0-2 0-16,4 1 0 0,1-1 0 0,3-1 0 16,2 0 0-16,3-1 0 0,2-1 0 15,5-1 0-15,-2-1 0 0,5-2 0 0,1 0 0 16,3 0 0-16,2 0 0 0,2 0 0 15,1 0 0-15,2 0 0 0,2-2 0 0,2 0 0 16,1-1 0-16,3 1 0 0,3-1 0 0,2 0 0 16,5-2 0-16,-2 0 0 0,3 0 0 0,3 0 0 15,1-1 0-15,-1 2 0 0,0-1 0 16,1 1 0-16,1 0 0 0,-3-2 0 0,0 3-12 16,-2 2-47-16,-2 0-76 0,0 0-140 0,-4 1-257 15,-2-3-320-15,-3 3-410 0,-3 0-484 16,-3 0-103-16,-6 3 716 0</inkml:trace>
  <inkml:trace contextRef="#ctx0" brushRef="#br0" timeOffset="108075.68">21888 7084 245 0,'-5'0'602'15,"-2"0"341"-15,2 0 171 0,0-3-221 16,0 1-243-16,0 1-140 0,1-2-86 0,-1 0-64 15,1-2-64-15,0 3-52 0,1-4-37 16,2 0-38-16,-3-3-46 0,3-1-41 0,1-5-21 16,0 0-12-16,0-3-15 0,0-4-7 15,1-4-4-15,3-2-3 0,-1-3 1 0,2-4 1 16,-1-2 4-16,2-3 0 0,2 1 0 0,-3-1 1 16,2 1-1-16,2 3 0 0,-5 3 2 0,0 1 7 15,1 7 1-15,-4 5 4 0,2 1-1 16,1 4-3-16,-4 5-5 0,1 1-8 15,-1 1-5-15,2 5-6 0,-1 2-6 0,3 2-2 16,-2 7-3-16,3 2 0 0,2 4-1 0,2 4 0 16,-1 3 0-16,6 3-1 0,-2 3 0 0,3 1 0 15,0 2-1-15,2 2 1 0,-3 1-1 16,2-1 2-16,-2 0 0 0,3-2 0 0,-4 1 1 16,1-5 0-16,-1 0 1 0,-2-3 0 0,0-3-2 15,-1-2 0-15,-4-2-1 0,2-1-1 16,-4-4-1-16,1 0 0 0,-2-4-1 0,-1-1-8 15,0-2-19-15,-6 0-46 0,1-4-66 16,-3 0-68-16,-5-4-113 0,1 0-156 0,-2-2-209 16,-6-1-268-16,0-1-211 0,-5 0-160 15,1-4 159-15,-5 1 461 0</inkml:trace>
  <inkml:trace contextRef="#ctx0" brushRef="#br0" timeOffset="108277.01">21831 6810 133 0,'4'0'366'0,"0"3"201"15,1-2 198-15,3 1-58 0,1 1-100 0,1 0-43 16,2 0-38-16,3 0-65 0,0 0-91 0,0 0-96 16,2-2-87-16,1 2-75 0,0 0-47 15,-1-2-27-15,3 3-17 0,-1-2-11 0,-2 0-5 16,2 0-3-16,-3-2-5 0,1 1-2 16,-1 2 0-16,-2 0-27 0,-1-3-85 0,0 2-136 15,-4-2-210-15,-2 2-284 0,-2-2-272 0,-1 3-186 16,1-3 136-16,-5-3 420 0</inkml:trace>
  <inkml:trace contextRef="#ctx0" brushRef="#br0" timeOffset="108692.96">22190 6828 174 0,'10'13'420'0,"-2"0"201"16,1 5 168-16,4 1-123 0,-2 3-113 15,1 1-67-15,1 2-59 0,-2 2-51 0,3 1-69 16,-2-2-77-16,-3 1-69 0,4 1-46 15,-5-5-24-15,0 1-11 0,-1-5 4 0,-2 0 6 16,-2-4 12-16,0-5 32 0,1-1 23 16,-4-4 3-16,-4-2-10 0,1-6-17 0,-3-3-26 15,-2-5-37-15,-1-4-33 0,-1-5-16 0,-2-3-9 16,-3-6-5-16,2-2-2 0,-4-5-2 0,4-3 2 16,-2-2 0-16,3-2-2 0,3 1-2 15,1 3 0-15,3 3-1 0,4 4-4 16,-1 5-2-16,4 5 0 0,1 2 2 0,2 3-1 0,1 4 0 15,5 4 0-15,0 2 0 0,3 3 0 16,1 2-1-16,2 2 2 0,-1 2 0 0,1 2 3 16,-1 3 0-16,1 1 2 0,0 2-1 15,-4 2 5-15,0-1 2 0,0 6 7 0,-5-3 12 16,-3 4 7-16,-2 1 5 0,-2 3 0 16,-2 0 0-16,-1 2-6 0,-3 1-10 0,0-2-7 15,1-1-7-15,-4-1-5 0,3-2-5 0,0-4-3 16,2-3-24-16,0-4-61 0,0-1-57 0,0-6-106 15,-2-5-152-15,2-4-227 0,2-4-302 16,1-4-223-16,1-2-161 0,2-7 181 0,3 2 471 16</inkml:trace>
  <inkml:trace contextRef="#ctx0" brushRef="#br0" timeOffset="109005.99">22489 6617 179 0,'7'-7'670'0,"-5"3"424"0,-2 1 142 15,0 0-164-15,-2 4-242 0,2 2-220 16,-2 2-166-16,0 2-108 0,-1 0-70 0,2 4-65 15,-3 2-73-15,1 0-45 0,2 0-27 0,1 5-19 16,-2 0-9-16,2 1-9 0,2-2-7 16,-1 4-5-16,4-3-5 0,0 1-3 0,0-2 0 15,2-1-2-15,1 0-1 0,0-5-4 16,5 0-11-16,-5-3-49 0,1-2-61 0,4-5-62 16,-4-1-96-16,-1-1-137 0,2-5-145 0,1-2-108 15,-5-3-92-15,1 1-104 0,-1-2-7 0,-2-1 149 16,-1-1 238-16,1 1 232 0,-4-2 196 15,0 4 157-15,-4 1 141 0,1 1 95 0,-1 0 25 16,-1 1-35-16,0 4-46 0,2-1-44 16,-2 1-52-16,4 2-44 0,-3 0-43 0,3 2-30 15,-1 0-26-15,2 0-17 0,0 2-11 0,0 2-21 16,2-2-41-16,-1 0-56 0,3 1-70 16,-1 0-101-16,0 0-150 0,0 0-143 0,1 0-4 15,-3-2 101-15,2-1 150 0</inkml:trace>
  <inkml:trace contextRef="#ctx0" brushRef="#br0" timeOffset="109690.59">22646 6734 82 0,'6'-2'339'16,"-2"2"222"-16,-2 0 202 0,1 0-63 0,1 2-94 16,-3-1-68-16,2 3-51 0,1 2-52 0,0 2-57 15,0 4-64-15,2 1-61 0,0 3-53 0,0 4-32 16,-1 1-7-16,2 5-6 0,-1 1-11 16,0 0-11-16,-1 2-21 0,0 2-24 0,0-3-31 15,2-1-24-15,-1-1-15 0,-1-4-8 16,2-1-4-16,-2-4-6 0,1-4-3 0,-2-2 1 15,1-4 4-15,-2-2 3 0,-1-4 2 16,-1-2 1-16,1-5 2 0,1-5-2 0,-3-4-2 16,4-1-1-16,-4-4-3 0,0-5 0 0,0 0 0 15,-2-5 1-15,0 2 0 0,2-4-3 16,-3 3-1-16,3-2 1 0,-2 0 2 0,1 3-2 16,-1 0-1-16,2 4 0 0,0 1-1 0,0 5-1 15,0-1-1-15,0 6-1 0,0 3 3 0,2 1-1 16,-1 3-2-16,1 3 3 0,1 1 0 15,2 4 1-15,3 2 0 0,0 4-1 0,-2-1 5 16,2 5-2-16,3 1-1 0,-1 1 2 16,-1 1-2-16,0 0 1 0,3 2-1 0,-3-3 4 15,2-1-3-15,-1-3 3 0,1 1-3 0,0-5 0 16,-2-2 0-16,3-3-1 0,0-2 5 16,-1-3 1-16,0-7 1 0,2 0-1 0,-4-6 2 15,1-2-2-15,1-3-3 0,-5 1-2 0,1-3 2 16,-3-1-1-16,0-1-2 0,0-1 3 15,-2 2-1-15,-2-6 0 0,-2 1-1 16,-2-1 2-16,0-2 0 0,0 0 12 0,-1-3 6 0,2 0 11 16,-2 2 6-16,1 1 7 0,1 1 5 15,2 4-7-15,-2 4-6 0,3 3-8 0,-2 4-5 16,2 4-6-16,0 3-5 0,0 3-4 16,0 1-4-16,0 0-1 0,2 3-3 0,1 2-1 0,-3-2-2 15,1 2 2-15,2-1 2 0,1-1 2 16,-3 0 1-16,3-1 3 0,-3-3 1 15,4-2 9-15,-2-1 0 0,2-1 1 0,-1 1 4 16,0-2 5-16,-3 3 4 0,2 2-3 16,-1 0-3-16,0 3-3 0,-1 2-5 0,1 4-6 15,-1 4-8-15,1 6 0 0,0 6 0 0,-1 6 0 16,2 4 2-16,-1 7 1 0,0 3 2 0,-1 6-4 16,4 4 0-16,-4 2-2 0,2 2-3 15,1 1-3-15,-1-3-3 0,2 0-3 0,-1-5-14 16,1 0-33-16,1-9-70 0,1-2-71 15,-6-3-114-15,2-7-181 0,-3-4-310 0,-3-2-305 16,0-5-209-16,-2-3-103 0,-2-4 325 0,0-3 565 16</inkml:trace>
  <inkml:trace contextRef="#ctx0" brushRef="#br0" timeOffset="110121.07">23006 6511 468 0,'0'-17'980'16,"2"4"270"-16,-2 3-71 0,1 2-341 0,3 2-328 15,-3 2-230-15,4 2-124 0,2 2-62 0,2 3-33 16,-1 2-13-16,2 2-15 0,2 0-14 0,0 6-7 16,2-2-11-16,-1 5 1 0,3 0-9 15,-2 2-3-15,2 2-10 0,-2-1-19 16,0 1-20-16,1-3-18 0,-1 1-6 0,-3-4-4 0,0-5 8 16,-2 0 17-16,-1-4 25 0,0-5 21 15,-1-2 17-15,-2-1 22 0,-3-4 21 0,2-2 21 16,-4-1 37-16,0-1 58 0,0 0 59 15,-2 1 26-15,0 1-1 0,2-2-16 0,-2 4-31 16,2 1-50-16,-2 2-50 0,2 0-38 0,0 2-25 16,2-1-16-16,0 2-10 0,2 1-6 15,-3 0 0-15,4 1-3 0,0-1 2 0,1 3 0 16,1-3 1-16,0 0 0 0,0 0-3 16,1 2 1-16,-2-2 0 0,5-2 1 0,-3 2-1 15,-2-3 1-15,2 2 1 0,1-1 1 0,0-3-2 16,-3 3-1-16,0-4 3 0,3 3-1 0,-2-1 0 15,-2 0 0-15,1 3 0 0,-3 0 2 16,3-1-3-16,-1 2-1 0,-2 2-1 16,1-1-1-16,0 2-2 0,0 1-25 0,-1 1-71 15,2 1-75-15,-1-1-137 0,2-1-195 16,2 0-318-16,2-2-331 0,2 0-210 0,5 0-42 0,0-2 456 16,2-2 530-16</inkml:trace>
  <inkml:trace contextRef="#ctx0" brushRef="#br0" timeOffset="110802.51">23316 6478 46 0,'-8'-1'539'0,"2"1"463"16,-4 0 209-16,7 0-79 0,0 0-383 15,3 0-286-15,2 1-182 0,2 0-102 0,6-1 17 16,1 0 11-16,3 0 15 0,7-2-4 16,2-2-20-16,6-3-9 0,2 0-53 0,4-4-24 15,3-2-28-15,5 0-19 0,0 0-9 0,-2-2-14 16,3 2-10-16,-1-2-14 0,-4 2-8 15,0 0-3-15,0 2-2 0,-5 1-2 0,0 1-1 16,-3 2-1-16,-2 1 0 0,-2 0-1 16,-2 1 0-16,0 1 0 0,-4 2 2 0,1 2 0 15,-2 0 0-15,-2 2 1 0,1 2 0 0,-3 2 1 16,-1 2-1-16,1 1-1 0,-2 1 0 0,-1 2 0 16,3 1 1-16,-3 3-1 0,-1-1 2 15,-1 1-1-15,1 2 0 0,0 1-1 0,-3 0 0 16,1 0 0-16,1-1 0 0,-3 2 6 15,0-2 5-15,-2 0 4 0,2 1 7 0,-2 0 2 16,-1-2 2-16,-2 4-3 0,1-1-3 16,-1 1 0-16,-2 0-5 0,1-1-1 0,-2 1-3 15,0 2-1-15,0 1-4 0,-2 1 1 0,2-2-1 16,0-1 1-16,0 3 0 0,0-1 0 16,0 1 0-16,0-1-3 0,2 2 0 0,1-2-3 15,-2 1-1-15,1-2 0 0,-1-1-2 0,3 1 1 16,-1-3 0-16,0-3-2 0,0 0 0 15,1-4 0-15,-1-3 0 0,2-1-1 0,1-4 2 16,-3-1 0-16,2-4 1 0,-2-4 0 0,2-1 1 16,-4-2 0-16,4 0-1 0,-3-4 0 15,-1 1 0-15,2 1-1 0,-3-1 0 0,-3 0 0 16,3 3 0-16,-1-1-1 0,-3 1-1 16,1 1-2-16,2 0-3 0,-3 1-9 0,3 1-19 15,-2-1-23-15,1 1-53 0,-1 1-70 16,0 0-80-16,-3 0-130 0,1 1-174 0,2 1-264 15,-2 1-262-15,2 0-195 0,-1 1-67 0,3 1 354 16,-3-1 496-16</inkml:trace>
  <inkml:trace contextRef="#ctx0" brushRef="#br0" timeOffset="111187.76">24278 6960 169 0,'-4'-3'601'0,"3"0"409"16,-3 0 169-16,1-1-200 0,3 4-260 0,0-3-165 15,0 3-113-15,0 3-82 0,2-3-59 16,1 4-43-16,0-1-36 0,1 3-54 0,0 0-48 16,2 2-36-16,1 0-16 0,-1 2-11 0,1 2-12 15,0 1-4-15,1 0-9 0,-2 2-4 0,4-1-6 16,-1-1-1-16,-1-1-2 15,0 1 2-15,0-5 3 0,1 1 2 0,0-1 1 0,-1-2 1 16,-2-2 4-16,3-1 2 0,-2-3 3 0,1-3 0 16,0-4-1-16,1-1-3 0,-3-4-5 15,4-1-4-15,-4-2-5 0,3-2-4 0,-1-1-3 16,-1 0-1-16,-1-2-4 0,0 2-3 16,1 2-1-16,-3-1-1 0,1 0-2 0,0 0 0 15,-2 2 0-15,3 0 1 0,-1 0-1 0,-2 2 0 16,1 2-2-16,-1-1-4 0,-3 3-15 15,1 2-23-15,-1-1-48 0,0 1-81 0,-1 1-144 16,-2 2-258-16,1-1-309 0,0 1-368 16,1 4-341-16,1 0-38 0,-2 3 626 0</inkml:trace>
  <inkml:trace contextRef="#ctx0" brushRef="#br1" timeOffset="117648.38">25215 7347 173 0,'-3'2'454'15,"-2"-1"259"-15,2-1 196 0,1 1-129 16,-1-1-151-16,2 0-100 0,1 0-80 0,-4 0-72 16,4 0-58-16,0 0-42 0,0 0-36 0,0 0-17 15,0 2-15-15,0-2-13 0,0 0-23 16,0 0-36-16,0 0-27 0,2 0-32 0,0 0-25 16,-2 0-18-16,0 0-13 0,0 0-5 15,1 0-9-15,-1 0-4 0,2-2-1 0,-1 1 1 16,3 0 1-16,0-1 0 0,-1-1 3 0,2 1 0 15,0-1 2-15,1 2-1 0,-1-2-2 16,3 0 10-16,0 1 4 0,-2 1 4 0,4 0-1 16,0 1 1-16,0-2 5 0,1 2-3 0,2 2-3 15,-2-2-1-15,1 1-1 0,3 0 0 16,-1 1-4-16,0 1-6 0,1 0 0 0,2 0-1 16,0 0-1-16,1 2 1 0,0-3-1 15,0 1 0-15,3 0-2 0,-1 0-2 0,-1 0-1 16,3-3-2-16,-1 2 0 0,-1-2 0 15,2-2-1-15,-1 2 2 0,-2-3 0 0,1 1 0 16,-1 0 0-16,-1-3 0 0,-1 3 1 0,-1-2-2 16,-2 1 1-16,-1 0 0 0,-2 0 0 0,2 0-1 15,-5 2-1-15,-4-1 1 0,1 1 2 16,1 0 3-16,-3 1 6 0,1 0 9 0,-3 0 8 16,-1 0 7-16,0 0 0 0,-1 0-2 15,-3 1-5-15,0 0-6 0,-6 1-8 0,1 1-5 16,-2 0-4-16,-3-2-1 0,-2 2 0 15,-5 2-1-15,-1-2-1 0,1 0 0 0,-4 1 1 16,-2-1 0-16,-3-2-2 0,0 1 0 0,-1 0-1 16,-4-4 0-16,-2 0-2 0,1 1 0 15,3-3-1-15,-2-1 0 0,5 1-1 0,0-1 1 16,3-1 0-16,3 0 0 0,2 2 1 0,0 0-1 16,5-1 0-16,-2 1 0 0,4 2 0 15,1 0-1-15,5-1 1 0,-2 3 0 0,5-2-1 16,-1 2 1-16,1 0-1 0,2 0 1 15,1 0-2-15,2 0 1 0,-4 0-1 0,5 0-1 16,-1 0 1-16,-1 0-1 0,2 0 1 0,2 0-1 16,1 0 2-16,1 2 1 0,3 0 1 0,1-1-1 15,0 1 2-15,4 0 1 0,1 1-2 16,3-1 1-16,0 2-1 0,2-2 0 0,2 2 1 16,2-2-1-16,0 0 1 0,1 1 0 15,-2 0-1-15,6-2 0 0,-2-1 1 0,0 2-1 16,2-1 1-16,0-1-2 0,-1 0 2 0,1-1-2 15,-2 1 0-15,2 0 0 0,-2-2 0 16,-3 2 0-16,4 0 0 0,-5 0 0 0,1 0 0 16,-4 0-1-16,1 0 0 0,0-1 0 15,-5 1-2-15,-1 0 1 0,-1-2-1 0,0 1 0 16,-3-1-1-16,-1 1-1 0,-2-1 0 0,-3 2-4 16,1 0-11-16,-3-1-23 0,-1 0-59 15,-1-1-97-15,-4 0-206 0,-2 2-283 0,-3 0-345 16,0 4-416-16,-1-2-297 0,-5 4 248 15,2 2 868-15</inkml:trace>
  <inkml:trace contextRef="#ctx0" brushRef="#br1" timeOffset="118721.05">25538 7853 177 0,'1'-4'535'0,"1"4"348"0,-1-2 222 0,-1 2-174 15,2 0-229-15,-2-3-160 0,0 3-98 16,0 3-51-16,0-3-59 0,0 2-54 0,-2 0-39 16,1 1-38-16,-1 0-47 0,-3 1-50 15,4 3-34-15,-6-1-18 0,4 1-8 0,-3 2-7 16,-2 0-4-16,3 1-4 0,-3 3-2 0,2 0-2 15,-3 1-2-15,1 0 1 0,0 1 0 16,0 1-2-16,-1 0-1 0,-1 0-1 0,0 1-4 16,-1-1-2-16,2 1-3 0,1 0-2 15,-1-3-1-15,-1 1-4 0,2-1-1 0,1-1-2 16,-2-1 0-16,5-3-1 0,-1 0-1 0,2-3 0 16,-2 0-1-16,3-1 0 0,0-2-1 15,-1-2-1-15,3 0 1 0,-1-1-1 0,1 0 1 16,0-1-1-16,0-2-1 0,0-1 0 0,1-1-3 15,1 0-4-15,-1 0-9 0,3-1-15 16,-4 0-23-16,1-2-45 0,1 1-59 16,0 0-52-16,-2 1-63 0,0-1-99 0,0 0-120 0,-4-1-112 15,3 0-163-15,-3 1-233 0,1 1-160 16,2-1 87-16,-5 1 324 0,3 0 350 16</inkml:trace>
  <inkml:trace contextRef="#ctx0" brushRef="#br1" timeOffset="119029.67">25264 7966 119 0,'-1'-3'373'0,"1"0"204"0,-2 0 193 0,2 2-96 15,-2-1-104-15,2 2-72 0,0-1-46 0,2 1-46 16,-2 0-56-16,2 0-60 0,-2 1-63 0,3 1-50 16,1-1-43-16,-1 0-28 0,4 4 2 15,-1-2 13-15,1 3 31 0,3 0 6 0,0 2 15 16,1 0 2-16,5 3-27 0,-2 0-25 15,3 2-28-15,-1 1-15 0,2 2-24 0,-1 1-10 16,4 2-2-16,-4 1-5 0,1-1-11 0,0 2-8 16,-2-1-2-16,2-1-7 0,-1-2-4 15,-3 2-3-15,1 0-2 0,0-5-1 0,-4 1 1 16,2-1 0-16,-5-5-2 0,-2 0-1 16,1-1-1-16,-1-2 0 0,-3-2-5 0,-2-1-20 15,1-3-60-15,-4-3-65 0,1-1-95 16,-2-6-165-16,-3 0-288 0,-2-3-312 0,1-4-246 15,1-3-161-15,-5-1 197 0,1-3 572 0</inkml:trace>
  <inkml:trace contextRef="#ctx0" brushRef="#br1" timeOffset="119626.98">25439 7772 103 0,'0'4'340'15,"0"0"177"-15,0-2 153 0,0 1-117 16,0 0-120-16,0 0-73 0,0-1-18 0,0 0-2 15,0 0-2-15,0 1-15 0,0-2-25 16,0 1-30-16,0-1-43 0,0 1-41 0,0-2-36 16,0 0-33-16,0 0-26 0,0 0-8 15,0 0-14-15,0 0 0 0,0-2-1 0,0 1-6 16,0-3-7-16,2-1 14 0,0 0 23 0,-1-2-3 16,1-1-4-16,0 1-2 0,-1-1-2 15,1 1-24-15,-1-2-27 0,2 1-9 0,-1-1-8 16,-2 1-4-16,1-2-2 0,1 1-4 0,-1 2 3 15,-1-3-5-15,0 3 0 0,2 0 0 0,0 0 3 16,-2 2-1-16,0 0-5 0,0 1 6 16,-2 1 1-16,0 2-3 0,1-1-9 0,-2 2-39 15,-2 2-35-15,2 0-46 0,-2 2-78 0,-1 1-129 16,-1 1-160-16,-2 0-235 0,1 2-247 16,0-1-210-16,2 3 15 0,-1-4 349 15,1 2 407-15</inkml:trace>
  <inkml:trace contextRef="#ctx0" brushRef="#br1" timeOffset="119906.01">25345 7663 185 0,'3'-6'427'0,"-2"0"183"16,1 0 168-16,1 2-120 0,0-4-93 0,2 1-56 15,-1-2-36-15,3 1-36 0,-1-1-66 16,1 0-85-16,0 1-86 0,1-1-67 0,-1 1-45 15,-1-1-31-15,1 1-21 0,0 2-17 16,-2-1-8-16,1 5 2 0,-2-1 6 0,1 3 18 16,-2 0 10-16,1 3 10 0,-1-1 2 0,0 5-11 15,1-1-10-15,-3 2-13 0,2 1-15 16,-1 0-9-16,0-1-3 0,-1 1-4 0,3 1 1 16,-3-3-6-16,2 1-9 0,2 1-28 0,-5-3-58 15,1 0-140-15,-1 0-239 0,0-1-282 16,0-1-275-16,2 1-221 0,-1 0 37 0,-1-2 486 15</inkml:trace>
  <inkml:trace contextRef="#ctx0" brushRef="#br2" timeOffset="125993.23">26034 7326 232 0,'-3'-2'375'0,"1"2"152"15,-1 0 8-15,-2-2-119 0,4 2-69 0,-3-3-13 16,3 3 23-16,-1-1 33 0,1 1 16 0,-4-1-9 15,4 1-29-15,-1 0-47 0,-1-1-60 16,1 1-63-16,1-3-43 0,-3 3-15 16,3 0-15-16,-1 0 12 0,1-2 11 0,1 2 0 15,0 0-8-15,0 0-27 0,0 0-18 16,0-2-27-16,0 1-16 0,1-1-6 0,1-1-9 0,-1 2-3 16,1-2-1-16,0 0-1 0,-1-1-2 15,2 2-2-15,-1 0-1 0,0-1-1 0,-1 3-1 16,2-2-2-16,-1 2-3 0,-1-1 0 15,2 1 0-15,1-1 1 0,-1 1 0 0,2 0 1 16,-2 0-7-16,2-2-5 0,2 2-2 0,1 0-1 16,-1 0 1-16,2 0 5 0,0 0 5 15,1 2 3-15,1-2 2 0,2 0 0 0,-2 1-1 16,3 0-5-16,0-1-6 0,0 2-3 0,2-1-3 16,2 1-1-16,-2 1-1 0,1-2-1 15,1 1 0-15,-1 0-1 0,0-1 1 0,1 1-2 16,-1-2 0-16,-1 1 0 0,1-1 0 0,-1-1 0 15,1 1-1-15,-2-3 0 0,0-1 1 16,0 3 0-16,-1-2 0 0,-3 1 0 0,-1 1 0 16,-1 1 0-16,-1 0 1 0,-3 0 0 15,-1 0 2-15,0 0 0 0,-3 1 3 0,-1 1 7 16,-1 0 6-16,-3-1 5 0,1 0 3 0,-2 3 3 16,-3-1 2-16,1-2-6 0,-3 1-3 15,-1-1-4-15,-1-1-4 0,-1 0-2 0,-4 0-4 16,0-1-2-16,-1 1-2 0,-2 0-2 15,-2 0 1-15,0-2-3 0,0 1 2 0,-2-1 3 16,2 1 1-16,0 1 2 0,0 0-1 0,3 1 2 16,-1 1-3-16,3-2-3 0,0 3-1 15,3-2-1-15,-2 0-1 0,5 1 1 0,0-2-1 16,2 2 0-16,-1-1 0 0,2 1 0 16,-1-2 0-16,2 0-1 0,1 0 0 0,0 2 0 15,0-2 0-15,2 0 0 0,0 3 0 0,0-3 0 16,1 0-1-16,2 0-1 0,1 0 1 0,-2 0-2 15,0 0 0-15,2 0 0 0,2 0 0 16,0 0 1-16,2 0 1 0,1-3 0 0,3 3 0 16,5-2 1-16,-2 2 1 0,4 0 0 15,2 0 0-15,0-2-1 0,5 2 1 0,-1 2 0 16,1-2 1-16,1 0-1 0,0 2 0 16,0 1 1-16,-1-1-1 0,0-1-1 0,-1 2 0 15,1-1 0-15,-2 2 0 0,-2-2 0 0,-2 0-1 16,-2-1-1-16,0 2 1 0,-3-1-2 15,-2-1 1-15,1-1 0 0,-3 2 0 0,-3-1 0 16,0-1 1-16,-3 0-1 0,3 0-8 0,-4-1-20 16,-2-1-40-16,0-2-78 0,-3-3-108 15,-3-2-187-15,2-1-298 0,-5-3-338 0,2-1-345 16,-4-1-158-16,4-1 284 0,-3-1 683 16</inkml:trace>
  <inkml:trace contextRef="#ctx0" brushRef="#br2" timeOffset="126567.92">26265 6722 226 0,'1'0'455'0,"-1"0"221"0,2 0 140 15,-2 0-106-15,2 0-87 0,-2 0-73 0,0 0-66 16,0 0-63-16,0 0-59 0,0 0-46 0,0 2-28 16,0 0-29-16,0-2-21 0,0 2-26 15,0-1-33-15,-2 0-42 0,2 1-47 0,-2 1-31 16,2 0-22-16,-1 0-12 0,1 1-6 16,0 2-4-16,-2 2-1 0,2-1 0 0,0 4-1 15,0 0 1-15,0 2-1 0,0 2-1 0,2 0 0 16,-2 2 1-16,0 1 3 0,1-2 2 15,-1 3 1-15,0-3 1 0,0 3-3 0,0-1-1 16,-1-2-4-16,1-2-4 0,0-1-2 16,-2-1 0-16,2-2-3 0,-2 0 1 0,2-4-1 15,0 0 0-15,-1-2 1 0,-1 0-2 0,2-3 0 16,-1-1-1-16,-2-1-1 0,0-1-2 16,1-3-1-16,-1 1-1 0,0-4 0 0,1 0-2 15,-1-3-2-15,1 2-7 0,1-2-14 0,-1 1-26 16,0-2-51-16,1 0-57 0,-1-1-53 15,1 3-63-15,-1-3-96 0,-2 2-109 0,1 1-76 16,-1-1-87-16,3 1-167 0,-3 0-190 16,1 2-9-16,0 1 185 0,1 0 283 0,1-2 256 15</inkml:trace>
  <inkml:trace contextRef="#ctx0" brushRef="#br2" timeOffset="127121.16">26157 6641 87 0,'-1'-7'320'0,"-1"-2"171"0,1 1 152 16,-1 2-95-16,0 1-86 0,-1-1-13 0,2 1 22 15,-1 2 13-15,0-1-15 0,1 1-44 0,1 0-57 16,-4 1-53-16,4 1-45 0,0 0-21 16,-1 1-18-16,1 0-19 0,0-2-22 0,0 2-30 15,0 2-33-15,0-2-37 0,0 0-25 16,1 1-19-16,-1-1-13 0,0 1-8 0,0 1-9 15,2 1-5-15,0 0-2 0,-1 0-1 0,-1 1-1 16,4 2 0-16,-3 2 1 0,2-2 0 16,1 1 4-16,-1 2 3 0,2 1 3 0,-1 0 0 15,1 2-1-15,0-2 0 0,-2 2-2 16,2 0-2-16,-1 2-1 0,1-1-2 0,0-1 1 16,-1 2-2-16,1-3-2 0,-2 1-1 15,2-1-1-15,0-1 0 0,-2 0-1 0,2-3 0 0,-2-1 0 16,2 0 1-16,-4-1-2 0,4-1-2 15,-2-1 1-15,-1-2 0 0,1 1 0 0,0 0 0 16,2-2 5-16,-4-2 4 0,4 0 2 16,-2 0 2-16,2-1 0 0,0-3 2 0,0-2-4 15,1 0-3-15,0-4 0 0,1 1 4 0,1-3 3 16,1-2-1-16,-1 1 0 0,0-2 1 16,1 2-2-16,1-3-5 0,-1 2 1 15,-1 1 1-15,0-1 1 0,1 3 0 0,-1 3-2 16,-3-1 0-16,2 2-5 0,-1 2-1 0,-5 2-3 15,2 1 0-15,-1 1 0 0,0 0-1 16,-2 2 1-16,0-1-1 0,0 0 1 0,0 2-2 0,0-2-1 16,-2 2-1-16,0 2-2 0,-1-2-1 15,2 2-6-15,-1 0-17 0,-1-1-23 16,2 0-65-16,-2 1-74 0,-1 1-145 0,1 0-264 16,0 0-309-16,1 0-362 0,1 0-258 15,-1 0-33-15,0 0 614 0</inkml:trace>
  <inkml:trace contextRef="#ctx0" brushRef="#br2" timeOffset="128109.02">26621 6372 343 0,'1'-5'714'0,"2"-1"331"0,-6 0 106 0,3 2-308 16,-1 0-189-16,-2-1-117 0,-1-1-89 15,-1 1-84-15,1 1-66 0,-3-1-46 0,-2 0-55 16,-1-2-53-16,2 3-45 0,-4-4-22 0,-1 2-17 16,0 0-12-16,-2 0-2 0,0-2-6 0,0 3-4 15,-1-1-1-15,0-1-2 0,0 5 0 16,-1-3-8-16,0 2-2 0,1 1 1 0,-2 1-3 15,2 1-3-15,-1 0-2 0,-1 1 1 16,0-1 4-16,-1 2-3 0,1 0-3 0,0 0 0 16,0 0-3-16,-1 0-2 0,0 0-5 0,0 0-2 15,0 1-1-15,1-1-2 0,-2 4 1 16,1-4-1-16,0 5 0 0,0-3 0 0,2 2 0 16,-4 0-1-16,4 2-1 0,-1-1 1 15,1 1 1-15,3-1 0 0,-3 2 0 0,0-1 0 16,2 0 0-16,0 0 0 0,2 1 1 0,0 0 0 15,0-1 1-15,2-1 0 0,1 1 0 16,0-1 0-16,0-1 1 0,0 2-1 0,1-1 0 16,1-1 0-16,0 2 0 0,2-1-2 0,-3 1 0 15,2-1 0-15,-1 0-1 0,3 3-1 16,0-1 1-16,1-1 1 0,-4 3-1 0,5-2 0 16,0 2 1-16,0 0 0 0,-1 1-1 0,3 1 0 15,-3-2 0-15,4 3 1 0,-3-2-1 16,3 3 1-16,0-1 1 0,0 0 0 0,0 0-1 15,0 1 0-15,0 1 0 0,2 1-1 16,-1-1 0-16,-1 3-1 0,4-3 0 0,-4 2 0 16,1 1 0-16,3-1 0 0,-3-1 1 0,1-1 0 15,1 3 1-15,0-2 1 0,5 0 0 16,-4-1 0-16,1 2 0 0,2 0-1 0,2-1 0 16,1 3-2-16,1-4 1 0,2 1 0 0,1 1 0 15,0-2 1-15,3 0 0 0,-1 1 2 0,1-2 1 16,4 0-1-16,-2 2 0 0,2-1 1 15,1 0-1-15,-2 1-1 0,2-2 1 16,0 1-1-16,-1 1 0 0,5-2-1 0,-4 0 1 16,3 1-1-16,-2-4-1 0,1 1 0 0,2-1 1 15,-3-4-1-15,2 2-1 0,1-3 1 0,-1-1-1 16,2-3 1-16,-2-1-2 0,2-4 1 16,2-1-1-16,-3-1 2 0,1-4-1 0,-1-3 0 15,-1 0 1-15,2-3 0 0,-2-1-1 16,0 0 0-16,-1-2 1 0,-1-1 1 0,-3 0 0 15,0 2 1-15,0-1 0 0,-2-5 1 16,2 2 0-16,-3 0-1 0,-2-2 0 0,1 0 0 0,-4 0-1 16,2-2 0-16,-6 0 2 0,0 0 0 15,-1 0 1-15,-4-2-1 0,-1 1 2 0,-4-4 0 16,-1 2 1-16,-3-3-1 0,-2-1-1 0,-3-2-1 16,-3-1 0-16,0 1-2 0,-5 0 1 15,1-3-1-15,-2 3 1 0,-4-3 1 16,3 4 0-16,-1 2 0 0,0 0-1 0,3 4-1 15,-1 2 0-15,-1 3 0 0,4 3 0 0,-1 4-1 16,4 1 0-16,0 2 1 0,4 3-3 0,1 2 0 16,1 0-2-16,3 3-4 0,0-2-11 15,2 4-23-15,-2-1-68 0,2 2-81 0,2 2-178 16,-1 1-283-16,-1 3-328 0,6 0-389 16,-3 1-240-16,2 0 104 0,-1 3 760 0</inkml:trace>
  <inkml:trace contextRef="#ctx0" brushRef="#br2" timeOffset="130385.2">26794 6745 29 0,'5'0'323'0,"-3"0"201"0,1-1 152 16,-1-1 0-16,4-1-278 0,-5 2-170 0,6-2-110 15,-3 0-50-15,5-1-23 0,0-2-9 16,0 1 36-16,3-1 57 0,1 4 30 0,4-4 14 16,0 0 42-16,-1 0 30 0,3 0-24 15,3 0-44-15,-1 0 6 0,2 0 6 0,2-1-28 16,-1 0-33-16,0-2-18 0,1-1-8 0,2-1-22 15,0 1-20-15,0-3-11 0,3-1-6 16,-2 0-2-16,2-5-11 0,0 1-15 0,2-3-7 16,-2 0-12-16,1-3 1 0,3 0-2 15,-4-2 3-15,1-1-4 0,1 2 0 0,0-3 5 16,-2 0 2-16,-2 2-1 0,2-3-3 16,-2 1 4-16,-1 1 1 0,-1-1 17 0,-1 0 11 15,0 2 6-15,-3-1 11 0,-1 1-1 0,1 0 1 16,-1-1-15-16,-4 0-9 0,2 0-4 15,-3 0 31-15,1-1 16 0,-1-3 7 0,-2 1 2 16,2-2 2-16,-3 0-3 0,0 0-37 0,1-4-16 16,-5 3-7-16,5-4-3 0,-4 1-10 15,0 0 2-15,0-1-3 0,-2-1 3 0,-1 1 34 16,-1 1 20-16,-1-1 17 0,-2-1 5 16,2 2 2-16,-4-1 0 0,1 0-33 0,-2 2-15 0,-2-3-13 15,1 1-8-15,1-1-2 16,-2 1-4-16,2-1 2 0,-3 1 1 0,3-1 6 0,0 2 1 15,-1 0 2-15,-1 1 2 0,0 1 1 16,-1 1 1-16,-2 0 1 0,1 1 0 0,-3 0 3 16,0 3-1-16,-1 0-3 0,-4-2-3 15,-2 0-3-15,2-1-3 0,-6 1-3 0,2-2-1 16,-1-4-2-16,-1 0-4 0,1-2-3 16,1-1-1-16,-1-1-2 0,3-3-3 0,-4 2 2 15,4-1-2-15,-2-3 0 0,3 2 0 0,0-2 2 16,1 0 1-16,0 0 2 0,2-2 2 15,1 0 2-15,-1 1-7 0,1-1-4 0,-1 2-2 16,2 0-1-16,-3 3 4 0,2 1 3 0,-2 0 7 16,-2 2 2-16,2 3 1 0,-3-1 1 15,3 2-7-15,-2 1-4 0,1 2 0 0,0 0-2 16,3 2 1-16,-4 0 0 0,4 1 2 0,-1 4 2 16,-1 0-1-16,3 3 5 0,2 4 0 0,-3 1 0 15,2 3 2-15,1 2 1 0,-1 1 1 16,1 3 0-16,-2 1-1 0,4 2-2 0,-4 2-4 15,3 1-1-15,-2 3-1 0,-2 0-2 0,3 3 1 16,-1 1 1-16,-1 2-1 0,2 2 0 0,2-1-4 16,0 2-1-16,3 0-3 0,1 0-5 15,0 0-23-15,1-1-57 0,1 0-51 0,0-1-58 16,-1-1-95-16,1 0-129 0,-2-3-139 0,0 0-161 16,0-1-232-16,-3 2-192 0,1 0 10 0,-3-1 272 15,-1 0 382-15</inkml:trace>
  <inkml:trace contextRef="#ctx0" brushRef="#br2" timeOffset="130724.8">27362 3139 138 0,'5'-1'351'0,"-4"-1"195"0,1 1 240 16,-2-2-48-16,0 1-67 0,0 1-36 0,-2 1-61 16,1-2-84-16,-4 1-112 0,4-1-78 0,-3 2-61 15,1 0-14-15,0-1-19 0,0-1-19 16,0 2-20-16,-1-2-37 0,3 0-33 0,-1-2-45 15,1-2-24-15,2 0-13 0,2-6-6 0,1 0-3 16,2-1 0-16,2-3 0 0,3-3-1 16,-2 0 2-16,3 0-3 0,-2 1-1 0,2 2-5 15,-4-2 3-15,1 6 0 0,-1 2-1 0,-2 3 0 16,1 2 6-16,-1 4 9 0,-2 4 2 0,5 3 4 16,-5 2 12-16,3 6 7 0,0 2 3 15,-2 3-1-15,-2 3-1 0,4 2-2 0,-2 0-8 0,-1 2-5 16,4-1-8-16,-2 1-5 0,2-2-4 15,0-3-2-15,2-1-3 0,-1-4-4 0,-1-1 0 16,3-2-2-16,-3-2-2 0,0-2 0 16,-1-2-8-16,-3-1-51 0,2 0-77 0,-3-2-162 15,-1 0-274-15,-2-1-310 0,-2 0-381 0,-2 3-303 16,-2-2 24-16,-1 1 709 0</inkml:trace>
  <inkml:trace contextRef="#ctx0" brushRef="#br2" timeOffset="162434.89">26115 7381 193 0,'-7'0'288'0,"1"1"88"16,0-1-68-16,1 2-124 0,0-2-73 0,0 0-40 0,0-2-17 15,2 2-3-15,-3-1-5 0,2 1 7 16,0-2 8-16,-1 1 9 0,2 1 11 0,-2 0 13 16,2-1 12-16,-3 1 12 0,5 0 10 15,-2 0 25-15,-1 0 29 0,1 0 47 0,1 0 49 16,-1 0 51-16,3 1 37 0,-1-1 7 0,-1 0-30 16,0 0-37-16,1 0-39 0,1 0-19 15,-2 0 2-15,2 0 6 0,0 1-8 0,0 1-18 16,0-1-24-16,-1 1-35 0,1 0-47 15,0 0-39-15,-2 2-22 0,2-3-11 0,0 0-9 16,0 2-7-16,0-3-7 0,0 0-4 0,0 0-3 16,2 2-4-16,-1-2-3 0,2 0 0 15,2 2 1-15,0-2 0 0,2 2-1 0,0-2-1 16,1-2 0-16,2 2-1 0,-1-2-1 16,5 0-1-16,-1 2 0 0,3-3-2 0,-3 3-1 15,4-1 1-15,-3 0 0 0,3 1-1 0,-2 0 1 16,0 0 1-16,2 1 0 0,-2-1 0 0,0 1 0 15,0 2-1-15,-2-3 1 0,-1 0-1 16,1 2 0-16,-2 0 0 0,0 0 0 0,-1-2 0 16,-2 0 1-16,1 0 1 0,-1 0-1 15,-2-2 0-15,-1 0 0 0,2 0-2 0,-1 2 0 16,-3-3-1-16,-2 1-2 0,3-2 1 0,-4 0 0 16,1 1 1-16,-1-1 1 0,-1-1 1 15,-3 0 3-15,3 1 1 0,-7 1 1 0,2 0-1 16,-1 2 0-16,-2-2-1 0,-2 1-2 15,0 2-2-15,-2-1 0 0,-3 1-2 0,2 1-1 16,-2 1-2-16,0-2 0 0,-1 3-2 0,-2-2 2 16,3 2-2-16,-1 0 0 0,-1 0-1 0,1 2 0 15,3-2 1-15,-3 2 0 0,2 0-1 16,0-1 1-16,2 1 0 0,0-1-1 16,2 2 0-16,1-4 0 0,1 1 0 0,1 0 0 15,3 0 0-15,1-1-1 0,0-1 1 16,1 1 0-16,2-2-1 0,1 0-1 0,1 0 1 0,4 0 0 15,1-2 0-15,3-1 2 0,1 0-1 16,1 0 2-16,4-1 0 0,1-1-1 0,2 0-1 16,2 2 2-16,-2-2-1 0,4 1-1 15,-1 1 0-15,3 2 1 0,-2 0 0 0,-1-2-1 16,1 3-1-16,0-2 1 0,-3 2 0 0,0 0-1 16,0 2 0-16,-3-2-2 0,1 3-1 15,-4-2-4-15,-1 0-8 0,-1 1-15 0,-3-1-19 16,-1 1-35-16,-1 0-77 0,-5 0-92 15,-1 2-160-15,-3-2-277 0,-3 1-320 0,0 1-345 16,-2 0-177-16,0-1 155 0,-5 0 650 16</inkml:trace>
  <inkml:trace contextRef="#ctx0" brushRef="#br0" timeOffset="182567.91">2074 3621 34 0,'3'-11'502'0,"0"2"468"0,-7 0 262 0,1 1-40 0,-4 0-320 16,-1 0-242-16,0 1-161 0,-3 0-117 16,-3-1-74-16,-2 3-49 0,0-2-54 0,-4 0-60 15,-2 3-32-15,-1 1-14 0,-2 0-10 0,-2 0-4 16,0 3-7-16,1 0 1 0,-3 3-5 0,2 0-9 0,2 3-4 15,-2 0-5-15,2 3-4 0,1 2-4 16,4 0-3-16,0 2 4 0,3 2 0 0,4 3 0 16,-1 2-4-16,5 3-1 0,4 2-1 0,2 2-6 15,3 3-1-15,3 0-7 0,5 2-2 0,4 3-2 16,1 1 0-16,6 0-2 0,2 3-1 0,2-2 4 16,3 2 3-16,2 0 1 0,0-1 1 0,2 1 4 15,2-2 4-15,0 1-1 0,1-2 0 16,0-2 0-16,-1-2-2 0,3-1-5 0,-2-4-1 0,0-1-1 15,1-5 0-15,-3-2 1 0,2-3 0 0,-1-3 2 16,2-4 0-16,-2-4 0 0,0-4 0 16,-1-2 1-16,1-4 0 0,-1-4 0 0,0-4 0 15,-3-3 2-15,-1-2 0 0,0-1 0 0,-5-2 1 16,0-2 0-16,-4 1 0 0,-1-3 0 0,-6 3 1 16,2 0 2-16,-7 1 1 0,-1 0 2 15,-2 1 4-15,-3 1 3 0,-3 1 4 0,-4 0 2 16,-3 4 2-16,-3-1 0 0,-6 1-2 15,-2 0-2-15,-4 3-3 0,-2 0-4 0,-5 3-3 0,-1 2-2 16,-2 1-3-16,-1 3-2 0,1 4 0 16,-1 1 0-16,1 3 1 0,5 0 1 0,2 2 1 15,1 3 0-15,6-4 0 0,2 2-2 0,5 0-2 16,0-2-1-16,6 0-3 0,1 0-2 0,4 0-1 16,3-1-1-16,3-1-1 0,4 0-1 0,4-2 0 15,3 0-1-15,2-3-9 0,3 0-14 0,3-5-24 16,2-1-38-16,3-3-80 0,0-2-133 15,-1-1-248-15,3 2-309 0,2-2-364 0,0-2-399 16,0 2-84-16,-1 2 580 0</inkml:trace>
  <inkml:trace contextRef="#ctx0" brushRef="#br0" timeOffset="182900.13">2948 4217 113 0,'3'6'775'0,"-3"-3"592"0,-3-3 93 16,0-5-206-16,-5-5-400 0,0-3-337 16,0-6-174-16,-4-6-110 0,2-4-59 0,-3-6-40 15,0-5-33-15,0-7-23 0,-1-3-22 0,1-8-11 16,0-2-11-16,2-2-4 0,2 0-6 0,1 2-5 16,0 2-3-16,3 4-3 0,0 7-2 15,2 5-1-15,0 6 0 0,1 6-2 0,2 6-1 16,-1 4-1-16,2 7 2 0,1 5 0 0,4 2 2 15,2 7 1-15,5 6 0 0,0 8 1 0,4 6-3 16,1 3-2-16,2 6-2 0,0 1-2 0,1 5 0 16,3 2-1-16,1 0-1 0,-3 3-1 15,2 0 1-15,0-2 0 0,-1-1 0 0,-1-5 1 16,-1 3-1-16,1-5 0 0,-2-3-1 0,-2-4-3 16,1-1-10-16,-3-4-18 0,-2 0-30 0,-3-6-61 15,0 1-68-15,-6-4-114 0,-2-2-177 0,-3 0-294 16,-3-2-314-16,-2 0-253 0,-4-1-160 15,-2-3 296-15,-5-2 621 0</inkml:trace>
  <inkml:trace contextRef="#ctx0" brushRef="#br0" timeOffset="183134.7">2866 3864 18 0,'-8'-7'544'0,"2"3"495"0,-2-1 214 16,5 3-87-16,1 2-315 0,2 0-262 0,2 2-169 15,3 2-90-15,2-2-51 0,1 1-33 0,0 1-38 16,6-1-65-16,-1 0-43 0,4-2-22 15,1-1-18-15,2 0-11 0,2-1-11 0,1-2-12 0,0-2-8 16,1-1-8-16,1-1-3 0,-1 2-5 16,2-4-2-16,-3 0-2 0,2 0-13 0,-4-1-38 15,1 1-66-15,-1-2-83 0,-4 0-148 0,-1 1-234 16,-5-2-315-16,3-1-315 0,-6-2-219 0,0-1 23 16,0-3 536-16</inkml:trace>
  <inkml:trace contextRef="#ctx0" brushRef="#br0" timeOffset="183598.03">3285 3391 134 0,'-2'-14'740'0,"-2"4"510"0,2 4 165 0,2 4-129 16,0 2-399-16,2 4-309 0,2 4-170 15,1 6-100-15,2 2-80 0,1 4-67 0,4 4-40 0,1 4-32 16,2 3-23-16,1 3-17 0,3 1-11 0,2 2-10 16,3 2-8-16,-1 0-4 0,2 0-4 15,2-2-3-15,-1-2-4 0,-1-3-1 0,2-6-3 16,-2-1-3-16,-1-7 0 0,-2-5-1 0,0-3-1 15,-1-4 0-15,-4-3 0 0,1-3-2 0,-4-4-2 16,-2-3-2-16,-2-4-3 0,-2-3-4 0,-2 0-5 16,-3-5-8-16,-3-3-10 0,-1-1-14 15,-4 0-22-15,-1-1-39 0,-2-2-57 0,-2 1-49 16,-2-3-55-16,-1 3-84 0,-1 0-101 0,1 0-75 16,0 3-37-16,1 1-29 0,2 4 4 15,2-2 79-15,-1 4 86 0,3 1 21 0,-1-2-23 0,2 5 10 16,2-2 87-16,0 1 162 0,0 1 149 15,3 1 180-15,0 0 181 0,0-2 155 16,0 1 86-16,-1 2 22 0,-1 0 9 0,1-1-16 0,-1 1 62 16,0 2-16-16,2 0-73 0,-1 3-106 15,-1 0-88-15,2 0-69 0,0 2-90 0,-2 0-60 16,2 0-43-16,0 2-31 0,0 0-23 0,0 0-15 16,0 2-12-16,0 0-9 0,0 0-7 0,2 4-4 15,-2 0-2-15,0 2-2 0,2 2-2 0,-1 2 0 16,-1 2 0-16,4-1-1 0,-1 2 0 15,1 2-2-15,1-2 1 0,3 2-1 0,-2-1-2 16,5-1-6-16,-3-1-11 0,2-1-19 0,-1-3-27 16,2 0-67-16,-3-4-75 0,2 1-129 0,-3 0-202 15,1-1-301-15,-1-1-338 0,-2 1-237 16,-1-3-99-16,2 1 444 0,-4-1 615 0</inkml:trace>
  <inkml:trace contextRef="#ctx0" brushRef="#br0" timeOffset="184164.51">4083 3139 670 0,'0'-7'1523'0,"-6"-1"198"16,3 4-288-16,-3 1-381 0,-1 0-429 15,1 2-261-15,-3 1-131 0,2 1-75 0,1 2-48 16,-2 1-30-16,3 2-25 0,-2 0-17 16,3 3-13-16,-1 1-8 0,4 2-5 0,2 2-3 15,1 2-3-15,3-1-1 0,4 1-2 0,-1 3 0 16,3-4-2-16,3 3 0 0,1 0 0 16,2 0 0-16,-1 1-1 0,4 1 1 0,0-1-2 15,0 4-3-15,0-3-5 0,0 1-3 0,-2 0-3 16,1 0-3-16,-1 0 0 0,-3-1 2 15,0 0 5-15,-3-1 4 0,1-2 3 16,-5 1 3-16,3 0 1 0,-5 0 2 0,-1-1 0 16,0 1 1-16,0 0 0 0,-4-3 0 0,1 3 1 15,-2 0-2-15,2-4 0 0,-2 3 0 0,0-2 0 16,-2 0 0-16,2-4-1 0,0-1-2 16,-2-3-10-16,1 0-20 0,1-3-30 0,-2-4-72 15,-1-3-84-15,0-1-152 0,1-4-262 16,2-2-317-16,0-2-362 0,2-1-227 0,1-3 21 15,0 0 613-15</inkml:trace>
  <inkml:trace contextRef="#ctx0" brushRef="#br0" timeOffset="184519.07">4515 3138 612 0,'-2'-21'1535'0,"-4"5"221"0,2 0-307 0,-3 6-379 15,1 2-448-15,-1 2-273 0,-2 3-141 0,1 2-73 16,0 2-44-16,-1 2-28 0,1 3-20 0,3 2-15 16,0 2-8-16,2 3-7 0,3 2-5 0,3-1-4 15,2 3-3-15,3-1-1 0,1 0-2 16,4 0 0-16,-2-3-2 0,5-1-3 0,-2 2-6 16,2-4-8-16,0 0-11 0,0 0-10 0,0-1-8 15,-1 0-3-15,-2 0 3 0,3-2 7 16,-3 4 10-16,-1-3 14 0,1 1 8 0,-2 2 6 15,-2 1 3-15,-1 2 4 0,0-1 0 16,-1 2 2-16,-3 4 4 0,-1-2 3 0,0 4 4 16,-1 2 1-16,-2 1 0 0,0 4-1 0,0 3-5 15,-2 0-3-15,-1 3-5 0,2 1-3 16,-3-1-3-16,2 2-9 0,-2-1-19 0,1-2-44 16,0-2-80-16,1-3-144 0,-1 2-242 0,3-8-308 15,-1-1-365-15,2-3-343 0,1-6-55 0,1-2 598 16</inkml:trace>
  <inkml:trace contextRef="#ctx0" brushRef="#br0" timeOffset="184984.8">6019 2835 565 0,'-5'-16'1248'0,"-3"0"320"0,2 7-184 0,-2 3-352 16,-3 3-437-16,1 6-204 0,-1 5-139 0,0 5-88 15,0 7-44-15,-1 7-31 0,2 5-19 16,0 5-14-16,4 7-13 0,0 6-8 0,3 4-8 15,3 8-5-15,3 5-4 0,0 5-6 0,6 3-6 16,-2 0-6-16,4-3 0 0,3-1-3 0,1-6-6 16,2-9-19-16,2-6-49 0,1-6-74 15,2-9-144-15,0-6-267 0,-1-5-313 0,1-6-368 16,0-8-335-16,-2-4-41 0,-2-6 638 16</inkml:trace>
  <inkml:trace contextRef="#ctx0" brushRef="#br0" timeOffset="185415.22">6733 3316 106 0,'-12'-3'967'0,"-1"2"673"0,-4 1-61 0,-4 4-335 16,-6 1-406-16,0 3-372 0,-3 7-209 0,-1 0-92 15,1 3-43-15,0 6-19 0,1 1-16 16,4 0-18-16,6 2-20 0,0-1-17 0,5-1-14 16,6-1-8-16,3-3-7 0,5 0-3 0,3-3-1 15,2-3-1-15,6-3 0 0,3-3 0 16,3-4 1-16,3-7 1 0,5-5 1 0,0-6 1 16,4-10 0-16,1-6 0 0,1-5 0 15,-1-3-2-15,2-6-2 0,-4 1 0 0,-1 2-3 16,-3 2 1-16,-3 6 1 0,-4 6 0 0,-3 3 3 15,-4 6 1-15,-1 4 2 0,-4 4 0 16,1 4-1-16,-2 7 2 0,-1 6 0 0,-2 5-2 16,1 6 1-16,2 6 0 0,-2 6 1 15,1 1-2-15,2 5-2 0,0 2 0 0,1 2-2 16,5-2-1-16,-1 0-3 0,1-1 0 0,3-5-12 16,0-2-21-16,2-8-44 0,0-2-77 0,-1-6-109 15,2-7-190-15,0-6-293 0,-3-6-335 16,3-7-320-16,-2-4-143 0,0-6 301 15,-2-5 659-15</inkml:trace>
  <inkml:trace contextRef="#ctx0" brushRef="#br0" timeOffset="185760.62">7193 3248 50 0,'5'5'629'0,"-2"9"584"0,2 3 241 0,-2 5-123 16,2 4-384-16,0 5-357 0,1 4-193 0,0 5-126 15,-1 4-80-15,3 0-60 0,3 4-35 16,0 4-26-16,2 3-18 0,3 0-13 0,1 2-11 15,2 1-7-15,0-6-7 0,-1-1-8 0,0-9-3 16,0-3-3-16,-2-8-1 0,-2-7-2 16,-2-7 2-16,-2-8 1 0,-2-8 0 0,-2-8 0 15,-3-10 2-15,-3-9-2 0,-1-5-1 0,-4-7 1 16,-1-6 0-16,-2-6 0 0,-3-2 1 16,-5-7 1-16,2-4 0 0,-4-3-1 0,4 0-1 15,-2 0 1-15,3 5 0 0,1 4 0 0,1 6 4 16,3 7 0-16,0 5 4 0,2 10 0 15,1 4 0-15,3 6 0 0,1 6-4 0,1 1-1 16,3 6-2-16,2 1 0 0,4 5 1 0,-1 2-1 16,2 7 1-16,1-1-1 0,1 6 0 15,1 1 0-15,1 3-3 0,-1 2-2 0,3 5-18 16,-2 0-44-16,0 2-77 0,0 0-120 16,-1 0-203-16,1-1-306 0,-2-4-343 0,3-2-336 15,-2-5-128-15,2-2 398 0,0-7 674 0</inkml:trace>
  <inkml:trace contextRef="#ctx0" brushRef="#br0" timeOffset="186347.92">7682 3205 221 0,'-1'-11'1225'15,"-1"3"588"-15,1 4-221 0,-3 6-377 16,1 4-432-16,0 3-343 0,1 6-194 0,-1 5-89 16,1 3-46-16,1 2-28 0,1 2-23 0,0 0-21 15,1 1-15-15,4-1-12 0,-2-4-7 0,4-2-4 16,2-5-3-16,-1-3-2 0,3-6-7 15,-1-7-13-15,4-5-20 0,-3-9-28 0,0-3-45 16,-3-9-65-16,0-2-57 0,0-1-39 16,-1-2-19-16,0 4 12 0,-2 2 58 0,-2 2 116 15,2 4 113-15,-2 5 103 0,1 2 67 16,1 3 37-16,-2 5 11 0,-1 0-13 0,1 6-31 16,0 4-42-16,-1 1-32 0,1 5-28 0,0 3-18 15,1 3-17-15,0 1-14 0,1 0-8 0,1 0-9 16,-1 1-3-16,3-1-4 0,1 1-1 15,-1-4-1-15,0 2-4 0,0-5-6 16,1 0-18-16,-2-3-31 0,-1-2-60 0,2-4-65 16,-2-1-62-16,-1-3-61 0,2 1-40 0,-1-2-4 15,0 1 69-15,0 0 82 0,-3-2 64 0,2 2 55 16,-3-1 41-16,1 0 21 0,0-2 16 16,-1-1 18-16,-2-3 10 0,0-5 1 0,0-2 2 15,0-5-4-15,0-3-6 0,-2-6-12 16,-1-3-13-16,0-6-3 0,-2-7 5 0,2-7 6 15,-3-7 11-15,1-8 21 0,0-6 30 0,2-5 46 16,2 1 47-16,-1 0 44 0,2 5 29 0,0 6 4 16,0 8-17-16,0 9-38 0,0 8-41 15,0 9-35-15,2 7-22 0,-1 8-15 0,1 7-3 16,1 8 4-16,0 7 1 0,0 6-2 0,2 9-7 16,-1 6-7-16,1 7-8 0,3 8-8 15,-1 8-8-15,0 5-7 0,1 5-7 0,0 5-5 0,0 1-2 16,3 0-2-16,0 0-1 0,-1-2-1 15,2-5-2-15,1-4-6 0,1-6-17 0,-3-5-28 16,1-6-64-16,-2-5-67 0,-3-6-117 16,-4-6-190-16,0-3-300 0,-3-3-321 0,-1-5-247 15,-4-4-138-15,-2-3 343 0,-3-3 623 16</inkml:trace>
  <inkml:trace contextRef="#ctx0" brushRef="#br0" timeOffset="186530.03">7902 3058 137 0,'-5'-4'999'0,"5"7"635"0,0 1-85 16,0 2-327-16,3 0-439 0,0 3-342 16,2 0-234-16,1 1-106 0,4-2-47 0,2 3-27 0,3-2-13 15,4 1-6-15,2-3-2 0,4 3-3 16,2-4-2-16,-1 1-18 0,3-3-64 0,-1 2-63 16,-1-1-104-16,-2 0-163 0,-1-2-286 15,0-1-316-15,-2-2-233 0,0-2-160 0,-3-1 237 16,-2-2 548-16</inkml:trace>
  <inkml:trace contextRef="#ctx0" brushRef="#br0" timeOffset="186842.53">8368 3154 260 0,'-5'9'1204'0,"1"4"525"0,-1 3-188 15,0 2-343-15,-1 4-447 0,1 3-317 0,2 3-190 16,1 3-89-16,1 5-46 0,-2 0-31 16,6 2-25-16,0-4-19 0,3-1-14 0,2-3-9 15,6-5-7-15,-1-5-1 0,2-4-2 0,2-9-2 16,0-7 0-16,-1-7-5 0,1-7-5 15,1-5-7-15,-1-6-6 0,-4-3-12 0,2-2-9 0,-3 1-5 16,-3 1 3-16,0 2 4 0,-2 4 6 16,-1 4 13-16,-2 2 12 0,-1 6 9 15,0 0 6-15,-1 3 4 0,0 3 3 0,0 2 6 16,-2 4 6-16,3 4 6 0,-3 0 1 0,3 5 0 16,-1 0-1-16,1 3-5 0,2 0-5 15,0 2-5-15,1 2-5 0,2-3-4 0,1 2-2 16,1-2-2-16,4-2-2 0,-1-1-1 15,2-2-1-15,0-4-4 0,2-4-13 0,-1-2-17 16,0-2-29-16,-2-4-75 0,-1-1-97 0,-4-2-167 16,-2 1-251-16,-1 1-317 0,0 0-350 15,-3-2-194-15,2 0 151 0,0 0 626 0</inkml:trace>
  <inkml:trace contextRef="#ctx0" brushRef="#br0" timeOffset="187185.8">8896 3409 150 0,'4'5'689'0,"0"-1"427"0,-2-1 125 16,1 0-145-16,0-3-241 0,-1-3-265 16,2-1-170-16,-2-2-96 0,-2-4-62 0,1-2-63 0,-1-1-69 15,-1 0-44-15,-1-2-27 0,-2-1-14 16,-1 3-10-16,0 0-2 0,1 1-4 0,-3 3 0 16,2 1-2-16,-1 2-1 0,2 4 0 15,0 2-6-15,3 2-8 0,-1 4-6 0,4 2-3 16,1 3-2-16,0 5-2 0,2 0 1 0,1 2 1 15,0 3 1-15,-1 0 0 0,2 0-1 16,-1-1 0-16,3-1 0 0,-1-1-1 0,2-2 0 16,2-5 0-16,-1 1 1 0,3-4 0 0,-1-5 1 15,-2-3 0-15,3-5 1 0,-1-4 3 16,1-3 1-16,-1-2 3 0,-2-2-1 0,0-1 1 16,-3 3 1-16,0 2-1 0,0 2-2 15,-4 5 1-15,0 1-1 0,-1 4-3 0,0 4-2 0,0 1-3 16,-1 5-9-16,1 2-20 0,-3 0-65 15,0 3-84-15,0-2-162 0,0 2-281 16,0 2-325-16,2-2-380 0,1 0-264 0,4-2 81 16,3 0 709-16</inkml:trace>
  <inkml:trace contextRef="#ctx0" brushRef="#br0" timeOffset="187994.45">9334 2695 140 0,'-3'-12'533'15,"-2"2"342"-15,0 1 214 0,1-1-72 0,-2 2-317 16,1 1-189-16,2 3-82 0,1 0-52 16,1 0-62-16,1 4-60 0,1-1-39 0,4 2-24 15,1 3-40-15,5 2-30 0,4 1-20 0,3 6-5 16,6 1-5-16,3 4-7 0,3 3-4 0,8 3-8 15,0 2-4-15,2 1-10 0,2 1-3 0,2 1-6 16,1 0-5-16,2 2-2 0,2 0-2 16,0 1-1-16,0-3-5 0,0 4-1 0,-3 2-5 15,0-1-4-15,-4 1-1 0,-2 3-1 16,-7 1-2-16,-3 2-4 0,-3-1-3 0,-6 3-4 16,-4 0-4-16,-3 1-2 0,-2 3-2 15,-4-1-1-15,-2 3-1 0,-2-2 0 0,-1 0 1 16,-1 0 0-16,-2 0 0 0,-2-3 1 0,1-2 0 15,-2-3 0-15,-2-5-1 0,2-4 0 16,-2-4-1-16,2-7 0 0,0-1-2 0,-2-6-2 16,2-4-5-16,-3-5-10 0,4-5-22 0,-4-2-33 15,3-5-78-15,-2-6-128 0,0 0-246 16,-1-2-305-16,0-2-375 0,1 1-426 0,-2-2-113 16,-2 4 557-16,-2 3 793 0</inkml:trace>
  <inkml:trace contextRef="#ctx0" brushRef="#br0" timeOffset="189273.69">3818 4779 121 0,'-2'-12'393'0,"2"-2"243"0,-3 3 232 0,1 1-43 16,-1 1-128-16,0 2-98 0,0 1-51 15,0 0-19-15,1 1-54 0,1 3-75 0,1 0-80 16,0 0-58-16,0 2-58 0,0 0-67 0,1 2-49 16,3 1-30-16,0 3-17 0,1 4-10 0,3 5-3 15,2 3 0-15,2 5-1 0,-1 2-3 0,2 3-3 16,3 4 0-16,-2 3-5 0,2-1-3 15,-2 2-3-15,3 2-2 0,-4-2-2 0,1 2-3 16,-1-3-2-16,1 0-2 0,-5-2 0 16,1-2 0-16,-1-2-1 0,-4-5-1 0,0-5 2 15,0-2 1-15,-4-2-4 0,1-7-14 16,-4 0-34-16,-1-5-62 0,-5-3-62 0,-3-4-86 16,-2-4-146-16,-1-4-179 0,-2-3-288 0,0-3-219 15,-4-1-201-15,1 0 20 0,0-4 418 0,-1 6 456 16</inkml:trace>
  <inkml:trace contextRef="#ctx0" brushRef="#br0" timeOffset="189550.18">3763 5182 206 0,'8'15'435'16,"1"2"196"-16,0 1 166 0,3 0-138 0,3 4-76 16,0 1-39-16,3 2-26 0,3 3-35 0,-2 3-15 15,5 0-65-15,1 2-84 0,3 2-73 0,-1-4-52 16,0-1-44-16,0 0-58 0,2-2-40 15,-1-7-20-15,2 1-14 0,-1-3-4 0,-3-5-2 16,0-2-3-16,-3-4 1 0,-2 0-4 16,-2-3 1-16,1-2-1 0,-5-3 4 0,0-3 9 15,-2-3 3-15,-3-3 4 0,-1-2 1 0,-3-5-4 16,-1-2-1-16,0-3-12 0,-2-1-6 16,-3-4-5-16,0 0 0 0,0-1-2 0,-3-1-5 15,0 2-24-15,0-1-54 0,-1 3-60 16,-2 2-132-16,0 3-225 0,1 2-304 0,-3 4-303 15,3 5-234-15,-3 3-71 0,-2 5 463 0</inkml:trace>
  <inkml:trace contextRef="#ctx0" brushRef="#br0" timeOffset="190326.11">2545 6644 239 0,'-2'-1'462'0,"-2"-1"198"16,4-3 164-16,-2 3-176 0,2-4-105 16,2 1-61-16,1-1-17 0,0-1-38 0,3 0-70 15,4-1-87-15,4-1-75 0,2 1-56 0,3-3-59 16,3 0-30-16,5 1-22 0,0-1-12 0,5 1-12 15,-1 1-7-15,1 0 18 0,1 1 37 16,0 1 19-16,-3 1 10 0,-1 4 11 0,-1-1 32 16,-4 3-5-16,-1 3-24 0,-3-1-4 0,-3 4 1 15,0 1 6-15,-4 3-15 0,-3 0-6 0,-1 5-1 16,-5-1-8-16,-2 4-9 0,-2 0-12 16,-2 1-6-16,-2 0-4 0,-5 2-9 0,-1-1-2 15,-1 1-2-15,-2-3 0 0,-1 2-6 0,-2-3-2 16,3 0-2-16,-1-2-4 0,3-2-2 0,0 0-2 15,2-1-3-15,2-4-3 0,1-2-3 16,3 2-1-16,1-4-1 0,2 2 0 0,3 1 0 16,2-1-1-16,0 1 2 0,7 1 1 0,-2 1 1 15,4-2 1-15,4 2 1 0,-1-3 2 0,4 0 2 16,2-2-1-16,-1 1 1 0,4-3 0 0,1-2 0 16,1 0-3-16,1-1-1 0,-1-2 1 15,2-1-3-15,0-4 2 0,-3 1-3 0,0-2-1 16,-4-2 1-16,0 0-13 0,-3 1-26 0,-4-3-67 15,-2 1-80-15,-4-2-143 0,-1 1-253 0,-4-2-312 16,-4 1-331-16,-1 1-229 0,-3-2 19 0,0 1 558 16</inkml:trace>
  <inkml:trace contextRef="#ctx0" brushRef="#br0" timeOffset="191039.65">3554 6510 42 0,'19'-3'405'0,"-5"3"271"0,2 0 309 0,1 3 141 16,1 1-336-16,2 5-213 0,-1 2-45 0,5 3-41 16,-2 5-113-16,5 2-79 0,0 4-55 15,1 5-38-15,-1 5-67 0,2 4-35 0,-1 4-23 16,2 6-22-16,0 1-13 0,-3 1-12 16,0 0-9-16,-2-1-8 0,-1-1-3 0,-5-4-6 15,1-4-4-15,-5-7 1 0,-1-4-3 0,-3-4 2 16,-1-5 0-16,-3-4 11 0,-2-5 15 0,-2-1 12 15,-3-5 5-15,-3-3 0 0,-2-6-2 16,-7-4-10-16,-1-7-15 0,-6-5-11 0,0-8-5 16,-8-6-6-16,0-7-2 0,-3-6-3 15,-1-5 2-15,1-4 2 0,1-1 1 0,4-2 2 16,1-1 0-16,8 2 1 0,2 4-2 0,5 0-2 16,4 6-2-16,5 5-1 0,3 3 0 15,4 5 1-15,3 5 0 0,1 1 2 0,4 4 3 0,2 3 0 16,2 6 1-16,0 3 1 0,2 3 0 15,-1 4 1-15,-1 4 1 0,3 2 2 0,-3 7 2 16,0 2 1-16,0 5 1 0,-3 4 0 16,1 4-1-16,-4 4-2 0,1 4-1 0,-3 1-2 15,-1 1-3-15,1-1-2 0,-3-1-2 16,-2-2-1-16,-1-5-4 0,1-5 0 0,-3-4-1 16,-1-3-5-16,1-4-5 0,-3-7-11 0,0-4-17 15,0-5-32-15,0-9-45 0,0-3-45 16,0-4-41-16,3-2-25 0,2-2-5 0,2 0 24 15,3 2 54-15,1 1 56 0,4 4 46 0,1 2 29 16,2 6 14-16,0 3 5 0,2 4 9 16,4 4-1-16,-3 5 7 0,6 4 1 0,-1 4 2 15,3 2 9-15,-1 1 4 0,-1 3 1 16,3-1-6-16,-3 1 0 0,-1-4 2 0,-1-1-5 16,-3-3 3-16,0-1 8 0,-3-7 50 15,-2-2 43-15,-4-7 33 0,0-2 15 0,-7-7 5 16,-1-3 1-16,-5-2-25 0,-5-1-25 0,-1-3-15 15,-7 0-9-15,-1 3-12 0,-5-2-11 0,-3 1-12 16,-4 2-10-16,-2 1-12 0,-2 1-8 16,0 2-7-16,1 2-6 0,1 3-4 0,4 5-5 15,5 3-5-15,0 3-4 0,5 7-1 0,5 3-3 16,2 5-2-16,4 5-2 0,3 1-4 16,5 6-12-16,3 0-19 0,4-1-60 0,1 0-69 15,4-1-112-15,1-2-193 0,4-2-296 16,0-3-333-16,0 0-260 0,4-4-136 0,-1-3 337 15,-2 0 635-15</inkml:trace>
  <inkml:trace contextRef="#ctx0" brushRef="#br0" timeOffset="191650.65">4928 6548 144 0,'-2'-1'990'16,"-1"0"610"-16,1 1-70 0,-4-2-310 15,0 0-426-15,-2 1-339 0,3-4-222 0,-1 0-98 16,-1-3-50-16,1-5-27 0,3-3-19 16,-2-1-15-16,4-6-10 0,1-3-5 15,1-2-6-15,1-2-2 0,1-1-2 0,2 2 0 0,1 3-1 16,0 1-1-16,-1 4 2 0,2 3 2 16,-1 5 5-16,0 3 6 0,2 5 6 0,0 3 9 15,0 6 5-15,4 5 3 0,-2 4-3 16,4 6-3-16,-3 2-5 0,2 7-7 0,1 1-3 15,-1 2-5-15,1 1-2 0,0 1-3 16,0-3-1-16,-1-3-2 0,0-2-1 0,-2-6-1 16,-2-3-2-16,1-4 2 0,-1-3 0 0,-1-6 2 15,-1-5 0-15,-1-5 1 0,0-8 1 16,-3-6 0-16,2-6-1 0,0-3-1 0,-2-3-1 16,0 0-1-16,-1 0 0 0,1 1 0 0,0 6 0 15,0 3-1-15,-3 3 0 0,3 7 1 16,-3 1 0-16,2 3 2 0,1 5 4 0,-1 4 4 15,1 3 6-15,3 4 4 0,-1 5 3 0,0 4 0 16,2 3-2-16,0 3-3 0,1-1-4 16,0 3-5-16,3-1-4 0,-2-2-3 0,-1-2-2 15,3-2-2-15,-1-2-2 0,-2-3-1 16,3-3 0-16,-2-3-1 0,-1-3 2 0,0-5-1 16,1-2-8-16,-2-5-14 0,-1-5-24 0,-1-2-45 15,1-6-64-15,-1 0-52 0,1-4-39 16,1 1-29-16,-1 0-11 0,5-2 43 0,-3 2 80 15,0 3 49-15,3 5 33 0,-2-2 32 16,-1 7 27-16,2 3 34 0,-1 5 36 0,2 5 78 16,-1 4 77-16,4 3 35 0,-3 5 13 0,3 6-9 15,-1 2-26-15,3 6-53 0,0 5-51 16,1 2-33-16,-1 4-25 0,4 1-17 0,1 1-14 16,-2 1-9-16,3-2-7 0,-3-3-24 0,3-3-78 15,-1-7-97-15,-4-1-188 0,2-6-287 0,-6-7-334 16,1-4-375-16,-4-7-176 0,0-4 247 15,-5-6 704-15</inkml:trace>
  <inkml:trace contextRef="#ctx0" brushRef="#br0" timeOffset="191845.16">5677 5867 154 0,'-6'-35'1148'0,"1"6"613"0,-3 11-179 0,-1 6-368 15,-1 9-382-15,1 5-426 0,-2 5-195 16,5 4-90-16,-1 2-44 0,2 1-25 0,4 3-20 15,2-1-18-15,4 0-9 0,3 2-5 0,6 1-3 16,2 0-17-16,6-1-53 0,0 1-83 16,5 0-169-16,-1-2-273 0,2 3-325 0,2-1-392 15,2 1-320-15,-1-1 69 0,3 0 754 16</inkml:trace>
  <inkml:trace contextRef="#ctx0" brushRef="#br0" timeOffset="192351.79">6174 6103 39 0,'-2'-12'970'0,"-4"2"865"0,-4 2-59 16,-4-1-404-16,0 5-410 0,1 3-425 0,-3 1-241 16,2 2-120-16,-2 4-60 0,2 6-38 0,2 1-44 15,0 6-34-15,4 5 0 0,2 4 0 0,5 3 0 16,7 3 0-16,2 2 0 0,5 3 0 16,5-2 0-16,2 1 0 0,5-5 0 0,0 0 0 15,2-6 0-15,1-6-2 0,-1-8-57 16,-2-4-25-16,-1-7-32 0,-3-8-54 0,-4-5-67 15,-3-7-76-15,-2-4-103 0,-5-7-123 16,-2-3-124-16,-2-3-40 0,-1-3 20 0,-2 1 76 16,-2 1 213-16,2 3 285 0,-3 3 272 0,0 1 189 15,-2 5 98-15,1 2 37 0,1 4 56 0,-1 3-12 16,3 1-73-16,-1 6-81 0,0 2-66 16,2 0-61-16,0 2-84 0,0 3-69 0,2 1-40 15,3 5-21-15,-2 1-12 0,5 2-4 16,-2 4-2-16,2 0 1 0,2 5-7 0,2 0-1 15,1 5-4-15,1 0-2 0,0 4-2 0,3-1-2 16,-2 1-1-16,2-2 0 0,-2 0-2 16,0-3 1-16,-2-2-1 0,1-4 1 0,-3-3 1 15,-3-3 0-15,3-4 1 0,-6-5 1 0,0-5 2 16,-2-4 0-16,-2-4 0 0,-1-6-1 0,-1-3 1 16,-1 0 8-16,-1-4 7 0,0 1 5 15,0 0 3-15,-2-1 0 0,2 2 1 16,0 1-8-16,1 2-8 0,-1 3-5 0,3 2-4 15,-2 4-3-15,2 2-2 0,2 1 0 0,1 4-2 16,1 2 1-16,0 3-3 0,4 0-9 16,-2 6-25-16,-1-1-71 0,2 3-80 0,-1 0-131 15,1 2-219-15,0 1-314 0,3-1-349 0,0 0-235 16,-2 1-48-16,0-2 460 0,-1 1 606 16</inkml:trace>
  <inkml:trace contextRef="#ctx0" brushRef="#br0" timeOffset="192502.08">6801 6122 72 0,'7'8'930'0,"1"6"713"0,-1 1-43 0,-2 4-338 16,2 2-415-16,-1 3-373 0,2 0-253 15,3 1-112-15,-2 1-54 0,1-1-29 0,4-1-23 16,-3-5-73-16,3-3-77 0,-4-4-142 16,1-3-222-16,0-3-307 0,-1-6-359 0,-4-6-248 15,0-6-48-15,0-3 514 0</inkml:trace>
  <inkml:trace contextRef="#ctx0" brushRef="#br0" timeOffset="192624.75">6950 6184 63 0,'-11'-30'708'16,"-2"2"729"-16,-4-1 168 0,-1 2-245 0,-2 0-411 0,2 3-363 16,-4 5-216-16,0 3-149 0,2 4-80 15,1 7-49-15,0 2-36 0,4 6-27 0,0 2-18 16,5 1-22-16,1 2-40 0,-1 1-87 16,6-1-162-16,-1-2-266 0,3-4-314 0,2-2-388 15,2-5-386-15,-2-6 15 0,0-4 741 0</inkml:trace>
  <inkml:trace contextRef="#ctx0" brushRef="#br0" timeOffset="192808.24">6666 5506 42 0,'-4'5'949'0,"0"2"758"16,-3 3-63-16,1 0-367 0,-1 3-379 16,0 3-444-16,2 1-247 0,2 2-108 0,1 0-54 15,2 0-55-15,0-1-92 0,3-1-145 0,-1-1-276 16,3-1-293-16,2-1-369 0,0 1-385 15,2 0-49-15,1-2 633 0</inkml:trace>
  <inkml:trace contextRef="#ctx0" brushRef="#br0" timeOffset="193701.09">7467 6126 138 0,'-6'-4'449'0,"-1"0"304"0,-1 1 261 16,2 2-76-16,-3-2-213 0,2 1-118 16,-1-1-46-16,0 3-72 0,1 0-87 0,0 0-80 15,1 0-51-15,1 3-55 0,-1-3-67 16,0 2-42-16,1 2-30 0,0 0-17 0,0 3-16 16,2 1-11-16,0 0-8 0,1 6-9 15,2-1-5-15,2 4-5 0,1 4-2 0,2 0-2 16,1 3 0-16,-1 0-1 0,4-2-1 15,-1-1 0-15,2-1-2 0,2-2 2 0,-2-3-2 16,3-2 1-16,2-4 0 0,-2-1 0 0,3-6 2 16,0-2-1-16,1-4 1 0,-1-5 0 15,3-1 0-15,0-5 1 0,-2 0-1 0,2-2-1 0,-1 2 0 16,1-1-1-16,-2 2-1 0,2 4-1 16,-2-1 2-16,1 4 0 0,1 5 0 0,-2 2 2 15,2 2 1-15,0 2 1 0,-1 3 1 16,0 1-1-16,-2 1 1 0,2 2 0 0,-4-2-2 15,2-1 2-15,-3 2-3 0,-3-3 1 16,0-5 0-16,-2 2 7 0,-2-5 6 0,0-2 4 16,-4-6 3-16,-1-3 3 0,-2-5 3 0,-1-1-2 15,-4-6-1-15,-2 0-1 0,0-3 2 16,-3 0 2-16,-3-1-3 0,0 0-2 0,-4-2-5 16,1 5-2-16,1 0-4 0,-4 2-5 0,4 2-3 15,-3 3-3-15,4 2-1 0,2 2-3 16,1 2-10-16,4 5-23 0,-1-1-58 15,3 2-77-15,2 3-160 0,4 3-277 0,4 0-325 16,1 2-375-16,1 0-308 0,3 3 18 0,1-2 723 16</inkml:trace>
  <inkml:trace contextRef="#ctx0" brushRef="#br0" timeOffset="194648.97">8888 5478 4 0,'-7'-8'426'0,"2"1"448"15,0 1 306-15,0 2 17 0,2 0-307 16,1 2-216-16,-1 2-164 0,3-2-123 0,0 2-80 16,-1 0-60-16,1 0-58 0,0 0-65 0,1 2-43 15,-1-1-28-15,3 4-14 0,-1-1-7 16,3 6-3-16,1 4 5 0,2 3 5 0,3 8 3 16,0 5 3-16,3 3-3 0,1 9-3 15,0 3-5-15,1 3-4 0,0 3-8 0,0 1-4 16,1 2-3-16,1-1-3 0,-1-4-3 15,-1-2-3-15,0-4-2 0,-2-4 0 0,3-6-2 16,-4-6-2-16,1-4-1 0,-1-5-1 0,1-8-1 16,-1-5 1-16,0-7 1 0,2-7 1 15,-3-8 0-15,3-7 3 0,-2-7 2 0,2-5-1 16,0-3 1-16,0-3-1 0,2-1 0 0,0 1-2 16,-1 1-1-16,-1 3-1 0,0 6 0 15,-1 3-1-15,-5 5-2 0,1 7 2 0,-2 1 1 16,-2 4 1-16,-1 4 6 0,-2 6 5 0,0 2 7 15,-1 4 4-15,0 5 1 0,-2 6 0 16,-2 4-3-16,0 7-6 0,-1 4-6 0,1 6-5 16,-1 3-3-16,2 4-1 0,-1 3-1 15,5 0-1-15,-1-1-1 0,3-2 1 0,1-4-3 16,3-3-3-16,1-10-8 0,1-5-17 0,3-6-32 16,2-10-76-16,0-8-90 0,-2-8-168 0,3-8-291 15,-1-9-323-15,2-8-363 0,-1-3-186 16,0-7 159-16,2 0 682 0</inkml:trace>
  <inkml:trace contextRef="#ctx0" brushRef="#br0" timeOffset="195250.35">9777 5648 575 0,'3'-1'1299'15,"-6"6"301"-15,-2 4-203 0,1 8-388 16,-3 2-386-16,-2 5-218 0,-1 4-162 0,4 2-84 16,-2 2-46-16,3 2-32 0,0 0-23 15,1 0-19-15,4-5-12 0,2 1-11 0,2-4-9 16,2-5-4-16,2-4-3 0,2-4-2 0,4-5 1 15,-1-6 0-15,2-6 4 0,2-8 0 0,0-6 1 16,0-4 0-16,1-9-2 0,-1-1-2 0,-1-4-2 16,-1-2-4-16,0 2 1 0,-2-2-1 15,-1 6 1-15,-1 1 1 0,-3 5 2 0,1 3 2 16,-4 4 1-16,0 6 2 0,0 3 1 16,-2 3 0-16,-1 4 0 0,-1 4 2 15,4 6-2-15,-2 5 0 0,0 7 0 0,2 3 0 16,1 5-1-16,2 4-1 0,1 0-1 0,4 2-1 15,1 4 0-15,-1 1-1 0,4-2-1 0,1-4-1 16,-1-1 0-16,1-6 0 0,-1-6 0 16,1-5-2-16,-1-8-3 0,-3-6-1 0,2-9-6 15,-5-6-5-15,1-7-7 0,-5-9 0 16,-4-6-2-16,0-5 3 0,-4-6 4 0,-4-5 8 16,-2 0 5-16,-3-4 5 0,-2-3 5 0,-2 1 10 15,0-1 11-15,-2 2 9 0,2 4 10 16,1 5 10-16,2 8 9 0,2 6-1 0,2 8-6 15,1 8-8-15,2 5-9 0,2 6-10 0,4 11-9 16,2 5-9-16,4 11-4 0,2 6 0 0,4 6 0 16,0 8 0-16,6 5 0 0,0 6 0 15,3 8 0-15,3 3-3 0,0 4-1 0,1 1-2 16,0-2-3-16,3-4-1 0,-3-6-2 0,2-7 0 16,-1-10-3-16,-1-7-10 0,-2-10-12 15,-3-8-18-15,-3-8-26 0,-1-7-38 0,-5-7-35 16,-1-7-25-16,-4-6-8 0,-2-1 8 15,-1-1 27-15,-3-2 45 0,-1 3 46 0,-1 2 33 16,0 0 33-16,0 6 36 0,0 2 23 16,2 6 10-16,-2 5 1 0,0 3-1 0,3 7-16 15,-3 4-34-15,1 2-67 0,-1 3-75 0,0 2-128 16,2-1-219-16,-1 0-300 0,3-2-331 16,-1-5-280-16,0-5-103 0,0-2 436 0,-1-6 618 15</inkml:trace>
  <inkml:trace contextRef="#ctx0" brushRef="#br0" timeOffset="195412.12">10520 5425 765 0,'-19'-40'1653'16,"-1"2"108"-16,2 8-346 0,-1 5-388 15,3 6-442-15,1 5-273 0,2 3-130 0,1 5-70 16,2 6-45-16,2 5-30 0,0 2-21 0,5 4-11 16,1 2-12-16,4 2-16 0,1 2-33 0,5-1-87 15,1 0-162-15,1-2-263 0,1 0-319 16,0-2-407-16,-1-5-451 0,0 2 8 0,-1-4 805 15</inkml:trace>
  <inkml:trace contextRef="#ctx0" brushRef="#br0" timeOffset="196330.7">10719 5117 44 0,'5'-14'569'0,"-2"2"512"0,-1 3 254 15,-2 5-29-15,0 0-362 0,0 4-307 16,-2 5-205-16,-1 2-118 0,2 7-83 0,-1 2-79 15,5 8-48-15,0 6-35 0,2 4-12 16,6 9-9-16,4 5 0 0,3 5 1 0,4 5-5 16,2 4-5-16,5 4-9 0,2-2-8 0,1-3-9 15,1-3-8-15,2-5-2 0,-2-8-3 16,-2-7-1-16,1-7 0 0,-2-10 1 0,-3-6 1 16,0-7 1-16,-3-7 1 0,-4-5 1 15,-2-7 2-15,-4-4-1 0,-3-3 0 0,-3-4 0 16,-5-2 0-16,-3-2 5 0,-3-1 5 15,-5 2 4-15,-1 2 5 0,-3 2 1 0,-3 3 3 16,-4 2-5-16,1 2-2 0,-4 3-6 0,0 4-3 16,1 2-2-16,-1 4-3 0,-1 2-2 15,3 5-1-15,0 0-3 0,1 5 0 0,6 0-3 16,1 1-1-16,1 1 0 0,4 1-1 16,3-1 0-16,0 1-1 0,4-1 1 0,2 0 0 15,1 0 1-15,0 0 0 0,2-1 1 16,2-1-3-16,0-2-1 0,3 0-10 0,0-2-15 0,0 1-29 15,2-4-64-15,-1-1-71 0,1-3-109 16,1-1-176-16,-1-1-299 0,1-2-321 0,2-3-238 16,0 0-149-16,1 0 289 0,1-2 613 15</inkml:trace>
  <inkml:trace contextRef="#ctx0" brushRef="#br0" timeOffset="196682.03">11344 5566 213 0,'-1'-10'1067'0,"-4"4"549"16,1 3-95-16,1 1-308 0,-2 2-457 0,2 2-301 16,3 1-201-16,0 1-99 0,0 3-48 15,5 3-29-15,0 3-22 0,5 2-16 0,0 3-12 16,3 5-5-16,4-2-7 0,-1 6-4 16,3-2-4-16,0 1-1 0,2-1-4 0,-1-1 0 15,-1-1-2-15,0-4-1 0,0-2 0 16,-3-5-1-16,-2-4 3 0,-1-2 1 0,-5-6 2 0,-2-6 1 15,0-4 4-15,-4-5 2 0,-4-5 5 16,1-4 6-16,-5-6 4 0,-1-2 4 0,1 2 0 16,-4-4 1-16,0 0-3 0,0 1-4 15,-1 3-3-15,-2 2-6 0,2 1-4 0,0 3-5 16,3 4-2-16,2 4-4 0,-1 3-2 0,4 2-1 16,0 4-2-16,1 3 0 0,2 2 0 15,4 4 0-15,0 4-7 0,4 2-13 0,0 1-23 16,2 0-45-16,1 2-80 0,0 0-108 15,1 1-175-15,1 0-292 0,3-1-331 0,0 1-328 16,3-2-149-16,-2 1 251 0,4-4 659 16</inkml:trace>
  <inkml:trace contextRef="#ctx0" brushRef="#br0" timeOffset="196908.84">11856 5365 99 0,'0'-9'947'0,"-3"5"716"0,1 0-27 0,-4 7-327 16,-2-1-432-16,0 4-341 0,0 3-234 0,-1 5-110 15,-2 2-56-15,3 3-35 0,0 6-25 0,0 1-21 16,4 2-15-16,0 0-10 0,4 4-10 16,4-2-7-16,2 0-7 0,5 0-3 0,0-2-2 15,3-2-3-15,2-4-1 0,1-5-2 16,-1-5 1-16,3-8-7 0,0-5-8 0,0-6-16 16,0-6-23-16,-3-5-38 0,1-5-73 0,-2 2-77 15,-2-7-114-15,-3 1-162 0,-2 2-220 16,1-1-296-16,-2 3-208 0,-1 2-142 0,-1-1 212 15,-2 4 498-15</inkml:trace>
  <inkml:trace contextRef="#ctx0" brushRef="#br0" timeOffset="197062.98">12066 5416 242 0,'2'-6'713'16,"-2"3"425"-16,2 2 209 0,-2 2-178 15,1 5-280-15,-1 3-255 0,0 3-188 0,0 1-111 0,0 3-104 16,0 2-88-16,2 1-52 0,1 4-31 16,0 1-24-16,0-2-15 0,5 2-9 0,-2-3-7 15,2 0-4-15,2-4-3 0,2-2-7 16,1-4-21-16,-2-7-51 0,0-4-69 0,1-4-85 15,-2-4-140-15,2-3-184 0,-4-7-199 0,2 0-208 16,2-2-207-16,-3-4-90 0,4 2 257 16,-4 0 405-16,-1-2 304 0</inkml:trace>
  <inkml:trace contextRef="#ctx0" brushRef="#br0" timeOffset="197221.3">12315 5413 318 0,'6'-2'712'0,"-3"4"368"16,2 2 49-16,1 6-205 0,-1-1-186 15,0 9-159-15,1 1-147 0,2 4-109 0,0 4-73 16,0 1-63-16,1 0-59 0,1 4-51 0,2-1-34 15,0 0-22-15,2-4-10 0,-2 0-9 0,2-7-28 16,-2-1-53-16,0-4-55 0,2-6-63 16,-2-5-117-16,-3-6-159 0,2-2-173 0,-3-6-201 15,-1-1-225-15,-1-3-127 0,1-3 181 0,-2 3 378 16</inkml:trace>
  <inkml:trace contextRef="#ctx0" brushRef="#br0" timeOffset="197408.93">12601 5665 51 0,'8'2'300'0,"1"1"215"0,-1 1 235 0,2 4 37 16,1 2-80-16,-2 4-87 0,2 1-90 0,0 4-74 15,0 2-64-15,1 4-37 0,0 3-19 16,-1 3-23-16,-1 2-16 0,-1 5-13 0,1 0-16 16,-4 6-32-16,-1 1-44 0,-1 4-27 0,-2 7-20 15,-4 5-21-15,-4 2-22 0,-2 7-22 16,-3 2-17-16,-3-2-17 0,1-1-14 0,-5-6-12 16,1-6-9-16,-3-8-6 0,2-10-10 15,-4-6-13-15,0-10-26 0,-3-9-46 0,-2-11-85 16,2-11-167-16,-2-9-273 0,2-13-337 0,3-7-405 15,2-9-394-15,3-8 45 0,3-4 803 16</inkml:trace>
  <inkml:trace contextRef="#ctx0" brushRef="#br0" timeOffset="201014.65">13115 5578 130 0,'3'0'686'0,"-2"3"429"15,1 0 107-15,1 3-105 0,-1 3-365 16,6 5-220-16,1 5-128 0,2 3-69 0,3 6-46 16,-1 5-43-16,4 5-60 0,1 1-67 15,1 5-43-15,0 4-28 0,3-1-17 0,0 2-10 16,-3 2-9-16,3-1-6 0,-1-2-8 16,-2-5-28-16,0-2-74 0,-4-8-95 0,-3-7-168 15,-6-6-289-15,-1-6-324 0,-5-7-351 0,-5-7-187 16,-6-7 182-16,-8-10 658 0</inkml:trace>
  <inkml:trace contextRef="#ctx0" brushRef="#br0" timeOffset="201192.3">12810 5194 165 0,'-5'-28'826'0,"0"5"485"0,-1 6 30 15,1 2-200-15,2 5-439 0,1 2-335 0,1 4-178 16,1 3-97-16,1 1-44 0,4 4-30 15,3 4-13-15,1-1-17 0,3 2-38 0,2 2-102 0,0-2-190 16,3 3-288-16,-1-1-279 0,1-3-282 16,-2 4-153-16,0-1 299 0,0 1 560 15</inkml:trace>
  <inkml:trace contextRef="#ctx0" brushRef="#br0" timeOffset="201662.77">13328 5632 416 0,'8'18'1004'0,"-1"-3"300"16,-3-2-78-16,1-5-266 0,-2-3-397 0,0-7-202 0,-1-5-109 16,-1-5-44-16,3-8-25 0,-3-5-21 15,2-5-24-15,-1-4-36 0,3-3-25 0,1-1-25 16,-2 1-13-16,3 3-10 0,-2 3-13 15,0 3-6-15,-1 4-2 0,2 6 3 0,-2 3 5 16,-3 2 10-16,2 8 9 0,2 1 6 0,-2 5 7 16,2 5-1-16,0 2 0 0,3 4-9 15,-4 4-4-15,3 0-10 0,-1 2-6 0,2 2-4 16,1-2-5-16,-2 0-3 0,1-1-3 0,-2-2-1 16,3-3-2-16,-2 0-1 0,-1-5 0 15,1-2-1-15,0-2 1 0,1-3 2 0,-1-6-1 16,2-2 0-16,0-6 2 0,0-5-1 0,0-5-1 15,0-1 0-15,-1-1 0 0,2-5 0 16,-2 4 0-16,3-1 0 0,-3 3 0 0,2 3 1 16,-3 2-1-16,-1 6-1 0,-1 3 3 15,0 3 0-15,2 7 0 0,-4 2-1 0,3 7 3 16,-3 2-1-16,0 8-2 0,3 1-1 0,-2 3 1 16,2 5-2-16,-1 1-2 0,4 1-2 15,1 1-15-15,-1-1-45 0,5-1-77 0,-4-2-108 16,4-6-182-16,-3-2-300 0,0-6-340 15,2-3-317-15,-2-6-146 0,-1-6 305 0,0-6 647 16</inkml:trace>
  <inkml:trace contextRef="#ctx0" brushRef="#br0" timeOffset="202052.39">13988 5149 226 0,'3'-7'1041'0,"-2"4"536"15,-2 0-86-15,-1 7-297 0,2 1-459 0,-1 3-290 16,-1 0-195-16,2 4-97 0,0 3-48 0,3 1-31 15,0 4-25-15,3-1-16 0,2 4-13 16,0-3-7-16,2 4-7 0,2-3-3 0,0-1-1 16,2-4-2-16,0-4-2 0,2-2-2 15,-2-6-3-15,2-2-8 0,-2-5-8 0,-1-3-9 16,-1-4-4-16,-2-5-2 0,-2 2 2 0,1-3 6 16,-4 1 10-16,1 2 12 0,-2 2 7 15,0 2 4-15,1 2 2 0,0 2 2 0,-1 4 6 16,1 2 3-16,0 4 8 0,2 4 5 0,0 4 11 15,-1 5 7-15,1 3 2 0,-1 5 3 0,2 5-1 16,1 3-2-16,-1 7-2 0,2 6-3 16,-1 3-2-16,1 6-1 0,0 6-1 15,0 2-1-15,0 7 0 0,-2 2-2 0,0 4-3 16,1 2-6-16,-4 1-6 0,0-2-5 0,-2-5-7 16,-1-6-5-16,-1-10-4 0,-2-8-2 0,-3-10-4 15,1-12-10-15,-3-11-11 0,-1-10-20 16,-2-13-29-16,1-14-69 0,-2-11-76 0,1-11-138 15,3-10-212-15,1-7-305 0,4-9-347 16,2-8-241-16,2-6-65 0,2-4 510 0,4-5 605 16</inkml:trace>
  <inkml:trace contextRef="#ctx0" brushRef="#br0" timeOffset="202529.12">14487 4926 557 0,'2'-35'1532'0,"-2"8"219"15,-3 8-323-15,-2 5-342 0,0 9-465 0,-3 5-287 16,3 3-133-16,-2 8-65 0,0 6-37 15,2 2-26-15,2 7-22 0,0 4-19 0,3 1-12 16,0 7-8-16,5 2-5 0,1 4-4 0,2-1-2 16,3 4-1-16,0-2-2 0,3-6-1 15,-1-6-2-15,3-8 0 0,-2-10-2 0,1-9-5 16,0-10-4-16,-2-10-5 0,-1-7-6 16,0-11-3-16,-3-3-4 0,-1-9 4 0,-3-4 3 15,-2-4 5-15,-5-4 7 0,-1-3 5 16,-2 1 4-16,-6-2 3 0,0 0 3 0,-3 0 3 15,-2-2 4-15,-1 4 5 0,-1 0 7 0,0 1 5 16,1 5 4-16,-1 5 6 0,3 6 3 0,1 7 0 16,6 6-2-16,0 6-5 0,2 9-6 15,3 4-7-15,3 8-6 0,3 5-4 0,3 6-4 16,2 5-2-16,2 6-1 0,2 5-1 0,4 2-1 16,3 5-1-16,0 3 1 0,3 3 1 15,4 2 0-15,0 2 0 0,4 4 0 0,-1-2 0 16,-1 0-1-16,1-2-1 0,-2-2 1 15,1-4-1-15,-2-2 1 0,-1-4 1 0,-2-1 0 0,-2-3 1 16,1-1 0-16,-1-3 0 0,-4 1 1 16,1-2-1-16,-4-1 2 0,0-2 0 0,0 1-1 15,-3 1 0-15,0-1 0 0,-1 1 0 16,1-2-1-16,-2 1 0 0,-2 0-1 0,-1 2 0 0,2-2-7 16,-2 3-9-16,-3-2-18 0,2 1-31 15,-3 2-77-15,0-1-111 0,-1 1-202 0,-1-2-291 16,0 2-349-16,3 0-402 0,-3 0-176 15,0 3 338-15,0-1 768 0</inkml:trace>
  <inkml:trace contextRef="#ctx0" brushRef="#br0" timeOffset="204511.6">2615 8166 317 0,'1'-6'624'0,"-1"-3"303"0,-1 5 157 15,-1-5-263-15,2 3-190 0,0 0-123 16,-2 2-40-16,2 0-53 0,-1-1-65 0,1 0-64 16,0 3-45-16,0-1-43 0,0 0-65 0,0 2-45 15,1-1-23-15,-1 2-13 0,2 0-9 0,-2 0-6 16,0 2-2-16,2-2-1 0,-1 1-5 15,-1 2-2-15,2 0 0 0,3 2 0 0,-1 2 4 0,1 1 2 16,3 2 1-16,0 3 6 0,0 1 1 16,1 1 0-16,-1 1-2 0,3 1 1 0,-1 4-1 15,1 0-5-15,0 2-3 0,0 0-2 0,0 4 1 16,0 0-1-16,0 2-3 0,0 2-1 16,-1 3-3-16,1-2-3 0,-2 1-4 0,1 4-5 15,1-4-2-15,-2 4-3 0,1 0-1 0,-1 0-1 16,1-2-1-16,-1 0 0 0,-2-4 0 0,2-1-2 15,-1-3 1-15,-2-4-1 0,-1-3-1 0,3-1 0 16,-4-3 0-16,1-4 1 0,0 0-1 16,-2-3 1-16,2-2 0 0,-2 0-1 0,2-3 1 15,-1 1-1-15,1-2-1 0,2 0 1 0,-1-3 1 16,1 2 0-16,2-2 0 0,-1-2 1 0,0 2 0 16,3-3 1-16,-2 0-1 0,1 0 0 15,2-3 1-15,1 4 0 0,-2-5 0 0,3 1 0 0,-1 0 0 16,1-2 0-16,-3 1 0 0,3-1-2 15,-1 1 1-15,0-2-1 0,-1 0 0 0,1 1-1 16,0 0 1-16,-2-2-2 0,0 1-1 0,1 0 1 16,1 2-1-16,-2-2 0 0,0 0 0 15,2 0 0-15,-2 1-2 0,0-1-9 0,-1 2-12 16,0-2-18-16,0 1-26 0,-3 1-51 0,-1 0-74 16,0 1-97-16,-1-2-155 0,-2-1-284 0,0 4-325 15,2 0-295-15,-2 0-185 0,0-1 186 16,1 0 634-16</inkml:trace>
  <inkml:trace contextRef="#ctx0" brushRef="#br0" timeOffset="205047.2">3511 8444 65 0,'-3'-8'657'0,"1"0"627"0,-3 2 250 15,1 2-173-15,-4 1-413 0,3 1-346 0,-3-1-185 16,0 3-132-16,-1 0-88 0,-1 0-52 16,1 3-35-16,-2 0-27 0,0 2-22 0,1 0-15 0,-2 3-12 15,2 1-9-15,1 2-5 0,-2 1-6 0,3 3-5 16,1 1-2-16,1 4-2 0,0 1-2 16,3 1 0-16,1 2-2 0,2 0 1 0,0 1-2 15,5 1 0-15,1 0 0 0,0-1 0 0,1-1 0 16,1-3-1-16,4-1 0 0,-2-2-1 0,-1-2 0 15,4-4-2-15,-2-1 1 0,0-5 0 0,2-3 0 16,-2-3 1-16,3-4 1 0,0-7 1 16,0-3 0-16,-1-4-1 0,0-2 1 0,3-5 0 15,-5-3-2-15,3 0 0 0,-3-2 0 0,0 2 1 16,-2 3-1-16,-2-3 1 0,1 6 0 0,-3 0 1 16,-1 2 1-16,-1 2 0 0,-1 3 0 15,-2 0 0-15,0 2 1 0,0 3 0 0,-2-1 0 16,1 1 0-16,-1 3 0 0,-1 1 0 0,0 3 0 15,3 0 0-15,-1 2-2 0,-1 1-1 0,2 2-1 16,0 5 0-16,0 2-2 0,2 1 2 16,-1 5 0-16,2-1 1 0,3 2 1 0,-1 2 1 15,1 2-1-15,1 1 1 0,2-1-1 0,-1 0-2 16,0 1 0-16,2-2-1 0,2-2-1 16,-2 1 0-16,1-3-1 0,1-1-2 0,0-2-2 15,0-3-10-15,1 0-12 0,-2-2-21 0,3 0-37 16,-3-2-73-16,2 0-84 0,-4 0-154 0,4-2-275 15,-1 2-312-15,1 1-331 0,3 1-193 16,-2-1 103-16,2 1 634 0</inkml:trace>
  <inkml:trace contextRef="#ctx0" brushRef="#br0" timeOffset="205743.9">4396 7982 286 0,'2'-6'703'0,"-2"1"353"15,-2-1 111-15,1 1-262 0,1 1-245 0,0 1-110 16,0 1-101-16,0 1-76 0,0 1-58 16,0-1-47-16,0 1-48 0,0 1-69 0,1-1-49 15,1 1-33-15,0 1-22 0,1 2-11 0,3 2-6 16,5 6-3-16,0 5 1 0,2 2 4 16,4 8 2-16,1 2-3 0,2 4-1 0,2 3-6 15,-2 2-4-15,0-1-5 0,2 1-6 0,-3-1-2 16,2-1-4-16,-3-2 0 0,0-1-3 15,-1-1 0-15,-1-2-2 0,0 0 0 0,-3-5-1 16,-1-1 0-16,-1-4 0 0,-1 1-4 0,-2-5-6 16,-2-2-13-16,-3 1-22 0,-1-5-45 0,-2-3-66 15,-2 1-64-15,-3-3-94 0,-4-5-135 16,1-2-164-16,-3-1-214 0,-1-5-215 0,-1 0-187 16,0-3 28-16,-1-4 349 0,1-3 412 15</inkml:trace>
  <inkml:trace contextRef="#ctx0" brushRef="#br0" timeOffset="206340.06">4392 7951 244 0,'-5'-8'562'16,"4"0"244"-16,-1 3 103 0,2 1-228 15,0 0-172-15,0 0-84 0,3-1-59 16,0 1-42-16,2-2-33 0,1-1-33 0,2-1-50 15,3 1-72-15,-1-2-50 0,1 0-6 0,3 0 52 16,2-1 16-16,1 2-1 0,-1 0-2 0,5-1 11 16,1 1-15-16,-2 3-41 0,4-1-23 15,0 3-4-15,-1 1 0 0,0 2-10 0,0 2 1 16,-2 2-1-16,-4 2 3 0,2 2 0 16,-3 4 0-16,-2 3-1 0,-4 4-4 0,1 5-8 15,-5 4-8-15,-3 8-11 0,-1-3-8 16,-2 5-9-16,-2-1-6 0,-3 3-4 0,-1-1-3 15,0-1-2-15,-2-6 0 0,2 0 0 0,-1-5 0 16,1-4 0-16,0-4-1 0,1-2-2 0,2-8-1 16,1 2-2-16,1-4-3 0,-1-1-2 15,4-1 1-15,-1 0 0 0,2-3 1 0,4 1 2 16,2-1 2-16,2-2 2 0,2 0-1 16,1-2 2-16,2-1 0 0,3 1 1 0,1-3 0 15,0-1-1-15,2 1 2 0,1 0-2 0,0 0 2 16,0 2-2-16,1 2 1 0,-1 1 0 15,-2 3-1-15,0 1 2 0,-4 1-2 0,-1 3 2 16,0 2 1-16,-5-1 1 0,0 4 2 0,-2 1 0 16,-2 1 1-16,-4-1 1 0,0 3-1 0,-5 0-1 15,-1-1 1-15,0 1 0 0,-5 1-1 16,-1 0-1-16,-2-2 0 0,-3 4-1 0,-1-3 0 16,-2 2-2-16,1-2 0 0,-1-1 0 15,-1-3-1-15,1 1-1 0,2-5 0 0,0 2-1 16,4-5-2-16,-2 0 0 0,5-2-2 0,0-1-2 15,3-2-3-15,1 0-4 0,0-3-7 16,2-1-14-16,2-1-27 0,0-4-56 0,4-1-68 16,-1-4-86-16,0 3-149 0,4-2-237 15,-2-2-304-15,3 5-254 0,2-3-192 0,0-1 67 16,1 1 518-16</inkml:trace>
  <inkml:trace contextRef="#ctx0" brushRef="#br0" timeOffset="207367.44">5758 8320 93 0,'0'-2'434'0,"0"-3"326"15,0 2 269-15,-2 0-58 0,2 0-219 0,-1-2-180 16,-1 3-121-16,2-1-66 0,-2 1-41 16,1-2-42-16,-1 2-28 0,1-2-25 0,-1 3-26 15,-1-2-39-15,-1 3-38 0,0-2-27 0,1 2-19 16,-2 0-16-16,2 0-12 0,-2 2-11 15,-2 1-9-15,2 0-8 0,-3 0-4 0,3 2-3 16,-3 0-2-16,0-1 1 0,0 2-1 16,0 0 0-16,0 1 0 0,-1-1-4 0,0 1-1 15,-1 1-4-15,2 0-4 0,-1 0-4 0,-1 2-3 16,1-1-3-16,1 0-2 0,0 1-2 0,0 1-2 16,-1 1-1-16,1 0-1 0,0 2-1 15,1 0 0-15,0 2 0 0,0 0-1 0,4 0 0 16,-2 2-1-16,4-3 1 0,-1 3-1 15,2 0 0-15,2 0-1 0,-1 2 0 0,2-2 0 16,2 2-1-16,3 3 0 0,0-2 1 16,0 0 0-16,0 4 0 0,4-2 0 0,1 0 0 15,-2 1-1-15,5-2 0 0,-2 2 1 0,4-3-1 16,-1 2-1-16,0-2 1 0,2-2 0 16,-1-1-1-16,1-1 0 0,1-2 0 0,-1-3-1 15,3-2 1-15,0-1 1 0,-1-3 0 0,1-3-1 16,-1-2 1-16,-2-2 0 0,1-4 1 15,1-2 0-15,-4-2 0 0,0-2 1 0,-2-1 0 16,-1-1 0-16,-1-5 0 0,-4 5-1 16,2-2 0-16,-4 0 1 0,-1 3-1 0,-3-1 0 15,0 3 2-15,1 1-1 0,-2 0 1 0,-2 2 0 16,0 1 1-16,-4 0-1 0,1 3 1 0,-2-2-1 16,-3 4 1-16,1-1-1 0,-3 2 0 15,0 2-1-15,-3-1 0 0,-1 4 1 16,-2 1-1-16,-1 0 0 0,-2 1 0 0,0 2 0 0,2 0-1 15,-1 2 0-15,-1-1 0 0,3 1-1 16,2 1 0-16,1 1-1 0,1-1-1 0,4 1-1 16,0 4-1-16,2-4-1 0,1 0-8 15,4 0-15-15,1 0-23 0,1-1-49 0,2-1-85 16,0-2-161-16,2-1-271 0,0 0-325 0,3-1-396 16,0 3-358-16,1 0 25 0,2 6 754 15</inkml:trace>
  <inkml:trace contextRef="#ctx0" brushRef="#br0" timeOffset="-202552.59">7801 7527 161 0,'1'-8'356'0,"1"2"177"0,-2 0 103 16,-2-1-83-16,1-1-2 0,-2 2 31 0,-1 0-5 15,0 0-34-15,-1 1-22 0,-2-1-29 16,1 4-78-16,0-3-79 0,-2 2-57 16,0 2-39-16,0-1-41 0,0 2-45 0,0 0-29 15,0 2-26-15,-1 2-21 0,3 1-19 0,-1 1-20 16,2 1-15-16,1 5-14 0,2 3-8 0,2 5-2 16,3 6-1-16,2 5 1 0,5 2 2 15,1 9 2-15,3-1 3 0,2 3-1 0,3 1-1 16,-1 0-1-16,2 1-2 0,0-3-1 15,2-2-3-15,-1-2 0 0,-1-1-1 0,2-1 1 16,-2-6-2-16,0-2 2 0,-1-1 1 16,-3-3 1-16,3-1 0 0,-3-4 0 0,-1 0 2 15,-2-4-2-15,1 0 0 0,-3-3 1 0,1 0-1 16,-2-1 0-16,-2-2-1 0,1-1 1 16,0-1 1-16,-3 1-1 0,2-2 0 0,-3-2-3 15,1 0 0-15,0-1 0 0,-1 0-4 0,-2-1-7 16,1-1-15-16,-1-2-29 0,-2 0-61 15,-1-3-67-15,-3-3-105 0,0-1-158 0,-2 0-227 16,0-4-300-16,-4 0-230 0,3-1-168 16,-4-2 173-16,-1 1 509 0</inkml:trace>
  <inkml:trace contextRef="#ctx0" brushRef="#br0" timeOffset="-201791.56">8163 7801 7 0,'-2'-23'416'0,"-1"-2"383"0,-2 4 277 0,0 2 57 15,-4-1-313-15,4 4-227 0,-1-1-91 0,-1 4-80 16,0 1-60-16,2-1-58 0,0 4-45 16,-1 2-51-16,4 3-65 0,-3-1-35 0,4 2-26 15,-1 1-17-15,1 2-16 0,1 4-14 0,1 0-11 16,1 5-10-16,1 4-4 0,3 3-5 16,3 3 0-16,0 5 1 0,2 2 0 0,0 2 1 15,3 3-2-15,-1 0 0 0,1 0 0 16,0-1 1-16,-2 0-3 0,0-1 0 15,1-3-2-15,-2-6 0 0,-2-1 0 0,-2-4 0 0,-2-2 5 16,-1-3 3-16,1-2 5 0,-4-3 2 16,1-2 3-16,-2-1 0 0,-2-5-3 0,-1-3-4 15,-3-4-3-15,-2-4-3 0,0-3-5 16,-3-3 1-16,0-3-2 0,-2-3 1 0,-2-2-1 16,-1-2-1-16,-2 0 1 0,-2-2-1 0,4 0 0 15,-3 1 1-15,1 2 0 0,1 2 1 16,3 3 0-16,0 1 0 0,4 3-1 0,2 6 0 15,-1 0 0-15,4 4-3 0,2 2-1 0,0 2-2 16,1 2 0-16,2 1-1 0,2 2 1 16,1 1 0-16,3 0 3 0,5 4 1 0,0 0 1 15,2 4 1-15,4 1 3 0,2 3 0 16,2 1 0-16,3 6 1 0,1 0 1 0,3 1 1 16,2 5-1-16,0 2 0 0,0 0-1 0,2 1 2 15,1 1-1-15,-3-2-2 0,0-2 1 16,-3 0-2-16,-3-5-1 0,-2-3-1 0,-1 0 0 15,-5-6 0-15,-1-1 0 0,-3-5 4 16,-2-2 2-16,0-3 6 0,-5-4 2 0,-2-5 3 16,0-3 2-16,-4-4 0 0,-3-4 0 0,-2-2-2 15,-2-5-2-15,-3-2-2 0,-3-1-1 0,-3-3-1 16,-3 0-2-16,0-3-2 0,-2 4-1 16,3 0-2-16,-2 2 0 0,4 4 0 0,1 3-2 15,2 4 0-15,4 2-1 0,1 5-1 0,2 2-3 16,1 4-2-16,3-1-2 0,0 7-2 15,3 0-1-15,3 2-2 0,2 3-10 0,1 2-23 16,2 2-57-16,0 2-76 0,0-1-154 0,1 1-276 16,-1-2-319-16,2 4-371 0,2-2-290 15,-1-2 6-15,-1 0 683 0</inkml:trace>
  <inkml:trace contextRef="#ctx0" brushRef="#br0" timeOffset="-201503.63">8531 7378 455 0,'3'-6'1105'16,"-1"1"296"-16,0 3-123 0,1 0-275 15,0 2-401-15,4 3-222 0,0 2-119 0,3 3-53 16,0 5-24-16,5 2-26 0,-1 4-39 16,3 5-26-16,2 4-22 0,1 2-19 0,0 4-14 15,2 0-12-15,-3 3-7 0,2 1-8 0,-1-1-4 16,-1 1-6-16,0-3-4 0,-1-2-1 15,-1-3-2-15,-3-3-1 0,0-3-2 0,-4-6-5 16,1-2-17-16,-5-3-29 0,-1-5-58 0,-3-3-59 16,-4-4-63-16,0-5-109 0,-3-4-145 15,-4-3-209-15,1-2-229 0,0-2-213 0,-3 0-137 16,0-2 200-16,0-4 458 0</inkml:trace>
  <inkml:trace contextRef="#ctx0" brushRef="#br0" timeOffset="-201056.03">9013 7253 242 0,'5'-19'1008'0,"-3"1"540"0,-4 2-45 16,0 1-277-16,-2 2-461 0,-4 0-277 0,0 1-175 15,0 1-97-15,0 1-58 0,-3 3-33 0,2 1-30 16,1 2-25-16,-2 0-18 0,1 4-16 15,-1 2-11-15,-1 4-11 0,2 1-7 0,-1 7-4 16,1 1-3-16,1 4-1 0,3 4-1 0,0 1 0 16,2-1-2-16,3 3-1 0,0-2 0 15,5-1-1-15,1-1-1 0,2-1 2 0,3-3-1 16,0-2 1-16,3 0 2 0,1-6 0 16,2 1 0-16,-1-3 2 0,4-3 0 0,-2-1-1 15,2 0 2-15,1-4-3 0,-2 1 0 0,3-1-2 16,-2 0-1-16,1 0-1 0,-2 0-1 15,2 0 2-15,-4 2 0 0,0 1 2 0,-4-1 1 16,1 5 3-16,-3-1 1 0,-4 3 2 16,-1 0 0-16,0 1 1 0,-3 3 0 0,-3 1-1 15,-3 0 0-15,-1 3 0 0,-1-1-1 0,-1 1 0 16,-2 0 0-16,0 2 0 0,-3 0 1 16,3-3-2-16,-2 2-1 0,1-2 0 0,1 0-2 15,2-3-1-15,-1 0-1 0,0 0-9 0,2-3-15 16,0 0-23-16,3-4-50 0,-1 1-69 15,2-1-74-15,-1-3-106 0,2 0-155 0,2-1-225 16,-2-2-259-16,4-2-204 0,0 0-153 0,2-2 169 16,2-2 492-16</inkml:trace>
  <inkml:trace contextRef="#ctx0" brushRef="#br0" timeOffset="-200618.04">9485 6966 415 0,'0'-6'912'16,"0"1"285"-16,1 4-10 0,-1 2-281 0,3 4-257 16,2 4-180-16,0 3-111 0,4 3-58 15,-1 2-50-15,2 4-38 0,2 1-67 0,1 3-49 16,1 4-29-16,0 1-18 0,2 2-10 15,0 0-15-15,3 2-8 0,-3 2-5 0,3-2-3 16,-2-1-5-16,-1-2-3 0,0-2 0 0,1-2-2 16,-4-3-2-16,1-4-1 0,-3-3-8 15,0 0-30-15,-3-4-64 0,-2-1-68 0,-2-1-122 16,-3-4-188-16,-2-1-309 0,-3-1-302 16,0-2-224-16,-3 0-94 0,-2-3 379 0,-1 0 555 15</inkml:trace>
  <inkml:trace contextRef="#ctx0" brushRef="#br0" timeOffset="-200378.88">9391 7244 264 0,'-5'-6'1072'0,"1"2"505"0,-2-1-109 16,1 3-300-16,3-1-466 0,1-2-285 0,-1-1-177 15,4-1-88-15,1-4-41 0,2-2-20 16,2-2-13-16,4-3-16 0,1-2-10 0,3-2-12 15,0-1-12-15,3-2-8 0,3 0-8 16,-2 0-6-16,3-2-5 0,2 2-2 0,-2-1-1 0,2 4-3 16,1 1-5-16,0 0-16 0,0 0-67 15,-2 3-105-15,-1 1-235 0,-2 0-281 0,0 7-346 16,-2-1-419-16,-2 5-214 0,-5 5 373 16,-3 2 837-16</inkml:trace>
  <inkml:trace contextRef="#ctx0" brushRef="#br0" timeOffset="-199538.89">10753 6842 129 0,'8'-4'634'0,"-1"1"444"16,-4-1 162-16,1 1-67 0,-1 0-286 0,-2 1-243 16,-1 1-167-16,0-1-100 0,-1 1-58 15,-1-1-73-15,-1 2-64 0,0-1-40 0,-2-1-24 16,1 2-19-16,-1 0-17 0,2 2-17 16,-4-1-12-16,2 2-13 0,-1 2-11 0,-3 1-9 15,1 3-7-15,-2 3-5 0,1 2-3 16,-1 4-1-16,-1 4 0 0,0 6-1 0,2 1 0 15,-1 4-1-15,1 3 0 0,1 1-2 0,3 4 0 16,5 1-1-16,0 0 0 0,3 0 0 0,4-2-1 16,3 0 1-16,3-3-1 0,1-4 0 15,2-2 0-15,3-2-1 0,0-3 0 0,3-7-1 16,2-2 1-16,0-4-1 0,0-5 2 16,1-5 0-16,2-4 2 0,-2-5 1 0,0-6 0 15,-2-2 1-15,0-7 0 0,-4-4 0 0,0 0 0 16,-5 0 0-16,-2-3 1 0,-3 3 0 15,-5 1 1-15,0 1-1 0,-6 2 1 0,0 3 0 16,-2 1 0-16,-5 4 0 0,-1 3 0 16,-4 1-1-16,-1 3 1 0,-2 3-1 0,1 3-1 0,-3 3 0 15,0 3-1-15,0 3 0 16,3 3-1-16,-1 5 0 0,0 0 0 0,4 4-1 16,0-1 1-16,1 5-2 0,5-3 0 0,1 2 0 15,3 1-2-15,1-3 1 0,2 1-2 0,2-3 0 16,1 0 0-16,3-4 0 0,3 0-1 15,1-4-4-15,3-1-9 0,0-3-14 0,4-5-23 16,0-4-40-16,-1-2-78 0,3-7-91 0,-3-2-150 16,3-3-232-16,-1-3-317 0,0-3-327 15,3-5-189-15,-3-2 55 0,0-4 552 0</inkml:trace>
  <inkml:trace contextRef="#ctx0" brushRef="#br0" timeOffset="-199106.63">11276 6751 259 0,'0'-19'1109'16,"-3"4"523"-16,-2 7-114 0,0 1-310 0,-1 5-466 16,-2 4-281-16,0 2-191 0,2 1-96 0,-1 8-54 15,0 1-33-15,2 1-27 0,0 4-20 16,4 3-12-16,1 3-7 0,1 2-4 0,1 3-3 16,3 3-3-16,1 5-2 0,5 0-3 15,-2 5-1-15,5 0-3 0,1 3-1 0,0-2-1 16,3 1-2-16,-1-4-1 0,3-3-1 15,-2-4-1-15,0-3 2 0,1-7-1 0,-1-4 1 16,-1-4 1-16,0-2 1 0,-3-7 0 16,2-3 1-16,-5-4 2 0,0-2 0 0,-2-3 1 15,-4-3 0-15,0-2 0 0,-3-3 0 0,-2-2 0 16,-2 0 0-16,-3-1-1 0,0 1 2 0,-1 1 0 16,-2-2 1-16,-1 2 0 0,-1 3 2 0,-2-1 4 15,1 1 2-15,-1 2 3 0,0 3 1 16,-1 1 0-16,2 3-2 0,0 4-3 0,1 2-4 15,0 3-4-15,0 5-2 0,4 2-2 16,-1 2-2-16,1 2 0 0,3 2-1 0,2 1-2 16,2 0 2-16,2 0-1 0,2 1-1 15,1-1 0-15,0 0-2 0,4-3-4 0,2 0-13 16,1-3-21-16,0-5-41 0,-2 0-82 0,3-8-115 16,0 0-191-16,-1-5-297 0,1-3-341 0,-1-3-342 15,1-4-130-15,0-2 344 0,-1-1 676 16</inkml:trace>
  <inkml:trace contextRef="#ctx0" brushRef="#br0" timeOffset="-198722.6">11731 6854 591 0,'2'5'1291'0,"-1"2"243"0,1 5-194 0,1 2-341 16,2 5-411-16,1 6-221 0,2 0-143 0,0 5-72 15,3 5-45-15,2 0-34 0,1 5-27 0,2 0-19 16,0-1-12-16,1-3-5 0,3-3-5 16,-2-3-5-16,1-6-2 0,-3-8-3 0,1-5-8 15,-4-8-15-15,-1-6-21 0,0-8-25 16,-6-5-32-16,-3-6-23 0,0-5-14 0,-3-5 3 16,-3-2 17-16,-2-4 32 0,-1-2 43 15,-4-1 61-15,0 0 62 0,-5-2 43 0,0 0 26 16,-5 1 15-16,0 1 9 0,-2-1-19 0,-1 6-19 15,1 3-16-15,-1 7-16 0,-1 2-14 16,3 10-17-16,-1 5-17 0,0 7-16 0,0 7-15 16,3 8-10-16,0 7-8 0,6 5-2 0,-1 5-2 15,8 1-1-15,1 4-1 0,5 1-7 0,3-1-21 16,4 0-47-16,2-1-81 0,-1-3-144 16,3 0-269-16,3-4-318 0,-3-2-377 15,5-1-351-15,-2-3-21 0,-1-3 661 0</inkml:trace>
  <inkml:trace contextRef="#ctx0" brushRef="#br0" timeOffset="-197559.24">12547 7403 241 0,'0'1'633'0,"0"0"369"16,0 1 132-16,0-1-246 0,0 1-289 0,0-1-171 16,2-1-134-16,2 2-89 0,1-2-50 15,2 0-33-15,2 0-21 0,2-2-16 0,0 1 22 16,2-1 1-16,4-1-9 0,0-3-4 0,-1 1-3 16,2-1-7-16,-1-1-34 0,0-2-23 15,-2 0-12-15,2-1-6 0,-4-1-4 0,2 1-5 16,-3 0-4-16,-1-1-4 0,0 3-38 15,-3 1-44-15,-2-1-91 0,-1 3-155 0,-1 3-290 16,-2-1-299-16,-2 3-253 0,0 3-174 0,-2-1 203 16,-2 5 549-16</inkml:trace>
  <inkml:trace contextRef="#ctx0" brushRef="#br0" timeOffset="-196255.35">12999 6634 30 0,'0'-3'271'0,"2"0"164"15,-2 0 152-15,0 1-32 0,2 0-133 0,-1-2-51 16,-1 0 7-16,0 1 32 0,0-1 21 15,3 1-14-15,-3-2-47 0,2 1-61 0,2-1-65 16,1 2-56-16,0 1-27 0,3 0 15 16,2 2 29-16,2 0 6 0,1 3-10 0,4 3-9 15,1 1-29-15,2 2-40 0,2 1-42 0,3 4-22 16,-1 2-11-16,2 1-13 0,2 3-7 16,0-1-2-16,2 6-1 0,2-3 0 0,0 3-2 15,1 1-1-15,-1 2 0 0,1 2-2 0,0 3-3 16,-1 0-2-16,-1 3-2 0,-1 2-3 0,-1 1-2 15,-1 2-2-15,-3 4-2 0,1-2 0 16,-3 0-3-16,-2 4 0 0,0-2 0 0,-3 0 0 16,-2 0-3-16,0-2 0 0,-2 0 0 15,-1-2-3-15,0-2-12 0,-4-1-52 0,-1-4-68 16,-2-1-106-16,-1-3-179 0,-3-3-304 16,-2-3-326-16,-2-5-280 0,-1-2-151 0,-5-3 286 15,0-5 623-15</inkml:trace>
  <inkml:trace contextRef="#ctx0" brushRef="#br0" timeOffset="-177774.14">2333 9957 47 0,'-3'2'356'0,"-3"3"223"0,1-1 178 0,0-3 17 16,0 2-337-16,2-1-194 0,2-1-97 16,-1 0-62-16,2-1-43 0,2 0-14 0,-1 2 11 15,2-2 21-15,2 0 42 0,0 1 41 0,4-1 43 16,-1 2 25-16,2-2 11 0,2 1 0 0,0 1-20 16,2-1-18-16,2 1-26 0,1-1-26 15,2 1-20-15,1-1-19 0,4 1-17 0,-1-1-19 16,2 1-14-16,2-2-11 0,-1 1-9 0,3-1-8 15,1 0-7-15,0-1-4 0,1 1-2 16,1-3-2-16,0 1 1 0,1-1-4 0,0-1-1 16,-1-1 3-16,1 1 15 0,-1-1 10 0,3 1 7 15,-2-3 4-15,3 3 2 0,0-2-2 0,-1 0-13 16,2 0-6-16,-1 1-7 0,0 1-4 0,2 0 0 16,0-1 0-16,-3 2-1 0,0-1-2 0,1 1-2 15,-1 0 1-15,0-2-4 0,-1 3 1 16,1-3-1-16,-2 2-3 0,-1-1 4 0,1 0 1 15,-1 1 2-15,-2-1-4 0,0 2 3 0,-2 2 4 16,1-5 0-16,-1 3 1 0,-1-2 82 0,0 3 40 16,2-2 17-16,1 1 5 0,0 1-1 15,0-2-7-15,3 0-66 0,0 0-29 0,5-1-22 16,-2-1-9-16,2-2-6 0,1 0-1 16,1-3-3-16,0 0-3 0,1-2 0 0,3 0-1 15,-3-2-4-15,2 1 2 0,1 1 2 0,-1-3 0 16,1 1 2-16,-1 1 2 0,3-1 1 15,-2 3-1-15,-1-3 1 0,4 3-1 0,-2 0 3 16,4 1-2-16,-3 3-1 0,1-1-2 0,-1 2 1 16,1 2-3-16,2 0-4 0,-3 0 0 15,1 3 0-15,1 0 1 0,1-1 1 0,-3-2 3 16,3 4 5-16,-2-4-1 0,4 1 0 0,-1-1 4 16,1-1-5-16,4-1-2 0,1 0-1 0,-1-2 2 15,3 1-2-15,-2-2-1 0,3 0-1 16,-1 1 1-16,2-3-3 0,0 3-1 0,0-4 4 15,2 3 1-15,-1 0 4 0,3 0 11 16,-1-1 8-16,2 3 4 0,1-1-1 0,2-1-2 16,0 1-1-16,-1-1-12 0,-1 1-6 15,2 0-6-15,1-2 3 0,-1 2 2 0,-1-1 3 16,1 0-1-16,0 1 1 0,4-3 2 0,0 1-5 16,-1 0-3-16,3-1-1 0,-3-1-2 0,1 0 0 15,-2 3 3-15,0-6 0 0,0 2 0 16,2 0-1-16,-2 0 3 0,-2-2 0 0,3 2-3 15,0-3 0-15,-1 2-2 0,0-1 0 16,-2 0 1-16,-1 1-2 0,0 1 3 0,-4-1 1 16,0 2 3-16,-1 1 0 0,-2 0-1 15,0 0 1-15,2 2-1 0,-1 0-3 0,1 0 0 16,1 2-1-16,-3-2 0 0,2 3 0 0,-2 0 1 16,-1-2-2-16,-1 1 0 0,-1 2 2 0,0 0-1 15,-2-2 2-15,-1 1 0 0,1 0 3 16,-2 0 0-16,2-2 1 0,0 3 1 0,1-3-1 15,-2 1 1-15,1 1-1 0,0 0-1 16,-1-1 0-16,-2 1-2 0,0 2 0 0,2-2-1 0,-2 2-2 16,-1-1 4-16,1 1 0 0,0-1 2 15,-1 1-2-15,1 1 2 0,1 0 0 0,0-2 0 16,2 3 0-16,-1-3 0 0,3 0 1 16,-5 1-2-16,4-1-1 0,0-1-2 0,-2 0-2 15,1 0 0-15,-1-1 2 0,0-1-1 0,1-1 3 16,-1 1 1-16,0 0 1 0,1-3-2 15,2 2 0-15,2 0 2 0,-1-2-2 0,0 3-1 16,2 0-2-16,-1-1 0 0,-2 2 1 0,2 1-1 16,-1 0 1-16,-1 0 2 0,1 1 2 15,1 1 2-15,-2-1 1 0,1 0 2 0,2 1 0 16,0 0-1-16,2-2-1 0,-3-2-3 0,4 1-1 16,-3-1-1-16,2 0-1 0,1-3 1 0,-4 2 0 15,2-1 1-15,-1 0 0 0,-1 1 0 16,3-1 1-16,-1 1 1 0,2 0-1 0,1 0 0 15,2 0 1-15,0 1-1 0,-1 0 0 16,0 3 1-16,1 0-2 0,-1-1 0 0,-1 3 2 16,0 0 0-16,-2 0 2 0,1 1 4 15,1 0 1-15,2-1 2 0,-2 0-1 0,3 0-1 16,-2 0 0-16,0-2-2 0,-2 1-2 0,2-3 1 16,-2 0-1-16,0-4 0 0,1 3 1 15,-3-4 2-15,1 0-2 0,1-2 1 0,-1 1-1 16,2-4-2-16,0 2-2 0,-3 0-1 0,1-1-2 15,-5-1-1-15,0 1-2 0,-3 1-2 16,-4 2-1-16,-2 0-2 0,-6 2-1 0,-4 3-3 16,-6 2-12-16,-7 2-26 0,-6 8-77 0,-8 2-140 15,-11 5-257-15,-7 5-306 0,-9 3-388 16,-8 4-451-16,-3 1-100 0,-4 0 677 0</inkml:trace>
  <inkml:trace contextRef="#ctx0" brushRef="#br0" timeOffset="-171072.96">16114 11245 83 0,'3'-11'341'0,"-1"3"219"0,2 0 219 0,-4 2-33 15,2 1-94-15,0 3-63 0,-2-2-66 16,0 3-76-16,0-1-76 0,0 2-75 16,0 0-69-16,0 2-36 0,1 1-4 0,-1 3 3 15,0-1-3-15,3 3-14 0,-3 2-15 0,2 2-31 16,0 1-34-16,-1 3-27 0,2 3-15 0,1 1-9 16,-1 2-6-16,2 1-1 0,1 4 1 15,-2 3 0-15,1-1 2 0,0 6 1 0,2 2 1 16,-3 6 1-16,4 0-1 0,-2 7 1 15,-1 5 0-15,2 3-2 0,-3 4 0 0,2 2-1 16,-1 4 0-16,-2 2 1 0,2 4 0 16,-2 2 0-16,1 7-1 0,-1 3-2 0,-2 6-5 0,1 0-3 15,-2 4-3-15,0 1-3 0,3 2-3 16,-2 3-2-16,2 0-3 0,-1 2-3 0,3-2-5 16,-2-1 0-16,4-1 0 0,-1-1-1 15,1 0 0-15,0 2 1 0,-1 0-2 0,2 4-3 16,-2 0-1-16,1 2 1 0,-1 1-1 0,1 1 0 15,-1 0 1-15,3 0 0 0,-1-4-3 0,-1 1 1 16,2-7-1-16,2-4 0 0,-3-3 2 16,3-7 0-16,0-5 1 0,0-5-2 0,3-10 0 15,-2-5-1-15,-3-9-2 0,2-7 0 0,-1-10-3 16,-4-7-3-16,0-8-4 0,0-9-9 16,-2-7-15-16,-3-9-25 0,-2-11-54 0,-7-7-78 15,0-7-141-15,-5-11-247 0,-2-3-309 16,-3-10-364-16,-4-3-307 0,-3-9-42 0,-4-6 599 15</inkml:trace>
  <inkml:trace contextRef="#ctx0" brushRef="#br0" timeOffset="-170405.23">16002 11494 151 0,'1'-1'450'16,"-1"-3"274"-16,0-1 231 0,0-1-90 0,0 0-176 16,-1-4-130-16,1-1-104 0,0 0-67 15,0-1-52-15,0-1-35 0,1-4-40 0,-1 2-31 16,2-4-26-16,-1-1-31 15,-1-2-40-15,2-1-42 0,1-3-22 0,-1 1-17 0,1-2-8 16,0 0-6-16,1-1-4 0,-1 1-3 16,0 0-6-16,4 2-1 0,-3 0-2 0,1 3-3 15,-1 2-2-15,3 1-1 0,0 4-4 0,-2 1-1 16,2 1-4-16,-1 3-1 0,0 2-1 16,4 0 2-16,-2 1 0 0,-2 5 4 0,4-3 2 15,0 5 3-15,2 2-1 0,2 3 4 16,-2 2-1-16,1 3 0 0,0 3-2 0,0 3-2 15,0 4-2-15,0 4-4 0,-3 0-4 0,4 3-3 16,-4 1-4-16,2 2-2 0,-1 1-6 0,0-2-26 16,0 3-81-16,-3-1-136 0,0 1-263 15,-3-3-297-15,1 3-379 0,-1-1-421 0,-2 3-62 16,0 0 633-16</inkml:trace>
  <inkml:trace contextRef="#ctx0" brushRef="#br0" timeOffset="-168089.73">16247 15372 75 0,'-8'7'290'0,"0"-2"162"0,2 1 168 0,1-2-80 16,-1 1-87-16,3-2-40 0,1 0-12 15,1 0-17-15,-3-2-34 0,4 2-44 0,-1-3-58 16,1 1-58-16,0 1-55 0,1-2-45 0,-1 1-3 16,4-1 12-16,-3 0 15 0,4-1 4 15,-1 1 4-15,3 0 10 0,-1-2-25 0,2 2-29 16,3 0 16-16,0 0 5 0,0 0 2 15,5 0 35-15,0 0 11 0,1 0 3 0,4 0-32 16,-2 0-4-16,3 0-2 0,1-1-38 0,0 1-15 16,2 0-4-16,4-1 1 0,-1 1-12 0,2-2-4 15,3 2 1-15,1 0 2 0,0 0-6 16,6-1-4-16,-2 1-2 0,1-2-5 0,5 1-4 16,-1 1-8-16,0-3-4 0,3 1-4 15,-2 0-2-15,3 0-2 0,-1-1-2 0,2 0 0 16,-1 0-1-16,1-1 1 0,-4 0 1 0,3 2 1 15,-1-3 1-15,2 1 0 0,0 2 0 16,0-3-1-16,2 2-1 0,-2 0 1 0,3 0-1 16,-4 2 0-16,0 1-1 0,2-2 1 0,-3 2-2 15,2 2-1-15,-1-2-1 0,2 0 1 16,0 0 1-16,0 0 1 0,3 0 1 0,-1 0 1 16,4-2 1-16,1 2-2 0,2-1 0 0,0-1-1 15,3 1 1-15,-1-3-1 0,1 3 0 16,-2-2-1-16,4-1 0 0,-4 1 0 0,1 0 1 15,-1-1 0-15,1 0 0 0,-2 1 0 16,0 0 1-16,3 2 0 0,0-1 0 0,1 1 0 16,-1 0-1-16,0-1 0 0,0 2 0 0,-1 0-1 15,2-2 0-15,-2 0-2 0,0 2 1 16,0 0 1-16,0-3 2 0,0 2-1 0,0 1 1 16,2-2 1-16,1-1-2 0,0 1 0 0,2-2-1 15,-1 2 0-15,1-3 0 0,-4 1 1 0,4-1 0 16,-3 0 0-16,-1 1 0 0,-1 1 0 15,2-1 1-15,0-1 0 0,1 3 1 0,0-2 0 16,2 0-2-16,2-1 1 0,0 1-1 0,0 0 0 16,-2 0-1-16,0-1-1 0,-1 3 1 15,1-3 0-15,-1 2 2 0,-3 0-1 0,1 0 1 16,1 2 1-16,0 1 1 0,1 0-2 16,2 1 0-16,-3 1 0 0,0 1 0 0,-1-1-2 15,-1 3 1-15,1 2-2 0,0-1 3 16,-2-2-2-16,0 3 2 0,0-1 0 0,-1 2 0 15,3-2 1-15,-1-1-2 0,1 2 0 0,2-1-1 16,0-2 0-16,-3 1-1 0,-1-1 0 16,4 0 0-16,-4 0 1 0,1 1 1 0,-2-3 0 15,0 0 1-15,-1 1 2 0,2 0 0 0,0 0 1 16,0-2-3-16,0 1-1 0,2-1-2 16,-2 1 0-16,2-2 0 0,-4 2 0 0,2-2 0 15,-1 0 2-15,-2 0-1 0,-5 0 1 0,3 0 1 16,-3 0 2-16,2 0 0 0,-3-2 0 15,1 2 0-15,0-2-2 0,-1 1-1 0,1-1-2 16,-2-1 1-16,1 2 0 0,0-2 0 16,-4-2 0-16,1 3 1 0,-2-3-1 0,-1-1 1 15,-2 2-2-15,1 2 0 0,-3-1 2 0,-2 1 0 16,-3 1 1-16,1 1 1 0,-2 1 1 16,-1 2 0-16,-3 0-3 0,-1 2 2 0,0 1-1 15,0 1 0-15,0 1 1 0,-1 1 0 0,-1 0 1 16,1 1-2-16,-4 1 0 0,4-2-1 15,-1 2 1-15,-1-3-1 0,0 1 1 0,0-1-1 16,-1 1 1-16,1-3 1 0,2-1-2 16,-4 0 0-16,2 0 0 0,2-4-1 0,-1 2-1 0,0-1-1 15,2-1 3-15,0 1-1 0,1-1 1 16,-1-1 1-16,1 1 1 0,-1-1 1 0,2 0 0 16,1 2-1-16,0-2 0 0,1 0 1 15,2 2-2-15,2-2-1 0,0 0 2 0,0 0 0 16,0 0-1-16,3-2 0 0,-2 0-1 0,3 1 2 15,0 0-3-15,-1-2 1 0,0 0 0 0,3 0-1 16,-2 0 0-16,2 0-1 0,-1 1 3 16,-1-1-2-16,2 1 2 0,1 1 0 15,1 0 1-15,0-1 0 0,-1-1-2 0,5 3 1 16,-2-1 0-16,2-2 1 0,0 1 0 0,-1 1-1 16,0 0 0-16,0-1-1 0,-1 0 0 0,1 2-2 15,-3 0 0-15,2 0 1 0,0 2 2 16,-4 0 0-16,1 0 2 0,0 2-1 0,1-2 2 15,0 3-1-15,3-1-2 0,-3 1 2 16,3-2-2-16,-3 0 0 0,2 1-1 0,0-1 0 16,-1-1 0-16,1 0 0 0,-1 2-1 15,1-2-1-15,-1 2 2 0,-1-2 1 0,2 1 1 16,-2 1 1-16,-1 0 0 0,1 1 2 0,2-1 0 16,0 1 1-16,2 0-2 0,2-1 1 15,0-1-2-15,0-1 0 0,3 0-1 0,-1-1-2 16,1-1-1-16,-1 0-1 0,3 0 1 0,0 0-1 15,0 0 2-15,0-1 0 0,0 1 3 16,-2 0 1-16,2-2 0 0,2 1-1 0,-2 1 0 16,1-1 0-16,0-2-3 0,-1 1 0 0,-3 0 0 15,0-2-2-15,-4 2 1 0,1-3-1 16,0 0-1-16,-4 0 2 0,-1-1 1 0,0 1 0 16,-3-3 1-16,0 2-1 0,-1 0 4 15,-2-1-3-15,-1-1 8 0,0 2 5 0,1-1 3 0,-2 2 2 16,0-1 2-16,0 1 0 0,-3-1-8 15,-1 2-4-15,1 2-2 0,-1-3-3 0,-1 3-2 16,0-1 0-16,0 2-2 0,-1-1 0 0,0 1 0 16,-2-1-1-16,1 1 1 0,-1-1-1 15,-1 2 1-15,-3 0 1 0,3-1 0 0,-6 1 0 16,3 0 1-16,-5-2 1 0,1 2 0 0,-4-1 0 16,0 1 0-16,1 0 1 0,-6-2 2 0,2 2 3 15,-4-1 1-15,1 1 2 0,-2 0 1 0,-2-2-1 16,1 2-2-16,-5-2-2 0,4 2-2 0,-3 0-1 15,-2-1-1-15,0 1-1 0,-1-2 0 16,1 2-1-16,-1-1 0 0,-1 1 0 0,1 0-1 16,-2-1 1-16,0 1-1 0,0 0 0 0,0 0 0 15,-3 0-1-15,1 0-1 0,-1 0 0 16,-2 1-3-16,-2 0-2 0,0 2-4 0,-1 1-5 0,0 2-10 16,-3-2-12-16,0 2-15 0,0 1-21 15,-2-2-58-15,2-1-64 0,-2 0-109 0,-2-2-187 16,-1-1-295-16,0-2-328 0,0-1-266 0,-1-2-136 15,-2-1 354-15,1-3 641 0</inkml:trace>
  <inkml:trace contextRef="#ctx0" brushRef="#br0" timeOffset="-167727.17">30773 15198 362 0,'14'-8'716'0,"-3"-1"240"0,2 0 35 0,-3 0-266 0,3 0-239 16,1 1-117-16,-1-1-73 0,3 2-33 0,0-1-19 16,1 2-31-16,-1 2-20 0,3 1-3 15,0 2 9-15,1 1-7 0,1 1-2 0,-4 3-5 16,2 3-33-16,-3 0-35 0,1 2-36 0,1 2-16 16,-5 2-12-16,-2 1-9 0,-1-1-3 0,0 4-4 15,-3-3 2-15,-1 3-1 0,-2 2 1 16,-1-3 0-16,-3 3-1 0,0 0 1 0,-3 0-2 15,-1-1-3-15,-2 1-4 0,-2 0-4 0,-2-2-4 16,-4 1-4-16,3-1-6 0,-5 0-3 16,2-1-3-16,-3-1-4 0,0-2 0 0,0 1-2 0,3-3 0 15,-2 1 0-15,3-4-1 0,1 0 0 0,2-2-2 16,2 0-2-16,3-2-5 0,2 1-11 0,3 1-22 16,0-3-63-16,3 1-76 0,2-1-149 15,2 0-277-15,2-1-317 0,5 3-373 0,2-2-273 16,2 4 4-16,4 0 670 0</inkml:trace>
  <inkml:trace contextRef="#ctx0" brushRef="#br0" timeOffset="-166733.28">31495 15996 139 0,'5'-9'500'0,"-2"-1"298"16,0 0 149-16,-1 1-106 0,1-1-251 0,2 0-127 15,-2 1-91-15,4-1-55 0,0 1-26 16,-1 1-43-16,1-1-61 0,4 3-24 0,-3 0-40 16,1 1-22-16,4 2-17 0,-2 0 29 0,2 0 19 15,4 3-17-15,-3 0 1 0,3 1-1 0,1 2 3 16,-2 2-28-16,1 0-15 0,1 5-14 15,-1 1-18-15,-4 0-2 0,2 3-4 0,-4 1-11 16,-1 3-7-16,-2 1 1 0,-4 1 1 0,-2 2-7 16,-2 3-8-16,-2 0 6 0,-2 2 1 0,-6-1 5 15,1 4 0-15,-2-1 0 0,-5 1-1 0,0 2-3 16,-1 2-4-16,-4-2-3 0,4 0-1 0,-4 2-1 16,4 0-1-16,-2-1 0 0,0-1-1 0,5-2-3 15,0 1 1-15,2-4-1 0,4-1-2 0,4-5 0 16,4-2-1-16,1-2 2 0,4-2-1 0,3-4 0 15,3-3 1-15,6-3-1 0,4-3 2 0,0-3-2 16,2-2 2-16,4-1 1 0,2-5 2 0,2-2 0 16,1-1 0-16,3-3 2 0,-2-1 1 0,2-1-2 15,1-2-1-15,-5 0 0 0,3 2 1 0,-4-3-1 16,-5 1-1-16,-1 4 0 0,-4-2-1 16,-2 2 1-16,-2 4 0 0,-5 0-1 0,-2 0 2 15,-4 2-1-15,0 2 1 0,-4 1-2 0,-1 1 1 0,-1 2-1 16,-3 2 0-16,3 2-1 0,-2 2-1 15,-1 2-1-15,2 2 1 0,0 3-1 0,2 3 0 16,2 1 0-16,4 3 2 0,-2 3 0 0,3 1-1 16,2 4 0-16,4 0-1 0,-2 0 1 0,5 3 0 15,0-4-1-15,4-1 1 0,1-2 0 0,4-5 0 16,0-1 0-16,4-5 1 0,2-5 0 0,-1-4 0 16,2-4 2-16,0-6 1 0,-1-4 2 0,1-3 0 15,0-7 1-15,-4-2 1 0,0-5-1 0,-2-3 0 0,-3-2-2 16,-3-1 0-16,-3 0-2 0,-3 0 0 15,-3-3 1-15,-5 3-1 0,-2-1-1 0,-6 1-1 0,-1 3-1 16,-8-2 1-16,1 5-3 0,-4 1 0 0,-2 2 0 16,-1 4 2-16,-2 2-1 0,-3 6 1 0,1 3 0 15,-3 5 0-15,-1 6 1 0,0 5-3 0,0 0 1 16,1 8-1-16,-2 3-4 0,3 1-15 16,-1 3-34-16,5 3-68 0,-1 0-70 0,2 1-128 15,2-2-192-15,2 2-305 0,5-4-306 0,1 1-219 16,0-1-93-16,2-2 393 0,3-3 564 0</inkml:trace>
  <inkml:trace contextRef="#ctx0" brushRef="#br0" timeOffset="-166490.16">32466 16134 55 0,'12'-5'1002'0,"-5"5"720"16,-6-2-101-16,-2 4-371 0,-1 0-330 0,-1 5-524 15,0 3-207-15,-2 1-91 0,4 1-39 0,-2 3-17 16,3 1-8-16,0-1-5 0,3 1-1 0,3-1-6 0,3 1-7 16,3-1-5-16,5-1-4 0,2 1 0 15,5-5-2-15,1 1 0 0,5-3 0 0,0-2-1 0,5-1 2 16,1-2-3-16,2-3-2 0,3-3-8 0,0-2-32 16,-3-1-79-16,3-1-112 0,-4-2-214 0,-4-1-294 15,-3-3-352-15,-3-1-372 0,-8-2-145 16,-2 0 377-16,-7 1 731 0</inkml:trace>
  <inkml:trace contextRef="#ctx0" brushRef="#br0" timeOffset="-165304.9">16098 9978 194 0,'8'-10'771'0,"-3"0"408"0,-2 3 53 16,2 2-161-16,-1 3-338 0,3 2-216 0,-1 7-132 16,2 1-69-16,5 8-41 0,-4 5-39 15,3 4-64-15,0 5-61 0,-1 6-36 0,2 2-23 16,-1 2-18-16,0 2-13 0,-2 0-9 15,0-3-8-15,0-1-8 0,-4-4-29 0,3-2-81 16,-4-5-126-16,-3-5-257 0,-1-4-293 0,-4-8-360 16,-2-3-383-16,-4-4-84 0,-1-8 545 15</inkml:trace>
  <inkml:trace contextRef="#ctx0" brushRef="#br0" timeOffset="-165093.8">15779 9808 124 0,'-10'-9'843'16,"4"0"566"-16,0 5 22 0,-2 2-245 0,6 4-420 16,2 0-359-16,5 4-204 0,4 4-106 15,4 0-50-15,6 2-19 0,5 0-13 0,3 0-3 16,9 0-2-16,4-3-2 0,4-1-5 16,3-3-4-16,1 0-28 0,2-1-56 0,-1-2-113 15,-6 2-194-15,0 0-288 0,-6 0-304 0,-3 2-288 16,-6 3-122-16,-5 1 346 0,-6 4 581 15</inkml:trace>
  <inkml:trace contextRef="#ctx0" brushRef="#br0" timeOffset="-164925.79">16178 10399 296 0,'-21'32'1040'0,"2"-2"452"0,2-4-94 16,2 0-264-16,6-2-480 0,1-3-265 15,5 0-169-15,4-1-91 0,5-1-47 0,6 0-26 16,2-3-23-16,8-1-16 0,6-2-9 15,4-2-7-15,8-4-4 0,5-3-57 0,1 0-67 16,6-2-158-16,0-2-283 0,1 3-295 0,2 1-352 16,-1 5-245-16,-1 3 38 0,-2 6 645 15</inkml:trace>
  <inkml:trace contextRef="#ctx0" brushRef="#br0" timeOffset="-162023.58">17085 14541 301 0,'0'0'729'0,"0"2"306"16,-2 1 52-16,2-3-247 0,0 1-362 0,0 0-202 16,3 3-125-16,1-4-76 0,0 2-6 0,4 3 16 15,5-2 16-15,1 1 7 0,3 2 10 0,4 1 6 16,5 0-28-16,2 0-29 0,5 1 50 15,4-1 26-15,5 1 1 0,3-1 0 16,3 1 17-16,8-2 5 0,-2-3-51 0,6-2-35 0,1-1-13 16,4-4-14-16,1-4-20 0,2-3-16 15,0-2-4-15,1-5-1 0,-1-3-2 0,1-4 5 16,-3-1-2-16,2-5 2 0,-1-6-2 16,-2-2 0-16,-2-7 0 0,-3-2-6 0,-3-4 1 15,-3-5-2-15,-4-3-3 0,-6-3 0 0,-1-3 1 16,-7-1 0-16,-2 1 1 0,-10-5 0 0,-2 0 1 15,-7-4 1-15,-7-4-3 0,-3-4 0 16,-7-2-1-16,-2-7 3 0,-4-2 8 0,-3-2 4 16,0-7 5-16,-5 3-2 0,2-1 3 15,-2-1-3-15,2 2-5 0,-2 3-3 0,3-1-3 16,0 2 0-16,1 2 1 0,2 1-4 0,4-1-3 16,0 3-4-16,4 1-2 0,2 1 1 15,5 1 3-15,1-1 0 0,5 3 1 0,6 2 0 16,1 3 2-16,6 2-5 0,3 4-2 15,3 5-1-15,1 2 0 0,3 6 2 0,0 4 1 16,1 3 3-16,0 4 1 0,4 5-1 0,-2 4 2 16,-1 6-1-16,1 3 0 0,-3 6-3 15,1 7 1-15,-2 5 1 0,-1 8-1 0,-5 5 4 16,0 11 4-16,-2 4 7 0,-1 10 3 0,-2 9 7 16,-5 5 3-16,0 10 2 0,0 5-1 0,-4 9-3 15,0 3-2-15,0 5-4 0,-4 3-5 16,3 3-2-16,2 0 0 0,-2 1-3 0,2 1-1 15,2 2-2-15,2 1 1 0,-2-1-3 16,1 2-3-16,1-1-2 0,-3-1 1 0,1-1 1 16,-2-1 3-16,1-1 2 0,-2 1 1 0,-1-1 3 15,-3 1 0-15,2-2-2 0,-3-2-3 16,0-1-2-16,0-1-1 0,1-4 0 0,-1-1 1 16,-1-3 1-16,2 0 2 0,-1-2 2 0,0 1 0 15,0-2-1-15,0 2-1 0,0-2-4 0,-2 0-2 16,1 0-3-16,-1 0 0 0,1 0-1 15,2 0 1-15,-1-2 1 0,1-1 0 0,-1-1 1 16,1-4 2-16,1 0-2 0,2 1 0 0,0-3-1 16,2-3 1-16,-3 3-2 0,0-2 1 15,5-4 0-15,-3 0-1 0,0-3 0 0,2-1-2 16,0-3 1-16,-2-1-2 0,4-3 1 16,-4-4 0-16,5-1 0 0,-4-4 0 0,2-3 1 15,-2-3 0-15,2-3 1 0,0-2-1 16,1-3 0-16,-1-2 1 0,1 1 0 0,-1-2 0 0,3-1 1 15,-1 1-1-15,0-1 2 0,1 1-1 16,0 2 0-16,0 1-1 0,2 2 0 16,0 1 0-16,2 2 0 0,-1-2 0 0,3 2 0 15,-2 2 0-15,2-2 0 0,0 0 0 0,0 0-1 16,2-2 0-16,-3 0 1 0,3-2 0 16,2-1 0-16,-3-1 1 0,3-2 1 0,-1-2-1 15,1-3 1-15,1 0-1 0,1-1-1 0,-1-1 1 16,4 0 0-16,-1 0-1 0,2-1 0 15,0-1 0-15,-1 1 0 0,4 0 0 0,-2 1 0 16,1-2-1-16,-1 0 0 0,1 1 0 16,2 0-1-16,-1-3 0 0,2 2-1 0,-1-2 1 15,2-1 1-15,0 3 1 0,2-3 2 0,1 1 0 16,-1 1 1-16,4 0-1 0,-1-1-1 16,2 3 1-16,-1 0-2 0,4 1 1 0,-1 0-1 15,0 0 0-15,2 1 0 0,0 0-1 16,-1-1 0-16,0 2-2 0,1-2 1 0,-1 0 1 15,1-2 0-15,2 1 1 0,-3-2 1 0,3 0 1 16,-2-1 1-16,1-1-2 0,-2-1 0 0,1 0 0 16,0 1-1-16,-4-1-1 0,-1 0 0 0,-1-3 0 15,-2 5-1-15,-1-5 0 0,0 3 1 16,-2 0-1-16,-2-1 0 0,-4 1 1 0,0-2-1 16,0 0 2-16,-3-4 0 0,-2 1 0 0,-2-2 2 15,1-1-1-15,-4-4 1 0,-2-4 0 16,-1-1 1-16,-1-4 0 0,0-4 0 15,-5-4-1-15,1-5-1 0,-3-4 1 0,0-6-2 16,-1-5 0-16,-1-4-2 0,-2-4-2 0,-2-3 3 16,1 0 0-16,-2-3 0 0,-2 3 3 0,-1 0 0 15,-2 4 2-15,-2 1-1 0,0 4-1 16,-2 3-1-16,1 3-1 0,-1 3 0 0,4 3-1 16,-1 5-1-16,3 2 0 0,0 3 0 15,2 6 0-15,2 3 0 0,0 4 0 0,2 4 1 16,2 4-1-16,0 2 1 0,3 6 1 15,1 1 0-15,5 4 1 0,-4 2-1 0,7 3 0 16,1-2 0-16,4 3 0 0,1-2 0 0,3 1 0 16,5 1 0-16,3-3-1 0,2 1 3 0,-1-2 0 15,6 4 0-15,-1-2 1 0,4 2 2 16,-1 1 0-16,3 1-1 0,-1 2 0 0,-2 2-1 16,-1 5 0-16,0 0-1 0,-1 5 0 0,-2 1-1 15,-4 6 1-15,-1-1-1 0,-1 4 1 16,-4 4 0-16,-1 0 1 0,-2 5-1 0,1 0 0 15,-6 4 1-15,1 1 2 0,-4 1-2 0,2 1 1 16,-4 2 1-16,0 1 1 0,0 1-3 16,-1 1 1-16,-1 1 0 0,-4 1 1 0,4 0 3 15,-2 1 1-15,0-1 2 0,-1 2-1 0,-1-4 0 16,1 0-2-16,-2-2-2 0,3-2 0 0,2-3-2 16,-2-2 0-16,3-2 1 0,1-3-1 15,3-4-2-15,-1-3 0 0,4-5 0 0,-1-1-1 16,4-6 0-16,0-1-1 0,2-3 0 15,2-5 0-15,1-3 0 0,-1-1-1 0,2-2-1 16,2-4 2-16,1-2 0 0,-3 0 0 0,0-2 0 16,3 1 1-16,-5-3 1 0,1 2-1 15,-3 1 1-15,1 0-1 0,-3 1 1 0,0 1-1 16,-1 1 0-16,-1 1-1 0,-1 1 1 16,1 1-1-16,-4 0 0 0,0 1 0 0,0 1 0 0,0-3 0 15,-4 3 0-15,3 0-1 0,1-1 1 16,-1 0-1-16,-3 1 0 0,5-3 0 15,-2 3 1-15,4-2-1 0,-2 0 0 0,3 1-1 16,0-2 0-16,1-1 1 0,1 0 1 0,3-1 1 16,1 0 0-16,3-1 2 0,3 0 0 15,-1-3-1-15,4 2 0 0,2-1-1 0,1 0 1 16,0-2-2-16,3 3 0 0,1-5-2 16,-1 1 1-16,4 0-2 0,-2 0-1 0,3-2 2 15,-1 2 0-15,1 0 2 0,0 1 1 0,1-3 1 16,2 4 1-16,-3-2-1 0,3 1-1 15,-3 3 0-15,1-3-1 0,-1 4 0 0,0 0-1 16,-3 1 0-16,-2 1 0 0,3 0-1 0,-4 4 0 16,0-3 0-16,-2-2 1 0,-2 5 1 15,2-4 1-15,-2 0 2 0,-1 0 0 0,-2 2-1 16,3-3 0-16,-3-3-1 0,-2 2 0 0,1-1-1 16,0-3 0-16,-4 3 0 0,-1-3 0 15,0 3-1-15,-2-3 1 0,-4 0-1 0,1 1 0 16,-4 1-1-16,1-1 1 0,-3-1 0 0,1 1-1 15,-6-1 1-15,3-1-1 0,-2-1 0 16,-4 0 1-16,-1-4 0 0,-1 0-1 0,-2-4 1 16,-1-1-1-16,-3-4 2 0,-2-2-1 15,-1-4 2-15,-1-3 0 0,-3-3 0 0,2-5 1 16,-4-5-1-16,2-3 0 0,1-5 0 0,1-5-1 16,-2 3-1-16,2-6 0 0,-1 1-1 0,2 1 1 15,-2 2 0-15,0 0 0 0,3 5 1 0,-1 2 1 16,1 5 1-16,2 2 0 0,0 4 0 15,3 1 0-15,2 5 0 0,2 1 0 0,1 3 0 16,3 0 0-16,3 3 0 0,4-2-1 0,3 3 1 16,1-2-1-16,6 1 0 0,2-1 0 0,1 4-1 15,1-3 0-15,4 3-2 0,-2 1 1 16,4 1-1-16,0 0 0 0,1 4 0 0,-1 2 0 16,0 2 2-16,-1 2 0 0,-2 4 2 0,-3 2 0 15,-1 4 0-15,-3 2 0 0,-3 5 0 16,-1 6 0-16,-3 3 1 0,-2 5-1 0,-4 2 0 15,0 4-1-15,-2 7 1 0,-2 1-2 0,-2 1 0 16,-2 4-1-16,0 1 2 0,-2 3 0 0,-2-1 4 16,1 2 3-16,0 2 2 0,-4 1 2 15,5 3 2-15,-2-1-5 0,0 2-9 0,2 2 0 16,1-2 0-16,0 0 0 0,1 1 0 0,5-2 0 16,-2-2 0-16,5 0 0 0,-1-3 0 0,6-4 0 15,1 0 0-15,1-2 0 0,4-1 0 0,2-3 0 16,3-5 0-16,2-3 0 0,1-1 0 0,4-3 0 15,5-6 0-15,-1-1 0 0,2-7 0 16,3-4 0-16,-1-2 0 0,2-4 0 0,-3-4 0 16,-1-4 0-16,-1-1 0 0,-2-5-85 0,-6-4-84 15,-6-1-168-15,-5-4-265 0,-4-1-339 0,-8-6-411 16,-6 0-442-16,-9-4 28 0,-6-5 852 16</inkml:trace>
  <inkml:trace contextRef="#ctx0" brushRef="#br0" timeOffset="-157895.92">18982 12957 67 0,'0'-1'226'15,"-1"-3"100"-15,-1 3 18 0,2-1-59 16,0 0-73-16,-1 1-36 0,1 0-16 15,0-1-3-15,-2 0 8 0,0 1 11 0,2 1 22 16,-3-1 21-16,3-1 29 0,-3 1 25 0,0-1 25 16,-1 2 21-16,1 0-1 0,2-1-12 15,-5 1-31-15,3 0-35 0,-1 0-37 0,0 0-35 16,-1 0-23-16,1 0-20 0,0 0-3 16,-1 1 17-16,2-1 31 0,2 2 15 0,1-1-1 15,-4 1-9-15,3-1-19 0,-1-1-24 0,0 1-35 16,1 1-27-16,-1 0-19 0,2-2-14 0,0 1-11 15,0 0-10-15,0 1-8 0,0 0-4 16,2-1-1-16,-1 0-2 0,3 2 2 0,-3-1 0 16,3-1 0-16,0 1 4 0,2-2 1 0,-1 3 2 15,2-3 3-15,-1 0 3 0,2-3 3 16,1 3 2-16,-1-2 2 0,2 2 3 0,2 0-1 16,-1 0-2-16,3 0-1 0,-2 0-2 0,0 0-3 15,2 0-3-15,1 0-1 0,-1 0 0 16,-1 0-2-16,1 0-1 0,-3 0-2 0,0 0-1 15,1 2-1-15,-2-2 0 0,-2 0-1 0,3 0-2 16,-5 3-1-16,1-3 0 0,-2 0 0 16,-1 0-1-16,0 0 1 0,0 0-1 0,-1 0 1 15,-1 0 1-15,-1 0 1 0,1 0 1 0,0 0 2 16,-2 0 5-16,1 0 6 0,-1 0 9 16,0 0 12-16,2 0 9 0,-2 0 8 0,0 0 2 0,-2 0-3 15,1 0-8-15,-4 2-10 0,-2-2-10 16,0 0-9-16,-3 0-6 0,0 3-4 0,-3 0-3 15,-4-2 0-15,0 3-2 0,0-3 0 16,-2 2-1-16,0 0 1 0,3-2 0 0,0 1-1 0,2 0 1 16,0-2 1-16,3 1 0 0,1 0 0 15,1-1-1-15,4 0-1 0,0 2 0 16,1-2-1-16,0 0-1 0,1 0 0 0,1 0-1 16,2 0 1-16,-1 0-1 0,-1 0 1 15,2 0-1-15,0 1 1 0,0-1-2 0,0 0 1 16,0 0-1-16,2 2 0 0,1-2 1 0,4 1-1 15,-1 2 1-15,2-1 0 0,4 1 0 0,1 0-1 16,1 0 2-16,2 0 0 0,1-1 0 0,1 2 1 16,1-3 0-16,0 0 1 0,0-1-1 15,0 0 0-15,0-1 0 0,-2-2 0 0,2 0 0 16,-5 0 0-16,-1 0 0 0,0 2 0 16,-4-2 0-16,-2 1 1 0,-1 1 0 0,-5 1 0 15,-1-2 0-15,-1 2 0 0,-7 0 0 16,0 0-2-16,-3 2 0 0,-5-1 0 0,0 1-1 15,-1-1-1-15,-1 1 0 0,-2-1 0 0,1 1-1 16,1-2-1-16,3 1 2 0,2-1-5 0,2 0-14 16,3 2-24-16,2-2-34 0,3 1-80 15,3 0-134-15,0 3-246 0,4 0-306 0,1-1-362 16,3 0-417-16,5-3-96 0,0 2 570 16,0-4 754-16</inkml:trace>
  <inkml:trace contextRef="#ctx0" brushRef="#br0" timeOffset="-156508.35">23705 13837 35 0,'-2'0'257'0,"1"0"147"0,1 0 150 16,-2 0-41-16,-1 0-91 0,3 0-19 0,0 0 34 16,-1 0 44-16,1 2 10 0,-2-2-28 15,0 0-45-15,2 0-52 0,-1 0-46 0,1 0-24 16,0 1-25-16,0-1-25 0,0 0-29 0,1 1-32 16,-1-1-43-16,0 0-48 0,0 2-36 15,0-2-24-15,2 2-14 0,-2-2-9 0,2 0-6 16,-1 1-4-16,2 0-2 0,-1-1 0 15,-1 2 1-15,2 0-2 0,1-1 3 0,-1 0 0 16,2 3 9-16,-2-3 5 0,2 0 3 0,2 1 1 16,0 1 2-16,1-1 0 0,1 1-6 15,5-2-5-15,-1 3-2 0,4-1 0 0,1 1-2 16,2 0 1-16,-1 0-3 0,4-2 2 16,-1 1-1-16,1-1-3 0,-1-1 0 0,-1-1 0 15,0 0 0-15,0 0 0 0,-3-1-1 16,-1-1 3-16,-1-1-1 0,-2 1 1 0,-2 0 8 15,-3 0 14-15,-3 1 20 0,1 0 16 0,-6 1 10 16,1-2 2-16,-2 2-7 0,-3 0-13 16,-2 0-17-16,-3 2-14 0,-3-2-9 0,-2 1-5 15,-2 2-4-15,-3 0 0 0,-2 0-2 0,-1 0 0 16,0 0-1-16,-2 0 1 0,-3 0-2 16,1-2 0-16,0-1 0 0,1 2-1 0,0-2 1 15,-1-2 0-15,3 2 0 0,1-1-1 0,2-1 2 16,1 1-1-16,3-2-1 0,0 1-1 15,3 2 1-15,4-3 0 0,2 3-1 0,-2-1 0 16,4-1-1-16,0 2 0 0,3-1-1 0,1 0-1 16,1 1 1-16,3-2 2 0,2-1-1 15,3 2 1-15,2-3 0 0,2 2 1 0,1 2-1 16,2-3 1-16,1 2 0 0,1 0 1 16,-2 1-1-16,1-2 1 0,-1 2-1 0,0 0 1 15,0 0-1-15,-1 0 0 0,-2 0 0 16,1 0 0-16,-3 0 0 0,1 0 0 0,-2 0 0 15,-2 0 0-15,2 0 0 0,1 0-1 0,-5 0 1 16,2 0-2-16,-1 0 0 0,-1 0-2 0,1 2 0 16,-2-2-1-16,0 1 0 0,2 0-14 15,-3 2-32-15,2 1-84 0,-3-1-147 0,1 2-262 16,-3-3-317-16,3 1-395 0,-3 0-429 16,2 0-30-16,1-1 714 0</inkml:trace>
  <inkml:trace contextRef="#ctx0" brushRef="#br0" timeOffset="-155122.56">29362 14039 154 0,'-4'2'395'0,"-1"1"205"0,-2 2 184 0,1-2-126 16,-3 0-87-16,1 1-41 0,0-1-34 15,0 0-48-15,-3-2-53 0,4 3-55 0,-1-3-37 16,4 0-25-16,-1 1-27 0,2-2-33 16,1 2-32-16,1-1-35 0,1-1-46 0,1 1-42 15,3-1-19-15,2 2-7 0,2-2-6 0,1 0 0 16,4 2 10-16,-1-1 2 0,6 0-6 15,-1-1-5-15,4 2 2 0,-2 1-1 0,5-1-2 16,-1-2 0-16,2 3-2 0,1-2-2 16,-1 1-2-16,4-1-2 0,-2 3-9 0,-1-4-5 0,0 2-2 15,-3 0-3-15,-2-2-2 0,-1 2 0 16,-2-1-1-16,-2 0 0 0,-2 1 1 16,-5-2 0-16,-1 2 1 0,-1-2 10 0,-1 1 8 15,-5-1 7-15,-1 1 3 0,-1-1 0 0,-4 2 0 16,-3-1-8-16,-1-1-9 0,-5 2-6 15,-4-1-3-15,-2-1-3 0,-2 2-1 0,-2-2-1 16,-3-2-1-16,-2 2 1 0,-1-3-1 0,0 0 0 16,0-1 1-16,3 0-1 0,2-2 1 15,2 1 0-15,5 2 0 0,2 0-1 0,4 1-2 16,3-1-2-16,5 3-1 0,-1 3 0 0,10-1 1 16,-2 2 2-16,3 0 1 0,4 1 3 15,2 0 0-15,3 0 1 0,-2-3-1 0,4 1 0 16,2 0 0-16,-3-3-1 0,2 0 1 0,2-3 0 15,-2 0 0-15,4 1 0 0,-2-3-1 16,-1-2-2-16,-1 0 0 0,-2 3-2 16,0-1-7-16,-3 2-23 0,-4-2-61 0,-1 4-72 15,-3-2-147-15,-4 3-279 0,-1 0-316 0,0 0-371 16,0 2-274-16,-4-1-20 0,-2 0 658 0</inkml:trace>
  <inkml:trace contextRef="#ctx0" brushRef="#br1" timeOffset="-147084.04">19354 12994 49 0,'3'0'280'0,"-3"-1"156"0,0-1 143 16,0 1-68-16,0 1-115 0,0-1-56 16,0 1-1-16,0 0 14 0,0 0 18 0,1 0 5 15,-1 0-12-15,0 0-36 0,0 0-54 0,0 0-48 16,0 0-42-16,0-2-33 0,0 2-28 16,0 0-10-16,0 0 8 0,0 0 14 0,0 2 12 15,0-2 1-15,0 0-1 0,0 1-18 16,2-1-21-16,-1 0-27 0,-1 1-23 0,0-1-18 15,0 0-14-15,0 0-1 0,0 0-3 0,0 0-1 16,2 2-1-16,-2-2-2 0,0 1-2 16,0-1-8-16,2 0-3 0,-2 0-2 0,1 0-5 15,-1 2 1-15,2-2-2 0,0 0 0 0,1 1 3 16,2-1-2-16,-1 1 4 0,4-1 0 16,-2 2-1-16,2-2-1 0,2 2 0 0,2-2 3 15,-2 0-1-15,1 1-2 0,3-1 1 16,-1 2 1-16,3-2-1 0,-2 0-2 0,0 1 3 15,-1-1 2-15,1 0-1 0,-3 2 1 0,0-2-3 16,2 1 2-16,-5-1-3 0,0 0 0 16,-1 2 0-16,0-2 3 0,-2 0 3 0,-4 0 10 15,2 0 12-15,1 0 22 0,-4 0 20 0,0-2 18 16,0 2 7-16,-2 0-6 0,0 0-10 16,-2 0-17-16,-3 2-18 0,-2-2-16 0,-1 1-9 15,-1-1-7-15,-3 0-2 0,1 2-3 16,-2-2-1-16,0-2-1 0,-2 2-1 0,1-1-1 15,1-1-2-15,0-1 1 0,-1 3-1 0,5-1 0 16,-3-1 0-16,5 1-1 0,1 1 0 16,0-2 0-16,0 0 0 0,2 2 0 0,1-1-1 15,2 1 0-15,-1-1 0 0,1 1-2 0,1 0 1 16,-1-2-1-16,2 2-1 0,1 0-1 16,-5-1 0-16,5 1-2 0,0-2-6 15,-1 2-18-15,-1-1-37 0,4 0-79 0,-2-1-120 16,1-1-232-16,-1 0-301 0,5 0-354 0,-2 2-375 15,0-1-115-15,0 2 471 0,-1 2 736 0</inkml:trace>
  <inkml:trace contextRef="#ctx0" brushRef="#br1" timeOffset="-145279.2">24239 13881 146 0,'4'0'391'0,"-3"0"184"16,-1 0 126-16,2 0-175 0,-1 0-177 16,-1 0-102-16,2 0-61 0,-2 2-36 0,2-2-28 15,-2 1-20-15,1-1-26 0,-1 0-28 0,5 1-4 16,-4 1 53-16,2 0 30 0,2-1 19 16,-2 2 36-16,2 0 22 0,2 0 8 0,-1 0-32 15,-2 1-20-15,1-1-14 0,2 0-19 16,-2 0-12-16,4 0-22 0,-5 0-21 0,4 0-16 15,-1-1-7-15,-1 0-17 0,3 0-11 0,0 0-12 16,-3-1 6-16,0-1 2 0,0 1 0 16,1-1 3-16,-2 0-2 0,-2 0 19 0,0 0 15 15,-1 0 56-15,-1 0 57 0,1 0 38 16,-2 2 14-16,-2 1-13 0,1-3-28 0,-3 0-45 0,0 0-46 16,-5 0-35-16,2 0-21 0,-1 0-13 15,-2 0-5-15,1 0-6 0,-4 0 0 16,2 0-3-16,-1 2-1 0,0-2-1 0,1 0 1 15,1 3-1-15,1-2 1 0,1 1-1 16,-1-1 3-16,3-1-1 0,-1 1 1 0,3 2-1 16,0-3 0-16,1 0-1 0,2 0 0 15,-3 0-1-15,2-3 0 0,0 3-2 0,0-1-2 0,2 0 1 16,-1-2-2-16,1 0 2 0,1 1 0 16,-1-3-2-16,4 1 1 0,-2 1 0 0,3 0 2 15,2 0-2-15,-3 0 0 0,4 0 2 16,2 0-1-16,-2 2 2 0,0-1 0 0,0 1 2 15,-1-1 0-15,1 2 2 0,-3 2-2 0,2-2-1 16,-4 1 0-16,1-1 2 0,-1 0 2 16,-3 0 3-16,2 0 10 0,-4 0 8 0,1 0 1 15,-4 0 0-15,1-1-2 0,-5-1-2 16,1 2-10-16,-2-1-5 0,-2-2-3 0,0 1-2 16,-1-1 0-16,-1 0-1 0,1 0 1 0,1 1-2 15,0-2 0-15,2 3 0 0,2-2-1 0,-1 3-4 16,6-2-3-16,2 4-1 0,1-2-1 15,4 3 1-15,3 2 0 0,4-1 1 0,5 2 4 16,1 0 1-16,5-2-3 0,2 2-46 16,4-3-74-16,2 0-141 0,4-2-274 0,1-1-300 15,3 0-379-15,0-1-327 0,-1 0-32 0,1 1 637 16</inkml:trace>
  <inkml:trace contextRef="#ctx0" brushRef="#br1" timeOffset="-143765.15">29761 14076 85 0,'0'-2'315'16,"0"2"168"-16,0 0 146 0,0-2-100 16,0 2-121-16,0 0-67 0,0 0-22 0,0 0-7 15,0 0 4-15,1 2-9 0,-1-2-18 16,0 0-31-16,2 2-44 0,1-2-46 0,-3 1-29 15,0-1-30-15,1 1-23 0,1 1-13 0,-1 0-1 16,3-1 3-16,-1-1-8 0,2 0-10 16,-2 1-4-16,2-1-8 0,1 0-2 0,-3 0-3 15,2 0-5-15,-2-1-1 0,2 1-6 16,-4 0 11-16,3-1-1 0,-1 1-5 0,0 0 1 16,1 1-3-16,-2-1-3 0,1 0-8 0,-1 1-8 15,-1-1 1-15,3 2-4 0,-4 1-3 0,3-3 3 16,-3 0-2-16,1 0 20 0,-1 2 22 15,0-2 33-15,0 0 31 0,0 0 12 0,0 0 4 16,0 0-14-16,-1 0-16 0,1 0-25 16,-3 0-23-16,1 0-14 0,0 0-7 0,1 0-6 15,-2 0-8-15,3 0-3 0,-2 0-3 0,0 3-4 16,0-3-2-16,2 1-3 0,-2 1 1 16,2-1-1-16,0 3 0 0,0-4-1 0,2 4 0 15,0-1-1-15,2 0-1 0,-1-1 0 16,0 0 0-16,2 0 2 0,0-1 1 0,-1 1 1 15,1-2-1-15,3 0 2 0,-3 0-2 0,-1-2-1 16,1 1 0-16,-1-1 0 0,-1 2 0 0,-2-1 2 16,4 0 1-16,-5-1 0 0,0 0 1 15,-2 1 0-15,-1 0 7 0,0-1 5 16,-2 0 3-16,2 0 5 0,-2 2 3 0,0-4 4 16,1 3-6-16,-1-1-3 0,0 2-5 0,2-1-5 15,2 1-5-15,-3-3-4 0,4 3-1 0,-1 0-3 16,1 3-1-16,0-3 1 0,0 1-1 15,0-1 0-15,1 2-1 0,-1-1 1 0,4-1 1 16,-3 1-2-16,2 2-1 0,1-3-1 16,-3 0-11-16,4-3-38 0,-2 3-72 0,-3-1-89 15,0 1-182-15,0 0-292 0,0 0-330 0,-3 1-322 16,-2 2-179-16,0 1 209 0,1 0 681 16</inkml:trace>
  <inkml:trace contextRef="#ctx0" brushRef="#br2" timeOffset="-136594.04">19749 13059 106 0,'0'0'313'0,"0"0"152"15,2 0 111-15,-2 0-118 0,1 0-109 0,-1-1-67 16,0 1-20-16,0-2 8 0,0 2 13 15,0 0 12-15,0-2 13 0,0 2 1 16,0-1-14-16,0 0-35 0,0 1-38 0,0-4-41 0,0 3-42 16,0-1-32-16,2-2-32 0,1 4-22 15,-3-2-8-15,1-3-4 0,2 4-10 0,-3-2-7 16,4 1-1-16,-1 1-3 0,0-2-8 16,0 1 16-16,2 2 13 0,0-1 13 0,1 0 2 15,0-1 4-15,-1 0 0 0,2 2-19 0,-3-1-16 16,1 1-8-16,1 0 20 0,-1 0 39 15,0 0 20-15,-2 0 6 0,2 0 5 0,-2 0-4 16,0 0-22-16,0 0-20 0,-1 1-7 16,-2-1 4-16,1 0 4 0,-2 0 0 0,1 0 1 15,-5 2-14-15,2 0-10 0,0-1-13 16,-4 0-9-16,3-1-4 0,-3 2-5 0,1-2-1 16,-2 0-1-16,2 2 0 0,-1-2-1 0,-1 1-2 15,1-1 1-15,2 0-3 0,0 0 0 16,0 0-3-16,0 0 1 0,4 0-2 0,-1 0 0 15,1 0-2-15,1 0-2 0,0 1-1 16,0-1 1-16,3 2 0 0,0-2 2 0,2 0 4 0,0 0 1 16,0 0 2-16,1-2-1 0,2 1 0 15,-2 0 0-15,0-1-1 0,2-1-2 0,2-2 1 16,-2 3 1-16,-2-3-3 0,2-1-34 16,0 0-79-16,0 0-118 0,-4 2-222 0,1 1-293 15,0-3-351-15,0 3-346 0,-1 0-106 0,-1 1 427 16,1 1 685-16</inkml:trace>
  <inkml:trace contextRef="#ctx0" brushRef="#br2" timeOffset="-134633.77">24881 13922 196 0,'-1'0'434'0,"-3"2"205"16,1 0 155-16,0-1-182 0,-1-1-128 0,1 3-59 16,-2-3-29-16,1 2-24 0,1-1-37 15,2-1-45-15,-3 0-52 0,1 0-57 0,2-1-45 16,-4 1-38-16,4-2-31 0,-1 0-23 0,0 2-16 16,2-1-10-16,0 1 7 0,2 0 10 0,0 0 6 15,4 0 5-15,0-1 43 0,0 1 39 16,6-2 5-16,-2 2-5 0,3-2-6 15,1 2-7-15,-1-1-34 0,3 0-33 0,-3-1-18 16,-1 0 4-16,1 2 3 0,0-1 1 0,-3 0-3 16,-2-1-2-16,0 2 2 0,-1-1-14 0,-2-1-6 15,-1 2 8-15,-1-1 9 0,-3 1 2 16,2-2 3-16,-4 2-3 0,1 2-2 0,-1-2-10 16,-4 1-9-16,1 1-3 0,-3-1-1 0,2 2-3 15,-3 0-1-15,1 1-1 0,0 0-2 16,-2-2-2-16,-1 3 0 0,3-4 0 0,0 4 0 15,-1-3 3-15,3 1-1 0,-1-3-1 16,1 1-1-16,2-1 0 0,1 2 1 0,-1-2-2 16,2 1-2-16,1-1 0 0,1 0-1 0,0 0 0 15,1 0 0-15,1 0 1 0,2-1 1 16,1-1 1-16,0 2 2 0,1-1-1 0,-1-2 0 16,4 3-2-16,-2-2 2 0,1-3 0 15,-2 3 0-15,3-2 1 0,-2 2 2 0,-2-2 0 16,1 3-2-16,-1-2 0 0,0 1 1 0,-1 1-1 15,-1-2-1-15,0 2 0 0,1-1 0 16,-3 2 1-16,1-1-2 0,-1-1-1 0,1 1 1 16,0 1-3-16,-2 0-5 0,1 0-44 0,2 0-70 15,1 1-99-15,0 1-185 0,1 1-293 16,1 0-337-16,2 1-310 0,5 2-156 0,-2 0 267 16,2 3 653-16</inkml:trace>
  <inkml:trace contextRef="#ctx0" brushRef="#br2" timeOffset="-132624.29">30468 14083 196 0,'3'0'320'0,"-2"0"106"0,2 0-41 0,-1 0-137 16,-2 0-90-16,1 0-42 0,1 0-16 0,-1 0 2 15,-1 1 12-15,2-1 7 0,-2 0 4 16,2 2-4-16,-2 1-2 0,1-3-6 0,1 2-1 16,-1-2-3-16,-1 3 7 0,4 0 8 0,-4-2 8 15,1 3 6-15,3-4 1 0,-4 2 0 16,3 0-11-16,-3 1-4 0,1-2-10 0,1 1-6 16,1 1-3-16,-3-2 3 0,1 2 4 0,1-1 4 15,-2-1 9-15,0 1 7 0,0-2 4 16,0 1-5-16,0-1-6 0,0 0-13 0,-2 0-18 15,1 0-21-15,-2-1-19 0,1 1-5 0,-1 0-6 16,2-2 0-16,-3 2 4 0,3 0 3 0,-3-1 12 0,1 1-2 16,2 0 11-16,-3 0 1 15,1 0-2-15,0 0-3 0,-1 1-9 0,1-1 10 0,-1 2-4 16,3-2-3-16,-3 1-2 0,3 1-5 0,-2-1-7 16,1 1-15-16,0-1-14 0,2 1-11 0,-1-1-6 15,1 1-3-15,1-1 1 0,-1 2-1 16,4 0 0-16,-1 0 1 0,0 0 4 0,2 0 2 15,0 0 0-15,1-1-3 0,-2-1 1 16,1 0 0-16,0 1-4 0,-2 1 1 0,2-3-3 16,-2 0 3-16,2 0 0 0,-4 2 4 0,1-2 1 15,-1 0-2-15,-1 0 2 0,0 0 0 0,-1 0 1 16,1-2 13-16,-3 2 12 0,0 0 3 0,1-5 1 16,1 4 3-16,-1 0-1 0,1-1-17 15,1 0-10-15,-2 1-5 0,0 0-1 0,2 1-5 16,0-2 1-16,2 2-2 0,0 0 1 0,-2 0 0 15,1 0-2-15,1 2 2 0,-2-2 1 0,1 0 1 16,-1 1 0-16,2-1 2 0,-2 0-1 16,0 1 1-16,0 1-1 0,0-2-1 0,0 2 2 15,-2-1 2-15,2-1-1 0,-1 1 0 0,-1-1-1 16,1 0-1-16,-3-1 1 0,3 1-3 0,-4-1 0 16,2-1-1-16,-2-1-1 0,2 0 1 0,-3 0-1 15,-1-2 1-15,2 3 0 0,1-3 1 16,-1 2 0-16,2 2 2 0,-2-1-1 0,2 2-2 15,0 0-1-15,1 2 0 0,2-1 1 0,0 1-2 16,2 2 2-16,-1 0 1 0,3 1-1 0,2 0 0 16,-3-1-1-16,2 0 0 0,1 1-1 15,1-3 1-15,-3 3 0 0,2-4-1 0,-3 0-5 16,1 0-55-16,-1 2-61 0,-3-6-139 0,0 3-257 16,0 0-294-16,-2-1-347 0,-3 0-255 0,1-2-55 15,-5 0 554-15</inkml:trace>
  <inkml:trace contextRef="#ctx0" brushRef="#br2" timeOffset="-130900.91">24706 13916 42 0,'-2'-1'243'15,"2"1"133"-15,0-1 113 0,0 1-52 16,0-2-87-16,2 2-55 0,-2 0-41 0,2 0-29 16,-2 0-25-16,0 0 3 0,1 0 17 0,-1 2 27 15,0-1 30-15,2-1 29 0,-1 1 11 16,-1 1-18-16,2 0-35 0,1-1-43 0,-3 0-42 16,0-1-34-16,0 2-35 0,1 0-14 15,-1-1-12-15,0 0-15 0,3 1-11 0,-1-2 22 16,0 2 20-16,1-1-2 0,0-1-4 15,2 1 25-15,0-1 9 0,2 5-25 0,0-5-20 16,-1 0-15-16,2 2-9 0,3-2-26 0,-1 0-14 16,-2 0-11-16,2 3-3 0,2-3-3 15,-3 0 1-15,4 0-1 0,-4 0-2 0,-1 0 3 16,5 0 1-16,-5 0-3 0,1 0 2 16,-1 0-3-16,0 0 0 0,-2 0 0 0,2 0 1 0,-3 0 3 15,3 0-1-15,-4 0 0 0,0 0 2 16,-1 0-3-16,0-3 1 0,-1 3 2 0,-1 0 11 15,1 0 12-15,0 0 8 0,-2-2 3 16,-2 2 1-16,0 0 0 0,1 0-10 0,-2 0-10 16,-1 2-6-16,-1-2-3 0,1 3-2 15,-4-2-3-15,3 1-2 0,-3-1-2 0,0 3-2 16,-1-4 0-16,-1 2 0 0,2 0 2 0,-1-2-1 16,0 2 0-16,1-1 0 0,0-1 0 15,-2 0-2-15,2 0-2 0,2 0 1 0,0 0 3 16,0 0-2-16,-1-1 2 0,4-1-1 15,-2 2 1-15,0-2-1 0,4 0-1 0,-3 2 0 16,1 0 0-16,2-3 2 0,1 2-2 0,-3 1-1 16,1 0 0-16,2-1-1 0,2 1 0 15,1 0-1-15,-2-2 0 0,2 2 2 0,1 0 0 16,1 0 2-16,3 0-1 0,-2 0-1 16,5 0 2-16,-2 0 1 0,1-1 0 0,2 1 0 15,0 0 0-15,-3 0 1 0,4 0-1 0,-2-3-1 16,1 3 1-16,-1 0 1 0,-1-2-1 15,-1 2-1-15,1-5 1 0,-2 4-2 0,0 0-1 16,1-1 0-16,-2-1-5 0,-3 0-40 0,1 1-73 16,0 1-84-16,-3-2-166 0,0 1-275 0,0 1-332 15,-2 1-310-15,0 0-181 0,-2-3 141 16,-2 2 620-16</inkml:trace>
  <inkml:trace contextRef="#ctx0" brushRef="#br2" timeOffset="-128197.45">19610 12991 43 0,'1'3'223'0,"-1"-1"117"15,2-2 68-15,0 1-54 0,-2-1-65 16,1 0-42-16,1 0-13 0,-1 0-2 16,-1 0 3-16,0 0 4 0,0-1 18 0,0 1 25 15,0 0 29-15,0-2 28 0,0 1 8 16,-1-1-12-16,-1 0-37 0,1 0-43 0,-1-1-50 16,0 2-41-16,1-1-33 0,-1 0-13 0,1 1-10 15,1 1 10-15,-2 0-3 0,2-1-9 16,-2 1 5-16,2 0-10 0,0 0-8 0,-2 0-19 15,2 0-7-15,0 0 0 0,-2 0-13 0,2 0-11 16,0 0-5-16,0 0-5 0,0 0-7 0,0 0-9 16,0 0-5-16,-2 0 0 0,2 0-3 15,0 0 0-15,0 0 0 0,0 0-1 0,0 0 0 16,0 0-2-16,0 0-2 0,0 0 0 16,0 0-2-16,0 0-4 0,0 0-1 0,0 0 1 15,0 0-3-15,2 0-3 0,-2 1 0 0,2-1 3 16,2 0 0-16,-1 0-2 0,0 1 3 15,4 1 1-15,-1-2 2 0,2 2-1 0,1-1-1 16,-1-1 3-16,2 1 0 0,2 1 0 16,-2-2-1-16,0 2 2 0,0-2 2 0,-1 1-3 15,0 0 2-15,0 1-3 0,-1-1 3 0,-1-1-1 16,-1 2 0-16,2-1-1 0,-4 2 2 16,3-1 2-16,-4-1-3 0,2 1-1 0,-2-1 3 15,0-1 1-15,-1 2-3 0,2-1-1 16,-4-1 4-16,2 2 0 0,0-2 12 0,-2 0 11 15,0 0 12-15,0-2 13 0,0 2 12 16,-2 0 8-16,0-1-5 0,-2 1-8 0,2 0-10 0,-2 0-12 16,-1 0-12-16,-2 0-10 0,-1 0-7 15,-1 1-4-15,1-1-2 0,-2 0-1 16,1 2-1-16,1-1 0 0,0 1 0 0,2-1 1 16,-2-1 0-16,4 1 0 0,-1-1 0 0,1 2-1 15,1-2-2-15,2 2-1 0,-1-2 0 16,0 0 0-16,2 0 0 0,0 0 0 0,-1 0 2 15,1 0-1-15,0 0-1 0,0 0 1 0,0 0-1 16,0 0-1-16,0 0 0 0,0 0-2 16,1 0 2-16,-1 0 0 0,4 0 0 0,-1 0 0 15,0 0 2-15,4 0 2 0,-3 1 0 16,4-1 0-16,-2 1 1 0,-1-1-1 0,2 0 1 16,-1 2-1-16,0-2 0 0,-3 0 0 0,4 0 0 15,-6 0 1-15,2 0 0 0,-1 0 1 0,0 0 2 16,-1 0 1-16,-1 0 1 0,0 0 1 15,0 0 1-15,0 0 1 0,-1 0 6 0,-3-2 3 16,1 2 0-16,-2 0 1 0,0-1-2 16,-2 1-1-16,1-1-6 0,-2 1-5 0,1 0-1 15,-2 0-1-15,3-2-1 0,-3 2-2 0,5 0 0 16,-3-2 1-16,1 2-1 0,2 0 0 16,0 0 0-16,3 0 0 0,-1 0 0 0,0 0 0 15,-1 0 0-15,3 0-1 0,-1 0 1 16,1 0 0-16,0 0 0 0,-2 0 0 0,0 0 1 15,2 0 0-15,0 0-1 0,-1 0 0 0,-1 0 0 16,2 0 1-16,-1 0 0 0,-4 0-1 16,5 0 1-16,-1 0-2 0,-1 0 1 0,0 0-1 15,2 0-2-15,0 0 0 0,0 0-1 16,0 0-1-16,0 0-1 0,0 0-2 0,2 2 1 16,0-2 1-16,2 2 0 0,1-1 2 0,1 0 0 15,2 3 3-15,0-3 0 0,1 2 0 0,1 0 1 16,1 0 0-16,0 0-1 0,0-1 1 15,2 1 0-15,-2-2 0 0,-1 2-1 0,-1-3 1 16,-1 2 0-16,-2 0 1 0,-1-2 0 0,-2 0 1 16,0 1 3-16,1-1 1 0,-2 0 1 15,-2 0 1-15,0 0 1 0,-4-1-1 16,2 1-1-16,-2-2-1 0,-3 0-1 0,-1-1-3 16,-3 2 0-16,0-2-2 0,1 1 1 0,-3-3-1 15,1 3 0-15,-2-2 0 0,3 2 1 0,1-2-1 16,0 3 0-16,2-2 0 0,0 1 1 0,1 1-1 15,0 0-1-15,2-1 1 16,0 2 0-16,0 0 0 0,4-1 0 0,-3 1-1 16,1-2 0-16,2 2 1 0,-1 0 0 0,0 0 0 15,0 0 0-15,0 0 0 0,2 0-1 0,0 0 0 16,0 0 1-16,-2 0 0 0,2 0 0 16,0 0-1-16,0 0 1 0,0 0 0 0,0 0-1 15,0 0 0-15,0 0 0 0,0 0-1 0,0 0 0 16,0 0 0-16,0 2 1 0,0-2 0 15,0 0 0-15,0 0 0 0,0 0 1 0,0 0 0 16,0 1 0-16,0-1 1 0,0 0 0 0,0 0 1 16,0 0 0-16,0 0 0 0,0 0 0 15,0 0 0-15,-1 0 0 0,-1 0 0 0,2 0-1 16,-1 0 0-16,1 0-1 0,-2 0 0 16,0 0 1-16,1 0 0 0,-1-1-1 0,2 1 0 15,-1 0 0-15,-1 0 0 0,0 0 0 0,-1 0 0 16,3-2-1-16,-1 2 2 0,-1 0-1 15,0 0 1-15,2 0-1 0,-2 0 0 16,0 0-1-16,2 0-1 0,0 0 0 0,0 0 0 0,0 0-2 16,0 0 1-16,0 0-1 0,0 0-2 15,0 0 0-15,2 0 0 0,0 0 1 16,-2 2 1-16,2-2 0 0,1 1 1 0,-1-1 2 16,1 0 0-16,0 2 1 0,2-2 0 0,-2 1 0 15,2-1 0-15,-1 0 0 0,-2 0 0 0,1 0 0 16,-1 0 0-16,-1 0 0 0,-1 0 1 15,2 0-1-15,0 0 0 0,-2 0 1 0,0 0 1 16,0 0 1-16,0 0 0 0,0 0 2 0,0 0 1 16,0 0 0-16,-2 0 1 0,2 0-1 15,-2 0 0-15,1 0-1 0,-2-1-1 0,1 1-1 16,-2 0-1-16,2 0-1 0,-1 0-1 16,1 0 0-16,1 0-1 0,-3 0 1 0,4 0-1 15,-1 0 0-15,-1 0 0 0,2 0-2 0,0 0 1 16,0 0-2-16,0 0-2 0,0 0-1 15,2 0 0-15,-1 0 0 0,3 0 1 0,-3 1 1 16,4-1 2-16,3 0 2 0,-2 1 0 0,0-1 1 16,4 2 0-16,-1 0 0 0,1-2-1 15,0 1 1-15,0-1 0 0,-2 1 0 0,0-1-1 16,0 0 0-16,1 2 0 0,-4-2-1 0,2 0 1 16,-1 0-1-16,-1 0-1 0,2 0-8 15,-2 2-18-15,0-1-34 0,3 2-75 0,0 0-87 16,-4 3-169-16,5 0-291 0,-5 1-319 15,4 0-347-15,-2 0-190 0,2 0 135 0,-3 3 679 16</inkml:trace>
  <inkml:trace contextRef="#ctx0" brushRef="#br1" timeOffset="-119586.29">24628 13964 49 0,'2'0'264'16,"-1"0"132"-16,-1 0 117 0,0 0-103 0,2 1-142 15,-2-1-93-15,2 0-52 0,-2 0-29 16,0 0-20-16,1 0-8 0,-1 0-6 0,0 0-5 16,2 0 3-16,-2 0 7 0,1 0 14 15,-1 0 11-15,0 0 4 0,0 0 7 0,0 0 2 16,0 0 4-16,0 0 11 0,0 0 18 0,0 0 30 15,0 1 35-15,0-1 38 0,0 0 28 16,0 2 15-16,0-2-7 0,0 0-26 0,-1-2-30 16,1 2-26-16,-2 0-33 0,2 0-36 0,-1 0-27 15,-1 2 5-15,0-2 8 0,-1 1 11 16,3-1 6-16,-1 0 3 0,-3 2 2 0,0-2-23 16,1 1-17-16,0-1-27 0,-1 0-20 15,1 0-9-15,-2 0-4 0,1-1 0 0,0 1-4 16,-2 0-3-16,2-2-3 0,-3 2 4 0,2 0-6 15,-1 0-2-15,-2 0-4 0,0 0 2 16,2 0 0-16,-2-1-3 0,0 1 0 0,0 0-2 16,0 0 2-16,0 0-2 0,1-2-2 15,-1 2 0-15,1 0-1 0,-1-1-1 0,2 1-1 16,0-1 2-16,-1 1 2 0,1 0-1 16,0-2 0-16,0 2 0 0,-1 0-1 0,2 0 4 15,-1-2-1-15,1 2 2 0,-2-1 0 0,2 1 1 16,0 0-2-16,0 0-3 0,2 0-3 0,0 0-2 15,-1 0-2-15,3 0-1 0,-2 0-1 16,0 0 0-16,1 0-1 0,1 0 2 0,-1-1 0 16,1 1 0-16,-1 0 0 0,0 0-1 15,2 0 0-15,-1-2 0 0,1 2-1 0,-2 0 0 16,2 0 0-16,0 0-2 0,0 0-2 0,0 0-1 16,2 0-1-16,-1 0-1 0,1 2 1 15,1-2 0-15,5 1 2 0,-4-1 2 0,5 0 1 16,0 0 1-16,0 0 1 0,3 0 1 15,-3 0 0-15,5 0 0 0,-3 0 0 0,1 0 0 16,0 0 1-16,-1 0-2 0,0 0 1 0,-1 0-2 16,-2 0 1-16,-3 0 0 0,1 0 0 15,0 0 1-15,-3 0 1 0,-1 0 2 0,-1 0 0 16,1 0 2-16,0 0 2 0,-2 0-1 0,0 0 2 16,0 0-3-16,-2 0 1 0,0 0-1 15,1 0-1-15,-3 0-1 0,1 0-1 0,-3 0 5 16,2 0 4-16,-3 0 1 0,1 0 0 0,-1 0 0 15,0 0 1-15,-1-1-6 0,0-1-3 16,-2 2-2-16,-1-2-1 0,2 0-2 0,-4 2 0 16,4-3 1-16,-3 2-1 0,2 0 0 0,2-1-1 15,0 2 1-15,-1 0-2 0,2-1 0 16,1 1 0-16,2 0-1 0,0-3-1 0,0 3-2 16,3 0-4-16,-1 0-6 0,0 0-16 15,4 0-55-15,0 3-73 0,1-3-136 0,2 1-272 16,0 1-308-16,4-1-367 0,0 3-304 15,3 0-31-15,0-1 612 0</inkml:trace>
  <inkml:trace contextRef="#ctx0" brushRef="#br1" timeOffset="-117459.96">29843 14077 42 0,'1'0'323'0,"-1"-1"203"0,0 1 178 15,-1 0-3-15,1 0-171 0,0 0-97 0,0 0-44 16,0 0-21-16,0 0-27 0,0 0-23 16,1 0-44-16,-1-2-51 0,4 2-49 0,-3 0-38 15,1 0-28-15,-1 2-26 0,3-2-21 0,-3 1-11 16,4-1-3-16,-4 0-6 0,2 1 17 16,-3-1 10-16,4 2 24 0,-3-2 34 15,1 2 13-15,-1-1 14 0,1-1-13 0,0 0-14 0,-1 1-24 16,-1-1-27-16,2 0-13 0,0 2-18 15,-1 1-10-15,1-3-3 0,-2 0-3 0,1 2-10 16,-1-2-7-16,5 0-3 0,-5 3-3 16,1-2 1-16,1-1 1 0,-1 2 3 0,3-1 5 15,-3 0 3-15,1 2 0 0,-1-3-2 16,1 0 0-16,0 2 4 0,-1 0 3 0,3-2 0 16,-3 2 1-16,2-1 7 0,0-1 4 0,0 1-5 15,-1 1-5-15,1 0-1 0,-1-2 4 16,1 2-3-16,-2 0-3 0,4-1-2 0,-1 1-1 15,-1-1-2-15,-2 2-6 0,4-1-3 0,-2 1-3 16,0-2-1-16,0 2-1 0,1 0-2 16,-1-1 1-16,0 0-1 0,0 0-1 0,0 0 1 15,-1-1 0-15,2 0-1 0,-1 3 0 0,1-4 0 16,-1 1 1-16,0 0-1 0,0 1 1 16,1-2-1-16,-1 2 0 0,2-1 1 0,-1 0 0 15,1-1-1-15,-2 2 0 0,0 1-1 0,0-3 0 16,2 0 0-16,-2 2 0 0,2-2 1 15,0 3 0-15,-1-3 0 0,0 2 2 0,0-1-2 16,0 0 0-16,-1-1-2 0,2 1 1 0,-4 2 1 16,5-3 0-16,-3 0 0 0,1 2 1 15,-3-2 1-15,4 2 0 0,-2-2-1 0,-1 2-1 16,1-2 2-16,-1 0-1 0,2 0 0 0,-2 0-1 16,1 0 0-16,-2 0 0 0,1 0 0 0,0 0 1 15,-1 0-1-15,1-2 1 0,-1 2 0 0,1-2 1 16,0 2-1-16,-1-2-1 0,3 2 1 15,-1 0-1-15,-2-3 0 0,4 2 0 0,-2 1 0 16,-2-1 0-16,3 0 1 0,-3 1-1 0,3 0 1 16,-3-2 0-16,1 2-2 0,-1 0 1 0,3-3 0 15,-3 3-1-15,1 0 0 0,-1 0 0 16,1 0 2-16,1 0-1 0,-2 0 0 0,2 0 0 16,-1 0 0-16,0-2 1 0,-1 2 0 0,3 0 0 15,-4 0-1-15,3 0 1 0,-2 0-1 0,3 0 1 16,-3 0-1-16,2 0 1 0,-1 0 0 15,2 0-1-15,0 0 1 0,-1 0-1 0,-2 0 0 0,3 0 0 16,-1 0 0-16,0 0 1 0,0 0-1 16,0 0 0-16,1 0 1 0,-2 0-1 0,3 0 2 15,-3 0-2-15,1 0 0 0,-1 0 0 16,1 0 0-16,-2 0 0 0,3 0 0 0,-4 0 1 16,1 0-1-16,2 0 0 0,-1 0 1 0,0 0-1 15,2 0 1-15,-2 0-1 0,1 0 0 0,-2 0 0 16,3 0-1-16,-1 0 1 0,0-3-1 0,0 3 1 15,1 0-1-15,-1 0 1 0,-2 0 0 16,4 0 0-16,-2 0-1 0,-3-2 1 0,1 2 0 0,3 0 1 16,-3 0-1-16,1-1 0 0,-1 1 1 15,3 0 1-15,-3 0-1 0,1-1 0 0,0 1-1 16,-1-2 2-16,2 2-2 0,2-2 1 0,-2 1 0 16,-2 1-1-16,3 0 1 0,-1-1 0 15,0 1-1-15,0-2 0 0,1 2 0 0,-1-2 1 16,-2 2-1-16,4 0 0 0,-4 0 0 0,2 0 0 15,-1 0-1-15,1 0 1 0,-1 0 0 0,0 0 1 16,1 0-1-16,-3 0 2 0,1 0-1 16,1 0-1-16,0 0 0 0,-2 0 0 0,0 0 0 15,0 0 1-15,0 0-1 0,0 0 2 0,0 0 0 16,0 0 0-16,0 0 0 0,-4 0 0 0,3 0-2 16,-1-1 0-16,-1 0-1 0,0-1-2 15,-2 0-3-15,2 1-15 0,-3-2-26 0,-1 2-70 16,1-1-79-16,-1-1-156 0,-2 0-287 0,0 2-319 15,1-2-369-15,0 3-228 0,-3 0 46 0,3 0 678 16</inkml:trace>
  <inkml:trace contextRef="#ctx0" brushRef="#br1" timeOffset="-105481.87">18941 9603 24 0,'3'-20'475'0,"2"4"453"16,-5 2 269-16,2 4-14 0,-2 0-309 0,0 5-217 16,0 2-170-16,0 2-117 0,-2 2-74 0,2 3-56 15,-1 5-63-15,-3 2-65 0,3 2-39 0,-1 4-23 16,1 3-15-16,1 0-11 0,0 5-8 15,0 1-4-15,1 4-4 0,2 0-2 0,1 0-3 16,0 2 1-16,1 0 0 0,-1-5-1 16,1 2 0-16,0-3-1 0,-2-2 2 0,2-3-4 15,-2-2 0-15,1-1-1 0,0-3 0 16,-3-1-3-16,1-5-9 0,-4 2-30 0,2-3-67 16,-7 0-67-16,1-2-120 0,-2-2-172 0,-4 2-279 15,-2-4-295-15,1 1-219 0,0-3-110 16,-4 0 304-16,0 0 517 0</inkml:trace>
  <inkml:trace contextRef="#ctx0" brushRef="#br1" timeOffset="-105277.87">18766 10047 292 0,'6'6'715'0,"-2"0"325"0,3 0 120 16,-1 0-236-16,2 1-242 0,3 1-134 0,0-1-106 15,5 1-76-15,-2-1-74 0,4-1-57 16,-2-1-61-16,4-2-70 0,-1-1-39 0,7-6-25 15,-3 0-15-15,2-5-8 0,2-4-5 0,3-3-4 16,0-2-3-16,0-5-3 0,0-1-6 16,-1 1-44-16,-2-1-71 0,0-2-108 0,-2 4-186 15,-1 1-293-15,-4 3-334 0,-1 1-298 0,0 4-143 16,-3 1 315-16,-2 3 627 0</inkml:trace>
  <inkml:trace contextRef="#ctx0" brushRef="#br1" timeOffset="-104547.85">24187 11871 117 0,'6'-11'539'0,"-3"4"359"0,2 2 195 16,-1 5-79-16,0 2-282 0,1 4-141 15,2 6-94-15,-1 3-71 0,-2 3-62 0,1 7-70 16,2 4-56-16,-4 3-69 0,-2 2-68 0,3 2-33 16,-3 1-23-16,2 2-12 0,-3 0-10 15,2 1-7-15,-2-4-4 0,0-1-6 0,1-2-5 16,-1-3-3-16,2-3-2 0,-1-2-7 15,-1-3-27-15,-1-3-59 0,-1-4-61 0,-1 0-90 16,-5-3-159-16,0-3-233 0,0-2-298 0,-4-1-235 16,-1-2-178-16,0-3 118 0,-4-3 505 15</inkml:trace>
  <inkml:trace contextRef="#ctx0" brushRef="#br1" timeOffset="-104326.35">24015 12289 37 0,'1'-2'530'0,"3"6"451"15,0 3 227-15,0 5-50 0,2 1-344 0,3 5-235 16,1 5-143-16,3 0-84 0,2 1-61 0,0 1-44 16,2 1-43-16,2 2-66 0,0-2-55 0,3 1-33 15,0-4-19-15,2 0-12 0,1-6-9 16,4-4-5-16,1-2-4 0,3-7-7 0,2-4-46 16,2-6-67-16,0-6-89 15,-1-4-163-15,-1-3-296 0,-2-6-323 0,2-2-287 16,-2 0-175-16,-1-2 185 0,-5 1 616 0</inkml:trace>
  <inkml:trace contextRef="#ctx0" brushRef="#br1" timeOffset="-103539.31">29874 12097 273 0,'0'-14'620'0,"0"-3"308"0,-1 7 136 0,-1 0-248 16,2 3-229-16,-1 2-148 0,1 4-117 0,0 2-80 15,0 4-53-15,1 2-34 0,1 5-30 16,1 3-21-16,0 2-14 0,2 2-15 0,1 4-11 16,-1 1-14-16,1 0-14 0,-1 3-9 0,2 1-8 15,-3 2-2-15,4 0-10 0,-5 0-5 16,0 2-2-16,-1-2-17 0,-2 1-31 0,-3-1-42 15,-2-1-112-15,-4-3-155 0,-1 0-259 16,-3-3-277-16,-2-3-240 0,0-3-138 0,-2-2 276 16,1-3 467-16</inkml:trace>
  <inkml:trace contextRef="#ctx0" brushRef="#br1" timeOffset="-103336.98">29708 12460 307 0,'5'4'620'0,"0"-2"229"16,1 5 75-16,2 1-246 0,3 2-217 0,0 1-109 16,2 3-59-16,1-3-26 0,3 1-25 15,-1-3-39-15,5 2-49 0,-2-2-50 0,5-1-42 16,-1-3-31-16,4-5-19 0,0-3-10 0,1-3-2 16,2-2-1-16,-1-6 0 0,1-1 1 0,-1-4-34 15,-4 0-92-15,-1-1-144 0,-6-1-236 16,-2 1-275-16,-4 2-258 0,-3 5-125 0,-9-1 200 15,-5 4 421-15</inkml:trace>
  <inkml:trace contextRef="#ctx0" brushRef="#br1" timeOffset="-100671.25">19945 12906 49 0,'1'2'198'0,"-1"-1"78"0,2 2 5 0,-2-1-62 15,2-2-66-15,-1 1-45 0,-1 0-31 16,4-1-17-16,-4-1-2 0,1-2-6 0,2 0-10 15,-1 0-7-15,0-3-4 0,-1 0-1 0,2 1-5 16,-1-3-1-16,2-2-1 0,0 1 2 16,-3 0-1-16,2 0 9 0,1 0 7 15,-3 1 9-15,1 0 10 0,-1 0 9 0,-1 3 11 16,2-2 15-16,-2 1 21 0,0 3 23 0,0-1 19 16,-2-1 24-16,2 2 26 0,0 0 18 15,-1-1 21-15,1 1 16 0,-2-1 14 0,2 0 3 16,0 0-15-16,0 0-18 0,-1-3-36 0,1 3-36 15,0-3-32-15,-2 1-29 0,0-1-14 0,2 1-3 16,-3-3 13-16,3 1 37 0,-1 1 22 16,-1 1 9-16,0-1-2 0,0-1-16 0,-2 2-22 15,1 0-38-15,2 0-25 0,-4 1-17 16,2-1-14-16,-4 2-7 0,2 0-6 0,-1-1 0 16,2 0-2-16,-3 1-5 0,-1 1 0 15,2-1-3-15,-3 0-1 0,0 0-4 0,1 2-6 16,-4-3-1-16,2 2-2 0,-1 0-1 0,1 1-1 15,-2-3 0-15,-2 4 0 0,3 0-1 16,-2 0 1-16,-1-2 1 0,1 2-1 0,-2 1 0 16,0 0 1-16,1 0 0 0,-2 0-2 0,-1 0-1 15,3 0 2-15,-2 1-2 0,2 2 0 0,-4-2-2 16,2 0 0-16,-1 0 1 0,3 4-1 16,-3-3 1-16,2 2 0 0,-2-1 0 0,1 3-1 15,0 0-1-15,-1 0 1 0,-1 1-2 16,1 1 2-16,1 1-3 0,-1 0 1 0,1 1 1 15,0 1 0-15,0 0-2 0,1-1-1 0,0 2 1 16,1 1 1-16,1-1-1 0,1 1-2 16,-1 0 2-16,4 1 0 0,-4-1-1 0,4 2 1 15,1 0 1-15,0 1 0 0,0 0 1 0,2 0 0 16,-1 2 1-16,2 2-1 0,2-1 0 16,0 2 1-16,3 0-1 0,2 0 2 0,1 3-1 15,3 0 1-15,2 2 0 0,6-1-1 16,-1 2 2-16,4 1-2 0,4-3-1 0,1 1 0 15,7 0-1-15,1-2 0 0,1-1 0 16,4-2-2-16,2-3 2 0,2-3-1 0,-3-4 0 16,5-3-1-16,-1-5-1 0,2-3 0 0,-2-7 0 15,1-5 0-15,0-5 1 0,-3-3 2 16,-1-5-1-16,-2-4 1 0,-2-3 0 0,-3-3-1 16,-2-1 3-16,-3 0 0 0,-3-4 1 0,-4 1 3 15,-1 0 0-15,-5-2 1 0,-3 5-3 16,-5-3-2-16,-4 3-8 0,-4 2-26 0,-9 1-47 15,-3 2-53-15,-6 4-51 0,-1-1-55 16,-7 6-79-16,-2 1-96 0,-3 6-92 0,2 3-163 16,1 7-232-16,2 5-198 0,3 5-24 0,2 7 250 15,7 4 381-15</inkml:trace>
  <inkml:trace contextRef="#ctx0" brushRef="#br1" timeOffset="-99630.59">25194 13630 101 0,'-4'-6'346'0,"-4"2"189"16,-3-1 163-16,0 1-92 0,-1-1-153 0,0 2-65 15,-1 0-29-15,-1 0-16 0,0-1-18 16,-2 0-26-16,0-1-36 0,-1 0-41 0,-2 1-43 16,-2-2-38-16,-1 1-36 0,1-2-32 0,-2-1-15 15,-6 2-14-15,2 0-11 0,-3 0-9 16,-3 0 0-16,0 0-2 0,-4 2-6 0,-2 1-6 15,0-1-2-15,-6 2-3 0,3 0-1 16,-1 0 2-16,2 4-1 0,-2 2 4 0,5 0 5 16,3 3 2-16,4 2 0 0,-1 4-4 0,5 4-5 15,2 4-7-15,3 5-2 0,4 3-2 16,4 5 2-16,3 3 3 0,6 5 5 0,2 5 2 16,5 2-2-16,3 5 0 0,4 1 1 0,5 2-5 15,4 2 1-15,4-3 0 0,6-3-1 16,4-4-3-16,4-4-4 0,6-7-3 0,3-4-5 15,4-6-4-15,0-6-4 0,3-6 2 0,2-9-3 16,-1-4 1-16,2-8 8 0,2-7 7 0,-2-8 0 16,-3-6-8-16,0-6-23 0,0-5-46 15,-5-3-81-15,-5-5-114 0,-4-2-137 0,-3 2-262 16,-5 0-237-16,-5 2-137 0,-7 2 77 16,-4 4 294-16,-8 2 325 0</inkml:trace>
  <inkml:trace contextRef="#ctx0" brushRef="#br1" timeOffset="-98619.28">30701 13877 26 0,'7'-11'309'0,"-6"-3"187"0,1 1 148 0,-4 1 28 16,1 0-289-16,-3-1-155 0,0 2-66 0,0-2-15 15,-2 1 9-15,-1 2 21 0,-3 1 31 0,-1 1 13 16,-5-2-5-16,-3 4-20 0,2-1-13 15,-9 2-25-15,0 1-31 0,-4 0-21 0,-4 3-11 16,-1-2-10-16,-3 3-23 0,0-2-20 0,-2 2-11 16,-2 0-17-16,-2 2-10 0,1 0-3 15,-1-1 0-15,-2 4 4 0,2-1 4 0,-3 4 8 16,0 0 0-16,4 6 10 0,0 4 12 0,0 3 4 16,7 5 2-16,1 5-2 0,7 5-1 15,7 7-13-15,7 7-11 0,4 6-6 0,8 5-11 16,7 7-6-16,7-1 2 0,6 2 1 0,6-3 2 15,4-3-1-15,7-5 2 0,5-5-1 16,3-6 2-16,6-7 3 0,1-10-1 0,4-8 1 16,3-6 0-16,1-9 4 0,2-7-7 0,-1-12-10 15,-1-4-15-15,-2-8-25 0,-5-8-33 0,-4-4-60 16,-6-6-90-16,-3-6-107 0,-5-3-201 0,-3-5-249 16,-1-2-182-16,-9-4-21 0,-4 0 206 15,-8-1 317-15</inkml:trace>
  <inkml:trace contextRef="#ctx0" brushRef="#br1" timeOffset="-92933.52">16754 16377 44 0,'0'-8'277'0,"-3"2"170"0,0-1 174 16,1 2 8-16,1 1-46 0,-1-1-5 0,1 0-4 16,-1 1-29-16,-1 1-54 0,0 0-61 15,3 2-32-15,-2-1-53 0,2 2-52 0,0-1-37 16,0 1-26-16,0 0-36 0,0 1-51 0,0-1-37 15,0 2-21-15,0-2-17 0,0 1-14 0,0-1-12 16,0 2-7-16,0 0-8 0,0 3-8 0,0 2-6 16,0 6-3-16,2 2-1 0,-2 4 2 15,0 3 3-15,0 4 0 0,3 4 0 0,-3 1-1 16,5 4-1-16,-4 2-6 0,2-2-2 0,-1 1-1 16,1 1 0-16,0-5 0 0,2-1 0 0,-1-3 2 15,-3-5-1-15,2-3-1 0,2-4-1 16,-4-3 0-16,1-3-1 0,-1-1 0 0,1-3-1 15,0 0 0-15,-1-3-1 0,-1 0 2 0,3-1-1 16,-1 1-1-16,-2-2 1 0,3 1 1 0,-1-2 1 16,0 0-2-16,-1 1 1 0,1-1 0 0,-1 0 0 15,-1 0 0-15,2 0 0 0,1-1 2 16,-3-1-1-16,-3-2 1 0,1-3 0 0,1-1 0 0,-2-6-2 16,-1-1 0-16,1-4 0 0,-2-2 0 15,0-3 1-15,1-1 1 0,-4-2 1 0,0-4 0 16,3 3-1-16,-1-3 0 0,-2 2 0 15,3-2-2-15,-1 2-1 0,0 0 1 0,1 2-1 16,2 0 1-16,-5 3 0 0,5 0-1 0,0 1 1 16,-1 2 0-16,1 0-1 0,2 1 0 0,1 0-1 15,-2 2 0-15,2 3 1 0,2 0-1 0,-2 3 1 16,1 0 0-16,-1 3-1 0,2 2 3 16,-1 1 0-16,1 0 4 0,1 6 2 0,2-2 3 15,1 4 3-15,0 2 1 0,2 4 2 0,0 3 0 16,3 2 0-16,-1 5 1 0,1 3 0 0,1 3 0 15,0 2-1-15,2 5-1 0,-1-1-2 16,-1-1-3-16,2 0-3 0,-1-2-2 0,-1-5-3 16,1-2-1-16,1-5-1 0,-1-3-1 0,0-4 0 15,1-7 0-15,-3-2 0 0,3-8 0 0,-3-5 1 16,1-4 1-16,0-6 0 0,-2-4-2 0,-1-2 0 16,2-2 1-16,-3 0-2 0,2 0 0 15,-1 2 0-15,-3 4 0 0,1-1 1 0,-1 6-1 16,-1 3 1-16,-1 3-1 0,0 3 1 0,-3 3-1 15,2 3 1-15,1 2 1 0,-3 4 1 0,2 3 1 16,-1 6 1-16,1 4 2 0,-1 4-1 16,1 5-1-16,-1 3-1 0,2 6 1 0,-1 2-2 15,0 3 0-15,2 3-1 0,0 3-1 0,-2 1-1 16,2 1-1-16,1 0-1 0,-3 0 1 0,2 0-1 16,1-5 1-16,3-3-1 0,-5-5 0 0,5-6-3 15,-4-2-5-15,3-6-9 0,-1-4-15 16,0-5-19-16,-2-5-37 0,2-3-69 0,-4-6-78 15,0-5-127-15,0 0-193 0,-1-6-304 0,-1 3-312 16,1-2-218-16,1-1-69 0,-3 2 419 16,1 2 577-16</inkml:trace>
  <inkml:trace contextRef="#ctx0" brushRef="#br1" timeOffset="-92518.81">17400 16773 373 0,'4'4'916'0,"1"-2"306"16,-2-1-31-16,3-1-270 0,-3 0-301 0,4-4-192 16,-1-1-98-16,2-3-58 0,2-1-35 0,-1-5-27 15,-1-3-53-15,3-2-52 0,-1-2-35 0,-1-3-18 16,4-2-11-16,-5-1-6 0,1 0-2 15,-2 0-1-15,0 2 5 0,-4 2 8 0,1 2 11 16,-3 3-1-16,-4 2 2 0,0 2-2 0,-2 2-5 16,-2 1-8-16,-2 4-8 0,0 1-4 0,-4 0-9 15,2 3-5-15,0 0-2 0,-1 3-4 16,2 0-3-16,0 3-2 0,3 3 0 0,0 3-1 0,3 3-1 16,-1 5-3-16,3 3 0 0,2 3 0 15,0 4-1-15,3 3 0 0,2 3-1 0,0 2 0 16,1-1 0-16,4-1 1 0,-2 0-2 15,1-4 2-15,2 1-1 0,0-6-3 0,2-5-8 16,-1-2-16-16,3-4-26 0,-3-5-57 0,1-5-72 16,-2-6-91-16,0-5-148 0,-1-3-191 0,-2-6-306 15,1-4-254-15,-3-2-189 0,1-4 30 0,-1-3 464 16,-3-1 473-16</inkml:trace>
  <inkml:trace contextRef="#ctx0" brushRef="#br1" timeOffset="-92305.04">17619 16129 148 0,'-1'-24'721'0,"1"6"465"16,-2 5 133-16,2 4-113 0,0 4-339 0,2 4-287 16,1 4-167-16,0 3-90 0,0 3-68 0,3 6-63 0,-1 3-53 15,2 3-31-15,1 4-22 0,0 5-17 16,2 3-13-16,0 3-13 0,-2 7-11 0,4-2-10 16,-2 4-9-16,0 2-6 0,2-2-6 0,-1-2-4 15,2-1-1-15,-2-3-4 0,0-3-4 16,1-4-14-16,0-5-21 0,-3-5-41 0,-1-2-66 15,-2-5-69-15,-2-5-106 0,-4-2-157 0,-2-5-223 16,-3-2-273-16,0-2-220 0,-4-4-166 0,1-1 165 16,-3-4 501-16</inkml:trace>
  <inkml:trace contextRef="#ctx0" brushRef="#br1" timeOffset="-92119">17548 16351 362 0,'-5'-20'908'16,"-2"4"346"-16,4 1 17 0,-1 3-240 0,1 5-311 15,1 0-235-15,2 4-135 0,2-2-79 0,0 1-60 16,1 0-57-16,2 1-53 0,2 2-26 0,1-2-22 16,4 1-15-16,1 1-10 0,2 1-9 15,0 0-11-15,3 0-5 0,-1 3-1 0,3-2-4 0,0 3-2 16,2 1-25-16,0 1-68 0,-3 1-76 16,-2 0-151-16,0 5-269 0,-2-1-321 0,1 0-342 15,-2 3-225-15,-1 0 51 0,-1 2 606 16</inkml:trace>
  <inkml:trace contextRef="#ctx0" brushRef="#br1" timeOffset="-91838.27">18027 16546 343 0,'16'20'800'0,"-5"2"341"15,3-1 54-15,-3 0-303 0,1 0-267 0,0-3-213 16,-1-1-120-16,2-5-30 0,-4-2-18 0,3-4-21 16,-2-4-24-16,2-4-17 0,-3-6-25 0,0-2-48 15,-1-5-35-15,0-4-20 0,-3-2-10 0,-2-3-1 16,-1 1-3-16,-2-3 4 0,-3 4 4 0,-2 0 0 15,-1 2-2-15,-4 1-6 0,-2 1-7 16,-1 3-8-16,-1 1-2 0,1 5-4 0,-3 1-3 16,5 3 0-16,-2 5-3 0,1 5-2 0,1 3-5 15,3 6-5-15,-2 2-2 0,4 6-1 0,3 3-3 16,1 0 0-16,2 2-2 0,3 2 0 0,2-3-3 16,3 2-13-16,1-1-18 0,-1-3-57 15,2-2-73-15,1-2-121 0,0-4-188 0,0-1-300 16,0-3-341-16,4-3-276 0,-2-3-126 0,0-6 366 15,3-6 622-15</inkml:trace>
  <inkml:trace contextRef="#ctx0" brushRef="#br1" timeOffset="-91453.15">18403 16429 315 0,'3'-17'1218'16,"-3"4"465"-16,-1 4-184 0,-2 3-329 0,-3 5-469 15,-1 4-277-15,3 4-184 0,-5 5-90 0,5 6-45 16,-5 5-30-16,4 4-26 0,2 4-19 0,1-1-13 15,2 4-8-15,2 0-6 0,2-1-3 0,4-3-1 16,3-3-2-16,2-5 0 0,2-5-2 0,2-5-6 16,1-7-8-16,-2-7-16 0,3-7-19 15,0-6-30-15,-5-6-32 0,1-7-28 0,-3-6-17 16,0-3 0-16,-3-5 8 0,-5-5 32 0,-2-1 39 16,-2-5 36-16,-2 3 36 0,-2-3 49 0,-5 0 47 15,-3 3 23-15,3-1 23 0,-7 1 18 0,3 7 5 16,-1 2-12-16,1 8-17 0,1 6-17 15,2 8-18-15,1 6-21 0,0 7-19 0,2 6-19 16,1 6-14-16,3 7-8 0,-1 5-4 16,4 7 1-16,0 3-2 0,4 6 0 0,2 5 0 15,0 4 0-15,4 4-2 0,-1 7 0 0,2 1-3 16,2 3-2-16,0 1-2 0,4 0-8 0,-1-3-19 16,1-7-36-16,2-3-76 0,0-7-97 0,-2-7-164 15,1-4-284-15,-1-8-331 0,-1-5-349 16,1-3-187-16,-4-8 161 0,1-5 650 0</inkml:trace>
  <inkml:trace contextRef="#ctx0" brushRef="#br1" timeOffset="-91203.28">18785 16501 77 0,'3'-21'709'0,"-2"4"713"15,1 4 181-15,-2 3-233 0,-2 4-424 16,2 1-355-16,-3 5-191 0,2 2-145 0,-1 7-78 16,0 3-46-16,-1 3-33 0,1 3-25 0,2 3-21 15,0 2-14-15,0 0-12 0,2 1-10 0,1-1-7 16,2-2-6-16,-2-4-2 0,4 0-2 15,0-8 0-15,0-3-2 0,1-4 1 0,1-8 0 16,1-3 0-16,-1-6-2 0,1-5-1 0,-1-1-2 16,1-3 0-16,-4 0 0 0,1 2 1 0,2-2 2 15,-5 5 2-15,0 5 3 0,-1 2-1 0,0 3 2 16,-1 5-1-16,-1 4 1 0,1 1-1 16,0 5 0-16,-2 4 0 0,1 4-1 0,1 3 1 15,1 0-3-15,3 4-2 0,2 3-6 16,2-1-24-16,0 4-61 0,2-2-93 0,-3 1-214 0,3 2-283 15,1 2-362-15,1 1-438 0,-1 0-299 16,0 0 261-16,1 1 921 0</inkml:trace>
  <inkml:trace contextRef="#ctx0" brushRef="#br1" timeOffset="-90086.36">20038 16033 68 0,'-3'-20'533'0,"-4"3"430"16,2-2 237-16,-3 0-47 0,0 1-387 0,-2 1-199 16,4 0-118-16,0 2-88 0,-1 1-72 15,2 0-47-15,-1 3-46 0,3 1-57 0,0 2-54 16,1 1-33-16,-1 2-20 0,2 1-12 0,1 2-7 15,0 2-5-15,1 2-4 0,1 4 0 16,1 5 1-16,2 6-1 0,0 5 5 0,1 6 0 16,2 6 2-16,-2 4 3 0,0 6 4 15,5 3 5-15,-3 2 0 0,0 2-1 0,5 1-1 16,-4-2-5-16,1-2-4 0,1-4-5 0,0-4-4 16,0-5-2-16,1-6-1 0,1-5-1 0,1-5-2 15,2-4 2-15,0-7 2 0,2-7 3 0,0-4 1 16,3-5 1-16,5-5-6 0,-3-2 1 15,4-3 0-15,0-1-2 0,1 0 0 0,-1 1 0 0,0 2 6 16,0 3-3-16,-2 4-2 0,1 1-1 16,-5 5 2-16,-1 2-1 0,0 3 0 0,-3 3 7 15,-4 2 5-15,0 2 3 0,-1 2 6 0,-4 0 5 16,1 3 1-16,-5-2 2 0,2 2 1 16,-3-1 1-16,1-1 1 0,-3-2 5 0,-1-1 3 15,0-4-2-15,0 0-4 0,-5-7-4 0,1-4-6 16,-4-5-9-16,2-3-7 0,-4-10-3 15,-2-4-3-15,0-7-1 0,0-5-2 0,-6-7 0 16,4-1 0-16,-2-5 1 0,3-1 0 0,0 0 0 16,3 1 1-16,2 4 1 0,0 6-1 0,4 4-1 15,-1 6-2-15,1 8 0 0,3 4-2 16,-1 4-1-16,4 6 0 0,-1 3-2 0,4 8-2 16,3 5-14-16,1 5-27 0,3 6-71 0,2 4-92 15,-1 0-176-15,1 4-291 0,3 3-333 16,0 2-380-16,3 0-221 0,-2 2 174 0,0 2 726 15</inkml:trace>
  <inkml:trace contextRef="#ctx0" brushRef="#br1" timeOffset="-89919.68">20949 16285 313 0,'14'8'1179'0,"1"1"445"0,-6 4-157 16,0 1-301-16,-4 4-472 0,-2 2-274 0,-1 0-183 15,0 4-84-15,-4-1-47 0,0 1-34 16,2-2-26-16,-1-1-21 0,1-1-13 0,1-3-10 15,1-1-7-15,0-3-16 0,-1-1-51 0,3-3-72 16,-4-3-128-16,0-1-236 0,-2-2-304 0,-1-3-358 16,-1 0-310-16,1-4-90 0,-2-2 503 0,1-5 678 15</inkml:trace>
  <inkml:trace contextRef="#ctx0" brushRef="#br1" timeOffset="-89754.95">20910 16090 61 0,'-7'-22'790'0,"2"3"684"15,-4 6 72-15,1 4-265 0,-2 3-396 0,1 5-385 16,1 1-225-16,0 3-127 0,2 3-60 0,1 0-35 16,1 1-23-16,2 3-16 0,4 0-10 15,2 1-4-15,1-1-24 0,1 2-72 0,2 1-92 16,0 1-172-16,5-2-288 0,-4 2-323 0,5-1-339 16,-1-1-187-16,2 1 199 0,0-1 653 0</inkml:trace>
  <inkml:trace contextRef="#ctx0" brushRef="#br1" timeOffset="-89454.51">21211 15992 93 0,'-1'-15'783'0,"-1"-1"674"0,1 3 102 0,-4 2-246 16,4 3-415-16,-1 2-356 0,1 0-203 15,-1 2-133-15,0 1-73 0,4 3-43 0,0 3-25 16,-1 3-16-16,2 5-8 0,3 5-3 15,2 4 3-15,0 6 0 0,0 5-2 0,1 2-4 16,1 9-4-16,-2 2-3 0,1 3-6 0,-1 2-4 16,0 1-6-16,-1-1-4 0,3-2-3 0,-1-2-3 15,-1-7-1-15,2-4-2 0,2-5-1 16,-3-4-1-16,5-4-1 0,-3-3-1 0,2-6 0 0,0-3-1 16,0-3 0-16,0-4 1 0,0-5-5 15,3-2-14-15,-5-5-28 0,2-3-65 16,-2-6-83-16,-3-2-159 0,-2-4-281 0,3-1-322 0,-4-2-371 15,0-2-252-15,-2-3 56 0,-1-3 685 16</inkml:trace>
  <inkml:trace contextRef="#ctx0" brushRef="#br1" timeOffset="-89221.06">21485 15774 102 0,'1'-14'737'0,"-1"6"613"0,0 8 173 0,0 2-209 15,2 6-417-15,-2 4-341 0,3 2-178 16,1 6-119-16,0 3-78 0,0 4-44 0,2 1-31 15,2 3-23-15,0 1-21 0,0 3-15 0,0 1-11 16,2 0-9-16,2 3-9 0,-4 1-7 16,2 1-4-16,0 1-4 0,0 0-1 0,0 0-2 15,-2-3-2-15,2 0-1 0,-1-5 0 0,1 0-1 16,0-5-2-16,0 0-9 0,-2-5-14 0,0-3-24 16,0-5-54-16,2-2-72 0,-6-2-98 0,3-6-166 15,-1-1-281-15,-1-7-319 0,1-4-281 16,0-5-166-16,-1-6 183 0,0-3 624 0</inkml:trace>
  <inkml:trace contextRef="#ctx0" brushRef="#br1" timeOffset="-89045.89">21873 16069 58 0,'9'0'635'0,"-5"4"590"0,0 3 254 0,-1 3-129 16,-1 5-395-16,-1 2-343 0,1 4-193 0,-1 1-127 15,1 4-84-15,0 2-62 0,-1 4-40 0,2 2-31 16,1 2-22-16,0 3-18 0,-1 2-13 15,4-2-10-15,-3 1-9 0,4-2-4 0,2-4-8 16,-1-2-20-16,-1-7-48 0,0-3-78 0,-2-5-134 16,1-3-245-16,-6-7-312 0,2-3-359 0,-3-8-337 15,-1-5-57-15,-1-3 556 0</inkml:trace>
  <inkml:trace contextRef="#ctx0" brushRef="#br1" timeOffset="-88865.15">21906 15955 240 0,'3'-15'1151'16,"-1"5"509"-16,-2 5-167 0,-4 5-329 0,0 5-436 16,-1 3-336-16,0 5-195 0,0-2-89 0,2 4-44 15,1 1-22-15,5 0-20 0,2 1-12 0,3-1-8 16,6 4-11-16,1-2-71 0,4 1-80 0,0 0-168 16,3 0-279-16,1-1-316 0,3 1-386 15,-1 0-227-15,2 1 106 0,2 0 691 0</inkml:trace>
  <inkml:trace contextRef="#ctx0" brushRef="#br1" timeOffset="-88564.94">22416 16206 329 0,'-1'-13'1281'15,"-7"6"457"-15,-5 0-215 0,-3 1-338 0,-3 1-452 16,-3 4-301-16,2 2-168 0,-6 2-81 0,4 3-45 16,-1 3-31-16,3 3-29 0,0 0-23 0,6 5-18 15,1-1-13-15,5 3-10 0,3 3-6 16,5 0-5-16,4-1-2 0,2 0-3 0,4-2-1 15,4-2-3-15,0-5 1 0,3-3-1 0,4-3-1 16,-2-6-4-16,1-6-3 0,1-1-3 0,0-7-2 16,-1-1-1-16,-4 0 1 0,1-3 4 15,-2-1 5-15,-1 1 4 0,-5 3 3 0,-1-1 3 16,1 6 0-16,-4 3 1 0,-1 2 0 0,-3 7 1 16,-1 2-1-16,0 5 1 0,0 6 0 0,0 3-2 15,0 5 0-15,0 2 0 0,2 2-2 0,3 2-12 16,-1-1-24-16,2 0-60 0,-1-1-89 0,2 1-191 15,1-1-285-15,-2-1-345 0,3 2-416 16,-2-3-305-16,-3-1 153 0,-2-1 856 0</inkml:trace>
  <inkml:trace contextRef="#ctx0" brushRef="#br1" timeOffset="-87615.14">22593 16542 93 0,'-9'9'437'15,"-1"-2"313"-15,4 1 237 0,0-2-36 0,1 1-261 16,1-2-178-16,0 1-132 0,3-3-106 15,1-2-68-15,0 1-56 0,1-5-38 0,4-2-13 16,3-4-7-16,0-4-2 0,3-5 22 0,3-5 43 16,0-4 7-16,3-4 9 0,1-2 0 15,1 0-2-15,-1-1-36 0,-3 2-44 0,0 3-11 16,-1 4-23-16,-5 4-11 0,-1 4 2 0,1 4 0 16,-4 4 1-16,-2 3-9 0,1 6-3 0,-1 6-6 15,0 6-9-15,0 6-4 0,2 7-5 16,-2 7-2-16,2 6-4 0,-1 2-2 0,1 3-3 15,3 1-2-15,1 1-1 0,0-2 1 0,0-2-1 16,0-4 1-16,1-3 1 0,0-8 0 0,-2-3 0 16,1-7-1-16,0-2 1 0,-1-8 0 15,3-8 2-15,-3-6 2 0,2-11 2 0,1-6 2 16,-2-6 2-16,3-9-1 0,-2-3-1 0,3-2-2 16,-2-1-2-16,2 5-1 0,-4 4-2 0,-1 3 1 15,1 6-1-15,-2 5 0 0,-2 7 4 0,0 4 6 16,-2 3 7-16,2 9 4 0,-1 6 6 15,-1 4 4-15,0 8-3 0,-1 5-4 0,1 7-5 16,-1 1-5-16,-1 4-6 0,3 0-3 0,-1 1-3 16,2-3-2-16,1-1-1 0,0-3-1 0,0-5 0 15,2-3-2-15,0-6 1 0,0-5-1 16,2-4 2-16,-1-6 1 0,2-6 1 0,-1-7 2 16,1-7 0-16,1-7 1 0,-2-6 0 0,2-3-1 15,0-3 0-15,-3-3-1 0,2 3-1 0,-1 2 0 16,-4 4-1-16,0 2 1 0,0 6 0 0,-1 5 1 15,-2 2 0-15,1 6 0 0,-3 2 1 0,1 6-1 16,-2 2 0-16,1 7-1 0,-1 5 0 16,-1 8-1-16,-1 3 0 0,2 6-1 0,-1 6 0 15,-1 2-3-15,2-1 0 0,2 0-2 0,-1 0-11 16,2-2-18-16,2-6-53 0,0-2-74 0,1-3-100 16,0-6-173-16,-1-3-296 0,3-6-334 0,0-4-285 15,1-6-155-15,-1-4 232 0,2-7 630 16</inkml:trace>
  <inkml:trace contextRef="#ctx0" brushRef="#br1" timeOffset="-87315.4">23451 16185 137 0,'-4'-24'907'15,"0"6"654"-15,-3 4-14 0,1 2-300 0,-2 6-442 16,-3 5-326-16,3 3-214 0,1 4-119 16,-2 5-57-16,5 2-30 0,0 3-21 0,4 0-12 0,2 2-10 15,3 2-5-15,2-1-3 0,5 1-4 16,0-3-1-16,4 2-2 0,2-1 1 0,2-2-1 15,4-1 0-15,-1 3-1 0,1-5 2 0,2 1 0 16,-3 0 0-16,1 1-1 0,-3-2 0 16,-1 2 1-16,-3-1 0 0,-2 2 0 0,-6-1-1 15,0 1 1-15,-4 2-1 0,-5-1 1 0,-3 1-2 16,-5 2-1-16,-3 1-1 0,-5-2 0 0,-1 2-2 16,-3 0-2-16,-5 0-2 0,2-1-10 0,-2-1-26 15,-4-4-49-15,3-1-52 0,0-5-52 0,5-5-52 16,3-5-55-16,1-6-48 0,2-4-35 15,5-5-48-15,4-4-68 0,4-1-110 0,5-3-176 16,2-1-142-16,5 0 21 0,2 0 192 0,4 4 258 16</inkml:trace>
  <inkml:trace contextRef="#ctx0" brushRef="#br1" timeOffset="-87034.18">23683 16442 149 0,'31'0'457'0,"-1"2"294"16,1 3 235-16,-5 4-88 0,0 1-198 15,-2 2-136-15,-2 4-101 0,-4 0-68 0,0-1-43 0,-1 0-42 16,-2-1-45-16,-1-2-35 0,-3-1-30 15,0-6-30-15,-3-1-43 0,-2-4-38 0,1-4-19 16,-4-7-12-16,0-2-7 0,0-5-7 0,-3-3-4 16,-5-3-2-16,2-2-3 0,-5-1-5 0,0 0 2 15,-6-2-6-15,1 1-5 0,-5-1-2 16,0 2-2-16,-1-1-3 0,0 3-6 0,2 3-4 16,-1 2 0-16,2 7-2 0,2 3-1 0,3 5-3 15,1 7 1-15,3 6-3 0,2 5 0 16,0 2-2-16,5 4 2 0,4 4-2 0,0 0 0 0,4 1-11 15,2-2-18-15,-1 4-53 0,4-2-66 16,-2 1-83-16,2-1-153 0,1 2-270 0,-3-1-315 16,3 1-269-16,-1-2-194 0,1-2 80 0,2-1 576 15</inkml:trace>
  <inkml:trace contextRef="#ctx0" brushRef="#br1" timeOffset="-86616.86">24119 16581 108 0,'-5'-2'703'0,"1"-1"484"0,-3 0 140 15,1 2-105-15,2 0-366 0,0-3-323 0,3-1-173 16,-1-1-98-16,2-1-64 0,2-5-60 0,3-1-55 16,2-5-28-16,1-1-14 0,3-1-10 0,2-1-4 15,0-2-4-15,-1 2-1 0,2 0-8 16,-1 2-6-16,1 3-4 0,-3-1 0 0,3 5-2 15,-2 1 7-15,-4 4 4 0,1 4 13 0,0 3 6 16,-2 3 9-16,-1 6 6 0,1 1 0 0,-6 3 1 16,5 4-9-16,-3 0-5 0,-1 2-7 15,0 1-6-15,-1 0-7 0,1 2-5 0,-1-3-4 16,1 1-2-16,0-4-1 0,1 0-2 0,0-3-2 16,0-3 0-16,3-2 1 0,1-4 0 0,-3-2 0 15,5-5 2-15,0-6 1 0,-1-3-1 0,3-5 0 16,0-3 0-16,2 0 0 0,-4-4-2 15,5 1 0-15,-4 2-1 0,1 0 1 0,-2 4 0 16,2 1 0-16,-3 4 0 0,2 3 1 0,-1 5-2 16,-1 1 1-16,0 4-2 0,1 5 0 15,-1 3-9-15,1 6-15 0,0-1-36 0,-1 5-69 16,0 2-79-16,1 2-149 0,0-2-253 0,1 0-313 16,1-1-319-16,3-1-209 0,1-1 21 0,2-3 569 15</inkml:trace>
  <inkml:trace contextRef="#ctx0" brushRef="#br1" timeOffset="-86318.22">24867 16349 46 0,'0'-13'900'0,"-1"1"786"15,-6 3-5-15,-1 6-345 0,-1 2-404 0,-5 3-384 16,-2 6-241-16,-2 2-112 0,1 6-58 16,0 0-37-16,-1 5-28 0,2-1-23 0,2 0-17 15,6 2-14-15,0-1-8 0,5-2-5 0,1 1-3 16,6-3-3-16,0-4-2 0,1-1 0 0,5-4 0 15,2-2-1-15,0-2 0 0,3-6-5 16,1-1-6-16,0-3-8 0,0-3-6 0,1-1-5 16,-1-2-4-16,0 1 4 0,-2-1 6 0,0 2 8 15,-1 0 8-15,-1 2 6 0,-1 2 2 16,-1 0 2-16,-1 3 1 0,-1 1 1 0,0 2 0 16,0 3 1-16,-2 3-1 0,1 2 1 0,-2-1 0 15,-1 4-1-15,4-1-6 0,0 2-14 0,-2 0-28 16,2-1-74-16,-1 1-80 0,-1-5-151 15,3 0-229-15,-2-1-316 0,1-1-360 0,3-2-221 16,-2-5-18-16,1 0 547 0</inkml:trace>
  <inkml:trace contextRef="#ctx0" brushRef="#br1" timeOffset="-86171.2">25220 16312 6 0,'6'-13'594'0,"0"2"729"0,-1 2 260 15,0 3-204-15,-1 4-383 0,1-2-395 0,-2 3-225 16,2-1-161-16,2 0-81 0,0 2-48 0,0 2-33 15,1-2-24-15,1 2-14 0,4-1-10 0,0 0-25 16,2 2-81-16,0-1-84 0,2-1-167 16,-3 1-285-16,2 1-330 0,-2-1-371 0,0-2-190 15,-1 3 125-15,-2 0 682 0</inkml:trace>
  <inkml:trace contextRef="#ctx0" brushRef="#br1" timeOffset="-85480.58">26203 15837 109 0,'-3'-10'695'0,"0"4"499"0,-2-3 160 16,4 3-131-16,-1 4-402 0,0-1-293 0,2 3-166 16,2 1-92-16,0 5-65 0,4 7-43 0,-2 1-33 15,4 9-32-15,1 4-12 0,1 7-15 16,1 5-8-16,1 5-11 0,0 3-10 0,-1 3-9 15,2 1-12-15,-2 1-10 0,0-2-5 0,1-3-4 16,0 0-3-16,-3-6-1 0,4-4-2 0,-4-2-2 16,-1-5-9-16,2-4-17 0,-4-5-47 15,-3-3-66-15,-3-4-78 0,-1-3-136 0,-3-5-198 16,-2-3-309-16,-3-3-271 0,-1-1-211 0,-3-7-23 16,-1-3 435-16,-2-2 524 0</inkml:trace>
  <inkml:trace contextRef="#ctx0" brushRef="#br1" timeOffset="-85317.79">26124 16221 104 0,'3'-3'629'0,"-1"2"410"0,2 2 161 0,1 2-78 15,3 1-405-15,3 1-271 0,7 2-103 16,-1 1-61-16,4-1-47 0,2 2-37 0,2-3-34 16,4 0-25-16,-1 0-61 0,4-4-31 0,0 2-15 15,1-4-17-15,2-1-6 0,-4-2-7 0,3 1 0 16,-3-5-2-16,-1-1-25 0,-1-1-57 15,-6-1-97-15,-3-1-174 0,-3 0-292 0,-6-2-312 16,-3 1-309-16,-4-1-175 0,-5-1 248 0,-5 1 615 16</inkml:trace>
  <inkml:trace contextRef="#ctx0" brushRef="#br1" timeOffset="-85065.88">26440 15818 16 0,'3'-2'463'0,"4"2"426"0,-1 0 275 15,1 7-5-15,2 1-337 0,0 5-256 16,1 4-111-16,2 2-79 0,0 3-57 0,-1 5-46 16,1 2-33-16,-1 3-47 0,1 2-59 0,-2 2-39 15,2 3-26-15,-3 2-17 0,4 2-15 16,-4 1-11-16,-1 2-11 0,1 1-7 0,-1-4-3 16,2 0-3-16,-1-1-2 0,-1-4-1 15,2-5-2-15,-2-1-10 0,-1-4-31 0,2-5-65 0,-5-4-65 16,1-3-114-16,-2-4-169 0,1-2-261 15,-2-4-302-15,2-3-227 0,-1-4-145 0,0-6 251 16,2 1 524-16</inkml:trace>
  <inkml:trace contextRef="#ctx0" brushRef="#br1" timeOffset="-84253.73">27054 16324 312 0,'4'-9'916'15,"-5"0"415"-15,-4 1 55 0,1 2-235 0,-1 2-390 16,-3 1-263-16,0 2-141 0,-3 1-96 0,1 3-79 16,-1 3-60-16,0 3-39 0,2 1-27 0,1 5-18 15,-2 4-13-15,2-2-6 0,4 3-5 16,0-2-6-16,3-1-4 0,2 0-3 0,3-3-1 16,0-4-3-16,4-2 2 0,2-2-1 0,2-6 1 15,1-3 1-15,4-6 0 0,1-3 1 0,-1-3-1 16,0-5 0-16,1-2 1 0,-1-1-1 15,1 0 1-15,-2 0-1 0,-4 2 0 0,2 0-1 16,-2 6-1-16,-3 0 1 0,-1 4-1 0,-2 4 2 16,1 3 1-16,-2 4 1 0,-1 1 2 15,2 6 0-15,-1 2 0 0,-2 3-1 0,4 6-1 16,-4 0 0-16,2 5-1 0,2 1-1 0,0 2 1 16,1 0-1-16,-2 2-1 0,5-1 0 0,-1-2 1 15,1-1-1-15,3-3 0 0,-3-5 0 0,3-2 0 16,-1-6 1-16,0-3-1 0,1-6 1 0,-1-7-1 15,-1-4-1-15,1-4 3 0,-4-9-1 0,4-1 1 16,-5-7 0-16,0-5 0 0,-1-1 0 16,0-3 0-16,-2 0-1 0,-2-6 0 0,-3 0 0 15,0-1 2-15,-2-2 0 0,-1-1 1 0,0 0 8 16,-2 2 10-16,-1 2 8 0,1 5 8 16,0 7 7-16,1 7 5 0,-1 3-5 0,1 6-8 15,1 5-7-15,-1 5-10 0,2 6-6 0,1 2-6 16,-1 6-5-16,1 4-1 0,2 5 0 15,1 3 0-15,1 7-1 0,1 3 0 0,3 4-2 16,-1 3 0-16,1 4 1 0,2 6 0 16,-1 2 2-16,1 4 0 0,1 3 0 0,2 2 2 15,0 2-1-15,0-3-1 0,1-1-1 0,0-5 0 16,2-5 0-16,0-7-1 0,0-6 0 0,0-7 0 16,-1-6 1-16,0-6 1 0,-2-8 0 15,1-6 1-15,0-8-1 0,-4-7 0 0,1-5-1 16,0-8 0-16,-3-2 0 0,0-4-1 0,-3 0-1 15,0-5 0-15,-1 0-1 0,-2 0 1 0,-1 1 2 16,-3-4 1-16,2 1 1 0,-4-1 1 16,2-1 0-16,-2-1 0 0,-2 5-1 0,1 2 0 15,2 5 3-15,-1 6 2 0,2 4 0 0,-1 7 1 16,3 6-1-16,-3 3 1 0,4 5-4 16,0 7-2-16,2 4-1 0,0 5-1 0,1 6 0 15,2 2 0-15,0 6-1 0,-1 4 0 16,6 2 0-16,-1 6-1 0,-1 0 1 0,5 6 2 15,-4 0-1-15,4 2 2 0,-1 3 0 0,1 1 0 16,1 1 0-16,1-2-2 0,-1 0-2 0,0-3-5 16,2-3-13-16,-3-6-22 0,-1-3-42 0,1-5-79 15,-4-4-119-15,-1-5-199 0,2-3-295 0,-4-4-349 16,0-4-350-16,1-6-142 0,-1-3 365 16,2-2 700-16</inkml:trace>
  <inkml:trace contextRef="#ctx0" brushRef="#br1" timeOffset="-83805.52">28334 16315 279 0,'-8'-13'1141'0,"-2"1"500"16,-2 3-137-16,1 1-302 0,-3 3-467 0,1 3-270 15,-1 2-188-15,3 2-90 0,1 3-54 0,-2 3-36 16,4 4-32-16,2 3-23 0,-1 0-18 16,3 1-10-16,2 1-6 0,4 4-3 0,2-3-3 15,3-1-1-15,1 2-1 0,1-6-1 0,4-1-1 16,-2-3-1-16,4-4-1 0,-2-5 1 0,5-3-1 15,-6-3 1-15,4-5 0 0,-2-2 1 0,-2-6 0 16,0-1 0-16,-1-3 1 0,-3-1 1 16,3 0 0-16,-4 3 1 0,-3 0 1 0,1 4 0 15,-2 1 1-15,2 6-2 0,-2 1 2 0,0 3-2 16,0 3 6-16,1 4 3 0,0 5 1 0,3 5 3 16,-1 3 0-16,2 6 1 0,-2 3-6 15,2 4-3-15,1 1-3 0,1 1-2 0,1-1-2 0,2-1-2 16,-2 2-7-16,2-5-14 0,-1 0-22 15,-1-3-50-15,2-3-78 0,-5-4-135 0,0-1-245 16,1-2-304-16,0-5-361 0,0 0-328 0,-1-4-72 16,-4 0 554-16</inkml:trace>
  <inkml:trace contextRef="#ctx0" brushRef="#br1" timeOffset="5171.87">17199 8693 102 0,'-6'0'261'16,"-3"1"115"-16,0 0 61 0,-2 1-134 0,3 0-72 15,0-1-23-15,0 2 0 0,-1 0 24 16,-1-2 22-16,4 2 4 0,-2-1 13 0,0-1-5 16,3 2-25-16,-1-1-7 0,1-1-17 15,0 1 9-15,1 1-7 0,-1-2-8 0,2 0 0 16,1 1-27-16,-1-2-19 0,2 2-26 0,-1-1-24 15,0-1-23-15,2 0-18 0,0 0-13 0,-1 0-9 16,1 0-3-16,0 0-12 0,1 0-5 16,-1 0-7-16,2-3-1 0,1 1-6 15,0-2-11-15,2-2 0 0,2-2 0 0,2 0-5 0,0-1 0 16,4-6-5-16,1 5 6 0,2-3-5 16,3 1-1-16,1 0 5 0,-2 3-2 0,3 1 0 15,-3 1 30-15,-2 3 22 0,2 4 16 16,-4 0 28-16,2 6 18 0,-4 3 5 15,-2 1-25-15,-1 5-15 0,-1 1-13 0,-3 6-24 16,0 2-16-16,-2 1-6 0,-1 2-6 0,-2 1 3 16,0 1 3-16,-2 2 3 0,1-2 0 15,-3 0 2-15,1 3-2 0,-2-3-2 0,0 0-6 16,-1-1-3-16,0-3-1 0,0 1-2 0,1-3 0 16,0-4-1-16,0-1-2 0,2-4 0 15,0-2-5-15,0-2 0 0,3-1-1 0,0-3 2 16,2 0-2-16,-1-1 0 0,4-3 3 15,-2 0 0-15,0-2 2 0,3 0-2 0,-1-3 1 0,2 1 2 16,0-3-4-16,1-1 1 0,2 0 1 16,1-2-1-16,0 2 2 0,0-1-2 0,1 1 1 15,1 0 1-15,1 0-4 0,-1 1-3 16,0-1-2-16,3 3 0 0,-4-1-1 0,4 0-1 16,-2 3 2-16,2 0 0 0,0-1 0 0,1-1-2 15,-2 2-24-15,2-1-59 0,-3 0-58 0,4 0-81 16,-4-3-123-16,2-1-153 0,-2 0-189 15,2-2-235-15,-4-2-214 0,4 0-66 0,-5-3 223 16,2-2 388-16</inkml:trace>
  <inkml:trace contextRef="#ctx0" brushRef="#br1" timeOffset="5502.11">17808 8817 48 0,'1'-1'486'15,"-1"3"354"-15,0 4 187 0,0 3-23 0,0 7-316 0,3 3-228 16,-3 5-144-16,5 4-55 0,-1 2-20 15,0 2 0-15,2 1-47 0,1 1-40 0,3-7-35 16,0 0-31-16,1-6-23 0,5-2-27 16,-2-6-16-16,5-6-13 0,-3-4 3 0,4-6-2 15,-1-6 1-15,-3-2-2 0,1-8 8 16,-2-4 20-16,-3-3 18 0,0-3 8 0,-6-2 3 16,0-4-1-16,-4 1 0 0,-4-2-19 0,-4 1-16 15,-4 1-5-15,-5 0-5 0,-3 3-2 16,-4 1 2-16,-1 5 8 0,-3 3-3 0,2 2 0 15,2 4 1-15,0 6-1 0,1 6-8 16,3 2-9-16,0 5-4 0,4 4-3 0,3 5-6 16,2 4 2-16,5 2-3 0,4 1 0 0,4 1-4 15,2 1-44-15,5-1-59 0,2 0-104 16,2 1-166-16,3-4-299 0,2 0-318 0,1-3-276 16,0-2-161-16,2-3 265 0,-1-3 591 15</inkml:trace>
  <inkml:trace contextRef="#ctx0" brushRef="#br1" timeOffset="5820.21">18456 8826 62 0,'3'0'525'0,"-3"0"380"16,2 4 177-16,-1-4-50 0,2 2-372 15,0-1-235-15,0-1-150 0,2 2-65 0,0-2-32 16,2 0-21-16,3 0-8 0,1 0-12 16,4-2-13-16,2 1-20 0,2-2-10 0,0-2-9 15,5 0-24-15,-1-1-27 0,3 0-20 0,-4-2-10 16,3 0-8-16,-1-1-4 0,-1 2-1 0,-3-2-6 15,0 1-33-15,-3 1-44 0,-1 2-111 16,-6 0-160-16,1 1-296 0,-5-1-285 0,-3 4-240 16,-3 1-112-16,-3-1 324 0,-2 2 494 15</inkml:trace>
  <inkml:trace contextRef="#ctx0" brushRef="#br1" timeOffset="6305.99">18892 8481 28 0,'17'-5'372'0,"-4"3"249"0,1-3 171 15,-1 2 110-15,4 0-264 0,-2-2-167 16,0 2-89-16,1 2-45 0,-2-2-18 0,-1 3-56 16,1 0-58-16,-3 3-54 0,-1 0-31 0,1 3-27 15,-2 0-21-15,-2 1-17 0,-2 2-22 0,1 2-14 16,-3-1-5-16,0 2-3 0,-3-1-6 15,0 1-1-15,0-2 1 0,-2 1-5 16,2-1-2-16,-3-1-1 0,3 1 0 0,0-2 1 0,0 1-2 16,0 1 3-16,0-3 1 0,3 1 2 15,-3 3 0-15,2-2-6 0,1 1 3 0,2 1 1 16,-2 0-4-16,4-1-1 0,0 1 4 16,1-1 2-16,0-1-1 0,2 0 0 0,1-1 1 15,0-1-2-15,1-1-3 0,0 2 2 0,-1-3-2 16,0-3-1-16,-2 3 5 0,-1-2 0 15,-3 1 3-15,1-1 2 0,-4 2 2 0,-7 1 0 16,1-1-4-16,-5 3 2 0,-2 0 0 16,-4 1-3-16,-5 6 24 0,-2 0 60 0,-1 0 29 15,-2 2 18-15,-1 0 10 0,2 2 4 0,-1-3-20 16,3-1-48-16,2-2-27 0,4-2-23 16,4-2-19-16,2-3-23 0,5-1-55 0,3-4-61 15,5-4-122-15,4-5-183 0,3-5-297 0,5-2-311 16,5-5-242-16,1-5-106 0,3-3 372 15,3 0 557-15</inkml:trace>
  <inkml:trace contextRef="#ctx0" brushRef="#br1" timeOffset="6624.5">19607 8608 429 0,'0'27'1181'15,"-4"1"314"-15,-2 8-166 0,-2-3-250 0,2 5-491 0,0-1-256 16,-2 1-137-16,5-3-70 0,1-3-30 15,2-6-31-15,7-7-26 0,3-2-16 0,3-11-9 16,8-4-3-16,1-10-4 0,3-7-2 16,4-4-4-16,2-8 0 0,-1-5-6 0,2-2-1 15,-2-4-2-15,-1 1-3 0,-6-3-1 16,-1 3 3-16,-6 1 5 0,-2 1 3 0,-6 2 1 16,-3 0 5-16,-3 4 2 0,-7-1 1 0,0 1 0 15,-5 2 2-15,-2 3 8 0,-1 2 6 16,-2 1 2-16,-3 8 1 0,-1 1-1 0,3 8-3 0,-3 3-9 15,2 6-9-15,3 5-2 0,-2 1-3 16,3 5-1-16,5 2-2 0,3 2 0 0,1 1-4 16,4 0-60-16,4 1-68 0,1-1-144 0,3 1-254 15,3-1-301-15,3 0-352 0,1-2-254 16,2 3-22-16,-1-3 568 0</inkml:trace>
  <inkml:trace contextRef="#ctx0" brushRef="#br1" timeOffset="8183.86">28241 10781 361 0,'2'1'692'0,"-2"-1"237"0,0 0 90 0,1 0-262 15,1 0-180-15,1-1-118 0,0-4-30 16,3 3-24-16,2-5-38 0,-1-4-64 0,-1 1-48 15,3-5-55-15,-1-4-58 0,4-3-33 16,-3-3-27-16,4-3-10 0,0-3-15 0,-1-1-5 16,1-4-4-16,-2 1-5 0,1 1-1 0,0 2-2 15,-2 1-1-15,-2 1-2 0,0 7-5 16,-3 2-5-16,0 2-3 0,-1 6-8 0,-1 4-5 16,1 3-3-16,-1 3-1 0,-1 5-2 15,1 2-1-15,2 5 0 0,-2 3-1 0,2 5 0 16,2 2 0-16,0 5 0 0,1 1-1 0,0 6 0 15,2 1-1-15,0 4 0 0,1 1-1 16,2 1 1-16,-4-1 1 0,4 2-1 0,-4-1 1 16,1 2 1-16,1-3-1 0,-2-2-1 0,-1-3-1 15,-1-1 0-15,0-4-2 0,0-4 0 16,-4-2-1-16,0-4 0 0,0-2 1 0,-3-3-1 16,0-3 0-16,0-3-2 0,-1-1-6 0,-2-5-14 15,-2-2-19-15,-2-2-36 0,0-4-67 16,0-4-70-16,1-3-92 0,-1-3-140 15,-2-3-177-15,5 0-270 0,-1-2-214 0,1-2-180 16,1 1 64-16,2 2 408 0,1-1 424 0</inkml:trace>
  <inkml:trace contextRef="#ctx0" brushRef="#br1" timeOffset="10514.99">27673 10559 11 0,'-6'-3'239'0,"0"-4"161"0,-2 1 196 15,-2 0 56-15,1 0-47 0,1 1 4 0,0 0-17 16,-1 0-48-16,3-1-73 0,-1 2-82 15,2 1-60-15,0 1-63 0,2 0-54 0,-3 2-36 16,5 0-32-16,-1 0-1 0,1 1-29 0,-1 0-27 16,0 2-17-16,2 0-13 0,-1 0-3 15,1 2-26-15,1-1-8 0,1-1-7 0,3 1-2 16,1 1-2-16,0 0 15 0,4-1 14 0,1 2 3 16,5-1 2-16,2 2 4 0,3-1-1 15,4 2-18-15,4-1-12 0,2 2-3 0,1 2-4 16,1-1 0-16,4 2 1 0,-6-1-1 0,3 2 1 15,-4-1-1-15,0 0-1 0,-3 0-3 16,-2 1-1-16,-3 0 0 0,-1-1 1 0,-3 0 0 16,-2 1 0-16,-3-1-1 0,-4 1 7 15,1 1 11-15,-7 0 3 0,-3 1 2 0,-3 1 1 16,-5 0 1-16,-3 4-7 0,-5 0-8 0,-1 2 4 16,-5 0 2-16,-4 1 0 0,-4 0 2 15,0-1 1-15,-3 0-1 0,0-3-6 0,1-1-4 16,1-4-1-16,1 1-1 0,3-4-2 0,3-2 0 15,0-1-1-15,4-2-2 0,4-3-2 16,-2 1-2-16,7-3-1 0,0 1-1 0,3 0-1 16,4-4 0-16,0 0-1 0,6-1-1 15,3-1 0-15,1 0-2 0,5-1-14 0,2-1-32 16,2 0-76-16,1 1-98 0,6-4-176 16,-1 3-297-16,1-1-331 0,5 1-355 0,-2 0-174 15,2 0 230-15,-2 0 678 0</inkml:trace>
  <inkml:trace contextRef="#ctx0" brushRef="#br1" timeOffset="11242.27">29019 10333 348 0,'-1'-1'707'0,"-3"0"246"16,1 3 88-16,0 4-283 0,1 6-226 0,1 6-152 16,2 6-98-16,1 5-42 0,1 5-38 15,2 7-21-15,0 2-41 0,2 4-16 0,1 3 8 16,2 0-6-16,0 1-19 0,0 0-14 15,3-3-12-15,4-3-19 0,0-6-31 0,1-6-13 16,6-6-7-16,-3-9-5 0,4-5-3 0,2-6 1 16,-2-8 4-16,2-8-3 0,-2-4 4 15,-1-7 1-15,0-5 22 0,-2-5 15 0,-5-2 8 16,1-6 10-16,-7 1 7 0,-6-1 1 0,-3-1-11 16,-8 1-8-16,-6 2-5 0,-7 1-12 15,-4 4-11-15,-5 3-2 0,-5 5-12 0,-2 5-6 16,-3 8-2-16,3 5-4 0,-1 8 0 15,1 7-2-15,3 7 0 0,4 6 1 0,4 4 1 16,8 4 2-16,2 4-2 0,10 0 1 0,4 2-1 16,4 0-4-16,9-1 0 0,3-1-19 15,4-2-64-15,4-5-70 0,5-4-111 0,1-5-174 16,3-8-312-16,4-5-324 0,2-7-228 0,4-8-105 16,4-7 323-16,0-3 562 0</inkml:trace>
  <inkml:trace contextRef="#ctx0" brushRef="#br1" timeOffset="11537.78">29865 10489 485 0,'8'-20'975'0,"-7"6"265"0,-2 6-53 16,-4 10-307-16,-1 5-269 0,-5 8-192 15,3 9-101-15,-3 5-56 0,0 4-32 0,1 6-41 0,2 2-48 16,2 2-35-16,0 2-28 0,1 1-10 0,3 1-14 16,4-3-10-16,3 0-9 0,2-6-8 15,5-7-6-15,0-5-9 0,9-8-5 0,1-9-3 16,0-6 0-16,5-10-4 0,2-8 1 15,-1-5 0-15,-1-7-1 0,0-4 0 0,-2-6 0 16,-3-1 1-16,-1-4 2 0,-4-1-1 16,-8 1 0-16,-2 0-1 0,-5 2 1 0,-7 0-3 15,-5 3 0-15,-7 1 1 0,-4 3-1 0,-4 3-1 16,-2 6-1-16,-3 6-1 0,-2 8-4 16,1 7-9-16,-1 6-37 0,0 7-71 0,2 7-88 15,2 4-171-15,3 5-292 0,1 2-325 0,5 2-323 16,3 1-178-16,2 2 186 0,3-1 656 0</inkml:trace>
  <inkml:trace contextRef="#ctx0" brushRef="#br1" timeOffset="114722.82">24769 4014 127 0,'5'-10'396'0,"-1"2"233"16,-2 0 221-16,-1 1-45 0,-1 1-111 0,0-1-82 16,0 3-30-16,-1 1-21 0,1 2-74 15,0-2-97-15,0 1-83 0,-2 1-59 0,2 1-70 16,-1 0-56-16,1 0-32 0,0 0-19 16,-3 0-12-16,1 1-11 0,1 1-6 15,-1 1-7-15,2 1-5 0,0 2-3 0,0 2 0 0,2 1 0 16,-1 2 0-16,-1 4 0 0,0 1 2 15,2 3-3-15,-2 4-1 0,3 2 0 0,-3 2-1 16,-3 3-3-16,1 2-3 0,1-1-3 16,-1 4-2-16,1-2-3 0,-3 0-3 0,3 0-2 15,-1-1-2-15,1-4-1 0,1 0-1 0,0-2-1 16,0-2-1-16,0-3 0 0,0-2 1 16,0 0-1-16,0-5 1 0,0 0 0 0,-2-3-2 15,0-1 0-15,1-3-5 0,-3 1-8 16,0-2-14-16,-5-3-15 0,2 0-24 0,-1-2-48 15,-3-1-67-15,2 0-67 0,-3-4-118 0,2-1-159 16,2-1-247-16,0-2-262 0,0-1-204 16,2-1-97-16,-1-2 305 0,6-1 473 0</inkml:trace>
  <inkml:trace contextRef="#ctx0" brushRef="#br1" timeOffset="115372.58">24575 4409 98 0,'-4'2'391'0,"3"0"250"15,-1-1 211-15,0 1-49 0,1-1-165 0,-1 0-94 16,2 2-70-16,0 1-50 0,2 2-25 16,-1 3-22-16,3 2-37 0,-1 2-50 0,0 1-43 15,2 3-42-15,-2 1-46 0,0 1-45 16,3 2-36-16,-2-1-19 0,0-1-18 0,3 3-9 15,-1-2-6-15,1-1-7 0,0-3-5 16,3 1-5-16,-1-4-3 0,2 1-4 0,0-2 1 16,-1-2-3-16,1-3 0 0,-2 2-2 0,1-3 2 15,2-2 2-15,-2-1-2 0,1-2 0 16,-2-1 1-16,1-1 1 0,0-4-1 0,0 0-1 16,-1-1 3-16,-1-1-2 0,-2-3-2 15,2-1 1-15,-4 1 0 0,1-2-1 0,-2-2 0 16,1 2 0-16,-3 0 1 0,-1 0 0 0,-1 2 2 15,-3 0-1-15,1 0 0 0,0 1 2 0,0 2-1 16,-4 1 0-16,1 1 0 0,0-1-1 16,0 3 0-16,-1-1 0 0,1 1 0 0,-2 0-1 15,2-2 2-15,-1 2 0 0,-1-1 0 16,-1-1-1-16,1 1 1 0,2 0-2 0,-2 0 0 16,-1 0 0-16,4 1 1 0,-2 1 1 0,2 0 2 15,1 2 1-15,-2 0-1 0,3 0 2 16,1 0-3-16,0 2-1 0,1 0-1 0,1 4 2 15,0-1-2-15,1 1 0 0,3-2 1 0,-1 0 0 16,3 1 0-16,2-1-2 0,-2-1 1 0,2-1 0 16,4-2-1-16,0-2 1 0,2 1-1 15,-1-4 0-15,1 1-1 0,2 0 1 0,-4-2 0 16,2 0-1-16,-2 1 1 0,-3-1 0 0,0 2 2 16,-4 0 1-16,-2 2 1 0,-3-3 0 15,-1 3 2-15,-2 0-1 0,-4 1-1 0,-2 1-1 16,-1 1 0-16,-2 1-2 0,-1 2-1 15,-1 1 0-15,0 3-1 0,1-1 1 0,-3 3 0 16,5 0 0-16,-2 3 0 0,1 1-1 16,2 3-3-16,2-2-10 0,1 1-36 0,0-1-72 0,6-1-93 15,-3 3-174-15,8-4-293 16,-3-3-328-16,6 0-326 0,0 2-171 0,4-3 205 0,-1 1 657 16</inkml:trace>
  <inkml:trace contextRef="#ctx0" brushRef="#br1" timeOffset="120295.12">25098 8089 110 0,'6'-13'298'0,"-1"4"126"0,-2-2 103 16,2 1-184-16,-4 0-149 0,1 3-76 15,-1 2-32-15,1-1-1 0,0 2 32 0,-2 1 32 16,-2 2 41-16,0 2 34 0,2 2 23 0,-3 2 10 16,2 4-7-16,-2 1-6 0,0 3-2 15,0 4-3-15,-1 3-10 0,3 2-10 0,-3 4-16 16,3 4-27-16,-1 0-30 0,2 4-28 15,2 1-26-15,-1 1-27 0,3 3-21 0,1-3-12 16,1 3-10-16,3-3-1 0,1 0-8 0,4-4-1 16,0 0-1-16,7-3-2 0,-2-4-4 15,4-2-4-15,4-5 0 0,3-3-1 0,2-5-2 16,3-1-2-16,-2-4-3 0,3-3 2 16,4-4 0-16,-2-3 1 0,0-1 1 0,1-1-1 15,4-4 1-15,-4 2-3 0,1-3 3 0,-1 2-1 16,-1-2-3-16,-1 0 5 0,-2-2 2 0,-4 2 1 15,1-1-4-15,-5 0-2 0,-2 1 5 16,-5-1 0-16,0-2-1 0,-6 3-1 0,-2 0 5 16,-3 1-3-16,-2-3-1 0,-4 3 2 15,-3-4 2-15,-3 2-2 0,-4 0-3 0,-2-1-2 16,-3-1-7-16,-2-2-12 0,-4 1-21 16,-1-2-25-16,-3-3-45 0,3 0-57 0,-1-3-65 15,-1 0-68-15,5-3-61 0,1 2-59 0,5 0-43 16,3 0-45-16,4 2-145 0,3 3-58 15,3-1 57-15,1 0 150 0,0 3 182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5-01-13T07:56:27.8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13624 1875 96 0,'-10'12'360'16,"-1"-3"241"-16,0 0 275 0,0-1 4 0,1-2-127 16,1-2-101-16,1 0-72 0,4-3-49 0,-1 3-91 15,1-3-96-15,3-1-76 0,1 0-48 0,0-1-40 16,1-1-56-16,3-2-34 0,1-1-14 16,1-2-6-16,2-2-3 0,3-2-2 0,0-1 6 15,5-3 3-15,-2 0 1 0,5-1 6 0,0-4 4 16,3 0-1-16,0 0-2 0,3-3-4 0,1-1-7 15,2-2-13-15,-1 1-11 0,0-1-10 0,1 0-8 16,-1 0-6-16,0 2-5 0,-2 0-13 0,-4 2-5 16,1 3 0-16,-1-1 0 0,-7 3 0 0,3 1 0 15,-6 2 0-15,-1 2 0 0,-1 3 0 16,-1 2 0-16,-3 1 0 0,-2-1 0 0,-1 3 0 16,-2 1 0-16,-2 1 0 0,-3 2 0 0,-1 0 0 15,-5 1 0-15,2 3 0 0,-6 2-21 0,0 3-56 16,-3 2-35-16,-2 1-66 0,-2 1-85 0,-2 2-146 15,1 2-246-15,-3-3-312 0,0 3-343 0,0 0-223 16,0-3 45-16,4 0 597 0</inkml:trace>
  <inkml:trace contextRef="#ctx0" brushRef="#br0" timeOffset="270.24">13498 1536 234 0,'-9'-9'605'0,"-2"1"352"0,2 0 199 16,1-2-204-16,3 3-218 0,0 1-110 0,2 0-111 15,3 2-107-15,0 3-89 0,3 0-55 0,2 1-61 16,3 2-56-16,3 5-31 0,3 2-16 0,1 3-9 16,5 3-18-16,4 6-12 0,-1 1-12 15,4 5-12-15,2 2-10 0,1 3-9 0,5 2 2 16,-1 0 0-16,0 3-2 0,1-2-4 0,1 0-1 16,-3-2-1-16,2 1-6 0,-2-4-3 0,-1-2 0 15,0 2-9-15,-1-4-20 0,2-1-59 0,-6 1-79 16,3-2-169-16,-1-1-278 0,-1 3-325 15,2-5-388-15,0 5-308 0,0-2 43 0,2 0 759 16</inkml:trace>
  <inkml:trace contextRef="#ctx0" brushRef="#br0" timeOffset="1145.88">20996 5313 18 0,'-12'7'467'0,"2"1"454"0,-1-1 285 16,-3 0 0-16,5 2-244 0,-3-4-267 0,3 0-166 15,3 1-121-15,1-3-84 0,2 0-65 0,-1-2-86 16,4-2-55-16,2-2-31 0,1-2-20 15,4-1-10-15,2-6-2 0,5-1-1 0,2-3-2 16,6-1-4-16,2-6-4 0,3 1-4 0,3-5-6 16,1 0-7-16,3-3-6 0,1-2-6 15,-2 1-4-15,0 0-4 0,0-3-4 0,-1 4-2 16,-2 2-2-16,-3 1-1 0,-4 3 0 16,-3 3-1-16,-2 4-2 0,-6 2-4 0,-2 6-10 15,-3 0-22-15,-6 5-35 0,-2 4-75 0,-6 1-97 16,-6 5-173-16,-4 5-290 0,-6 2-324 15,-6 5-355-15,-2 2-189 0,-6 2 192 0,-2 0 692 16</inkml:trace>
  <inkml:trace contextRef="#ctx0" brushRef="#br0" timeOffset="1294.65">20851 5145 276 0,'8'4'566'15,"1"1"315"-15,4 1 218 0,4 1-248 16,3 2-176-16,2 1-136 0,1 2-91 0,4 1-85 15,0 5-89-15,3-2-64 0,0 0-46 0,0 2-28 16,2 2-37-16,-2 1-36 0,-1 1-22 0,1 1-18 16,-4 4-67-16,-4 2-83 0,0 3-174 15,-4 1-286-15,-2 4-297 0,-5 1-347 16,-2 4-205-16,-1-3 131 0,-5 4 634 0</inkml:trace>
  <inkml:trace contextRef="#ctx0" brushRef="#br0" timeOffset="1789.63">20846 6799 268 0,'5'4'526'0,"3"0"290"0,4 0 221 16,-2 2-210-16,6 2-181 0,-2 1-104 15,3 1-78-15,-1 2-85 0,2 1-84 0,-1 2-68 16,0-1-51-16,0-1-41 0,0 1-33 0,-1-1-30 15,-1 2-29-15,1-2-21 0,-2 0-5 0,-1 0-4 16,1 1-7-16,-4 2-54 0,-2-3-55 16,-1 3-136-16,-2 0-214 0,-3 1-296 0,-1 0-317 15,-1 1-231-15,-1-2-70 0,-2 2 452 16</inkml:trace>
  <inkml:trace contextRef="#ctx0" brushRef="#br0" timeOffset="2007.47">21049 7291 162 0,'-2'1'791'0,"1"4"439"0,-1 0 42 0,1 2-173 15,-3 1-423-15,4 3-313 0,0 2-150 16,0 2-67-16,4 3-36 0,0 2-21 16,2 3-15-16,1 2-29 0,-1 5-22 0,4-2-11 15,0 1-22-15,2 3-37 0,-3-2-69 0,4 1-149 16,-2 0-258-16,-1-2-294 0,0-1-284 0,-2-2-213 15,0-1 81-15,-3-1 533 0</inkml:trace>
  <inkml:trace contextRef="#ctx0" brushRef="#br0" timeOffset="2187.85">21008 7896 112 0,'-8'-3'709'16,"1"1"456"-16,0 4 90 0,2 1-149 0,2 1-398 15,1 5-352-15,4 1-175 0,-1 3-89 0,4 4-41 16,3-1-23-16,0 3-13 0,0 4-8 0,6-2-5 16,-3 1-15-16,2 0-61 0,1 0-140 15,-1-1-227-15,0-2-278 0,-1 1-269 0,-1-4-226 16,0 0 45-16,-3-1 450 0</inkml:trace>
  <inkml:trace contextRef="#ctx0" brushRef="#br0" timeOffset="2371.9">20984 8218 119 0,'-5'0'708'0,"0"4"444"15,2 4 89-15,2 3-152 0,1 1-391 0,1 6-324 0,4 3-136 16,3 3-66-16,1 1-30 0,4 3-12 16,3 3-17-16,1 0-27 0,4 2-32 0,-2 0-23 15,5 0-16-15,-1-1-7 0,4-2-41 16,-2-2-48-16,-2-1-139 0,0 0-237 0,-1-6-279 15,-1-1-307-15,-4-3-248 0,-3-3-51 0,-2 0 473 16</inkml:trace>
  <inkml:trace contextRef="#ctx0" brushRef="#br0" timeOffset="3447.39">13576 6747 239 0,'0'-2'532'0,"0"1"245"0,0-1 115 15,0 2-222-15,0 0-197 0,4 0-71 0,-3 3-42 16,6 2-35-16,3 4-26 0,2 3-34 0,2 3-40 15,6 3-53-15,1 3-50 0,1 6-30 16,4 0-26-16,0 4-16 0,1 1-13 0,-2 1-21 16,2-4-10-16,-3 2-5 0,2-3-1 15,-5-5-2-15,0 1-28 0,-3-6-55 0,-3-4-135 16,-4-2-188-16,-1-5-291 0,-2-1-279 16,-7-4-236-16,-2-4-11 0,-5-4 417 0</inkml:trace>
  <inkml:trace contextRef="#ctx0" brushRef="#br0" timeOffset="3631.08">13731 6598 49 0,'16'12'417'16,"-2"5"266"-16,1 3 162 0,2 3 76 15,-1 4-318-15,3 2-191 0,-2 1-109 0,1 0-55 16,0-2-32-16,0 0-53 0,1-3-70 0,-3-3-103 15,3-4-156-15,-4-4-205 0,1-4-282 16,-2-5-237-16,-2-7-177 0,-3-5 90 0,-4-5 371 16</inkml:trace>
  <inkml:trace contextRef="#ctx0" brushRef="#br0" timeOffset="3830.22">13726 6157 326 0,'7'14'584'16,"-1"1"192"-16,4 4 76 0,2 4-224 0,1 2-211 16,4 4-113-16,-1-2-58 0,3 0-35 0,0 3-35 15,4-5-69-15,-3 1-54 0,0-7-67 16,1-2-108-16,0-5-138 0,-3-5-276 0,-2-4-238 16,0-5-180-16,-5-5 0 0,-3-5 258 15,-3-4 334-15</inkml:trace>
  <inkml:trace contextRef="#ctx0" brushRef="#br0" timeOffset="3999.36">13760 5597 265 0,'8'13'485'0,"1"6"164"16,5 5 80-16,2 5-285 0,2 4-187 15,-1-1-97-15,4 2-55 0,-1-1-28 0,1 0-11 16,1-3-4-16,-2-2-37 0,2-2-52 0,-2-4-104 15,0-3-249-15,-2-3-204 0,0-6-108 16,-2-4 1-16,-3-7 160 0</inkml:trace>
  <inkml:trace contextRef="#ctx0" brushRef="#br0" timeOffset="4176.35">13826 5059 104 0,'3'5'381'0,"2"10"187"0,3 6 122 16,5 5-98-16,0 3-284 0,4 6-161 0,0-1-78 16,2 2-30-16,1-1-13 0,0 1 2 0,3-3-8 15,-1-2-59-15,4-1-132 0,-5-6-266 16,0-1-151-16,1-9-57 0,-4-4 67 0,-1-8 185 16</inkml:trace>
  <inkml:trace contextRef="#ctx0" brushRef="#br0" timeOffset="4377.81">13920 4567 30 0,'23'31'226'0,"2"1"112"0,-1 1 98 15,0 1-100-15,1-3-132 0,0-2-98 16,-2-6-187-16,2-3-210 0,-3-7-86 0,-2-7-7 15,0-8 57-15</inkml:trace>
  <inkml:trace contextRef="#ctx0" brushRef="#br0" timeOffset="4537.09">14036 3757 395 0,'2'9'798'0,"3"7"245"16,1 6 43-16,2 3-233 0,6 7-343 15,-1 2-184-15,4 3-90 0,1 2-54 0,2 3-49 16,2-2-53-16,4-1-46 0,-1-2-79 16,2-4-179-16,2-4-305 0,-1-4-267 0,0-2-263 15,2-7-201-15,-3-1 151 0,-2-3 536 16</inkml:trace>
  <inkml:trace contextRef="#ctx0" brushRef="#br0" timeOffset="8780.67">8898 1204 118 0,'-8'2'319'0,"-3"-4"145"0,0 0 127 0,3 1-179 16,-3 0-127-16,3-1-29 0,2 0 8 0,-1 1 43 16,1-2 41-16,0 3 28 0,1-1-2 0,0-1-45 15,0 1-42-15,2-1-56 0,0 2-49 0,-1-1-42 16,2-1-25-16,-1 2-10 0,3-1-20 0,-2 1-10 15,2-2-16-15,-1 2-12 0,1-2-9 16,0 2-8-16,0 0-8 0,0 0-13 0,0 0-1 0,1 0-3 16,-1 0-4-16,2 0-1 0,-1 2 1 0,1-2 4 15,4 2-5-15,-3-2 1 0,4 1 3 0,-3-1 26 16,3 2 16-16,2-2 16 0,-3 0 11 16,2 1 5-16,-1-1-1 0,2 0-20 0,-1 2 9 0,3-2 2 15,-1 1 0-15,2-1-10 0,1 0-4 16,1 2-3-16,2-2-24 0,0 1-9 0,1-1-2 15,4 2 7-15,-1-1 3 0,4-1 1 0,0 1 3 16,4 1-3-16,-1 0-4 0,3-1-1 0,0 0-1 16,0 1 1-16,3 1-3 0,-3-2-2 0,2 3 2 15,0-3-1-15,-1 2-1 0,-1 0-3 0,2 2-2 16,-4-2 1-16,1 2-2 0,-1-3-2 0,-2 2 0 16,-2 0 0-16,-1-1 0 0,-1 0-4 0,-1 1-2 15,-4 1 2-15,2-2-4 0,-3 1 3 0,0-1-2 16,-3 1 1-16,0 0 1 0,-1-2-1 0,-3 2 1 15,2-2 0-15,-3 2 1 0,-1-2-1 0,-3 0 0 16,1 1-1-16,1-3-1 0,-1 2 0 0,-2-2 1 16,-1 0 1-16,-1 3-1 0,1-3 2 0,0 0-2 15,-1 0 0-15,1 0 0 0,-2 0 0 0,2 0 1 16,-2 0-2-16,0 0 2 0,0 0 1 0,0 0-2 16,0 0-2-16,0 0-1 0,0 0 3 15,0 0-3-15,0 0 0 0,0 0 1 0,0 0 0 16,1 0 1-16,-1 0-2 0,0 0 2 0,2 0 0 0,-1 0 1 15,-1 1-1-15,3-1 1 0,-1 0 0 0,-1 2-3 16,2-1-1-16,-1 1-1 0,1 0 3 0,0-1-2 16,2 0 1-16,0 3 0 0,0-3 2 0,1 2 0 15,0 0-2-15,-1 1 0 0,3-1 3 16,1 2-1-16,-1-1 1 0,0 1-1 0,0 0 3 0,3 1-1 16,-3-1 0-16,2 2 0 0,-1 0-1 15,-1-1 1-15,0 0-2 0,0 0 0 0,1 0 2 16,-1 0-1-16,-3-2 0 0,2 1-1 0,-3-1 0 15,2-1-1-15,-3 0 1 0,1-2 1 0,-1 3 0 16,-2-4 3-16,1 2-1 0,-2-2-2 0,2 2 2 16,-2-2-2-16,1 2-1 0,-1-2-1 15,2 0 0-15,-2 0 0 0,0 0 0 0,0 0-1 0,0 0 2 16,0 0 0-16,0 0 1 0,0 0 0 0,0 0 0 16,0 0-1-16,-2-2-1 0,2 2 1 0,-1-2-2 15,-1 2 1-15,2 0-1 0,-2-2 0 0,1 2 0 16,-1-2 0-16,-1 0 1 0,3 2-1 15,-2-1-1-15,-1 0 0 0,0 1-5 0,0-2-7 16,0 2-25-16,-2-1-58 0,2-1-59 0,-2 2-87 16,0-3-149-16,-1 3-202 0,0-3-299 0,3 0-242 0,-2 0-206 15,0 0 49-15,0-2 469 0</inkml:trace>
  <inkml:trace contextRef="#ctx0" brushRef="#br0" timeOffset="9117">9951 1242 112 0,'5'-6'371'0,"-4"-2"208"0,1 4 147 16,0-1-156-16,-1 0-142 0,4 4-55 0,-2-1 3 16,0 2 16-16,2 0 1 0,0 1-5 0,1 0-25 15,3 5-41-15,2-1-42 0,1 1-24 0,3 3-25 16,-2 0-23-16,4 3-24 0,-1 1-32 16,0 1-36-16,0 1-32 0,1 2-19 0,-2-3-12 0,0 3-7 15,0-3-8-15,-3 0-3 0,1 2-6 16,-1-3-5-16,-2 0-1 0,0-1-1 0,-1 0 1 0,-3-1 2 15,1-1 5-15,-3 1 5 0,-2-2 4 16,0 1 1-16,-4-3-1 0,0 4-2 0,-4-3-7 16,-2-1-4-16,-6 3-7 0,1-3-4 15,-6 0-1-15,-3-1-4 0,-2 0-1 0,-3-1-2 0,-1-3-1 16,0 0-1-16,-1 0 3 0,2-2 2 16,4 0-1-16,0 0 1 0,4-2-1 0,3 2-1 15,2 2-8-15,6-2-14 0,0 2-25 0,4 2-60 16,2 1-103-16,2 0-211 0,6 0-284 15,-3 4-335-15,4 0-403 0,-1-2-263 0,-1 0 287 16,2 3 833-16</inkml:trace>
  <inkml:trace contextRef="#ctx0" brushRef="#br0" timeOffset="10776.63">3886 4211 161 0,'-5'-4'268'0,"2"3"97"0,0-2-54 15,-2 0-78-15,3 1-36 0,-2 0-18 0,1 1-1 16,1 1-3-16,2-2-20 0,-1 2-21 0,1 2-25 16,1 1-32-16,1 2-22 0,5-1 19 15,-2 5 19-15,3 1 38 0,0 0 48 16,3 5 34-16,0 0-2 0,2 3-28 0,1 1-24 16,0 4-30-16,2 1-50 0,0 3-26 15,-2 3-17-15,2-1-6 0,-2 5-9 0,-1-1-7 0,1 0-2 16,0 3-8-16,-4-1-1 0,2-4 2 15,-2 2-4-15,-2-5-50 0,-1-1-88 16,-2-5-105-16,-3 0-162 0,-2-7-257 0,-2-2-171 16,-3-5 12-16,-2-5 195 0,-3-6 253 0</inkml:trace>
  <inkml:trace contextRef="#ctx0" brushRef="#br0" timeOffset="10981.61">4008 4667 121 0,'6'6'309'0,"0"3"127"0,0 1 93 15,4 2-199-15,1 2-122 0,5 4-54 0,-2 3-15 16,4 0 24-16,-1-1 20 0,-1 1 11 16,4 0-23-16,-2 0-25 0,2 0-29 0,-1-1-43 15,0 0-26-15,-2-4-22 0,1-1-9 16,1-2-8-16,-3-3 2 0,3-5-1 0,0-2-1 16,-2-9 3-16,2-5 1 0,-3-6-23 0,3-9-59 15,-2-7-86-15,-1-5-158 0,0-8-240 0,-2-2-140 16,-1-4 3-16,-1-1 143 0,-4 0 209 15</inkml:trace>
  <inkml:trace contextRef="#ctx0" brushRef="#br0" timeOffset="15619.4">4795 7125 70 0,'-2'0'282'0,"-1"0"142"16,0 1 100-16,3 2-134 0,0 3-137 15,3 0-80-15,-1 3-36 0,2 2-14 0,3 4 24 16,1 0 17-16,4 3 16 0,0 1 2 0,2 0-13 16,2 1-16-16,-2-2-28 0,3 0-22 15,0-4-31-15,-2-1-23 0,2-4-18 0,-1 1-8 16,1-6-3-16,-4-3-7 0,0-2 3 0,-1-5 0 16,-4-3-2-16,-1-3 1 0,0-3-3 15,-5-2 0-15,-1-1-4 0,-1-1 0 16,-3-2 1-16,-1 2-1 0,-4 1 3 0,0-1 2 15,-3 2-1-15,-5 4 19 0,0 1 10 0,-3 2 5 16,0 2 5-16,0 2 16 0,2 5 37 0,-1 1 5 16,3 1 3-16,2 4 0 0,2 2-6 15,3 5-20-15,0 0-30 0,5 5-24 0,1 1-16 16,4 0-7-16,1 3-5 0,2-2-4 16,3 2 0-16,0 0 0 0,4-2 0 0,0 1-3 15,1-2-29-15,0-2-65 0,1 0-119 0,-1-4-120 16,0-4-272-16,3 1-242 0,-2-5-132 15,2-1 78-15,-2-3 301 0</inkml:trace>
  <inkml:trace contextRef="#ctx0" brushRef="#br0" timeOffset="27159.62">19668 10735 63 0,'-10'80'153'0,"1"-1"17"0,-2-2-50 16,2-5-50-16,-1-5-30 0,2-4-18 15,2-4-12-15,-2-7 1 0,0-5-2 0,4-6-1 16,-3-4-3-16,2-4-5 0,-2-5 0 15,2-2-5-15,0-5-1 0,0-4 3 0,0-1 0 16,1-4 0-16,-1-2-2 0,2-1-6 0,2-1-16 16,-1-2-26-16,0-2-45 0,2-2-39 0,-3 3-11 15,2-3 16-15</inkml:trace>
  <inkml:trace contextRef="#ctx0" brushRef="#br0" timeOffset="27560.62">19423 11651 68 0,'-6'2'153'16,"1"0"11"-16,1-2-47 0,-1 1-53 0,0-1-33 16,0-1-22-16,0-1-11 0,-1 0-8 15,0-1-3-15,0-1-3 0,1 0 5 0,-2-2 6 16,0 0 7-16,0-2 9 0,1 2 9 0,-1-2 10 16,0-1 5-16,1 2 2 0,1 0-1 15,1-1-2-15,0 1-5 0,2-1-8 0,0-1-6 16,1 2-7-16,1-3-4 0,0 2-3 0,1-1-2 15,1 0-3-15,1-2 1 0,2-1 5 16,0 2 3-16,0-3 3 0,1-2-1 0,0 2 4 16,2-2 6-16,-1-1-3 0,2 0-2 15,-1-4-2-15,1 0-2 0,-1-1 1 0,3-2-4 16,-3-2-3-16,0 0 1 0,0-4 1 0,1 1-3 16,-1-2-1-16,0 0 0 0,0-2-1 15,-2 2-1-15,-1 2 0 0,0 1-1 0,2 0-2 16,-6 4 0-16,5 1 1 0,-4 1-4 15,-1 4 4-15,-1 1-1 0,0 1 2 0,-1 5 1 16,-1 0 2-16,-1 1 0 0,0 4 0 0,0 3 0 16,-2 0-5-16,2 4-7 0,0-1-8 15,-4 2-14-15,4 0-13 0,-3 4-30 0,1-1-34 16,2 0-30-16,-2 1-30 0,0 0 16 0</inkml:trace>
  <inkml:trace contextRef="#ctx0" brushRef="#br0" timeOffset="61407.35">23732 1507 255 0,'3'-11'518'0,"0"4"242"0,-1 0 156 0,-1 2-195 16,1-1-120-16,-2 4-81 0,1-3-73 0,-1 4-35 15,0-1-29-15,2 2-30 0,-2 2-56 0,2 0-41 16,-2 3-32-16,1 2-37 0,1 4-38 0,0 2-38 16,-1 5-21-16,1 5-14 0,-1 2-7 0,4 7-13 15,-4 4-7-15,1 6-7 0,1 2-4 16,-1 9 2-16,-1 3-1 0,1 3 2 0,0 8 2 15,-2 0 1-15,0 5 0 0,0 2-6 0,0 1-3 16,0 1-1-16,1 0-4 0,-1-1-3 0,2 2-5 16,-1-4-5-16,-1 1-2 0,4-5-2 0,-4 0 0 15,1-1-2-15,-1-4 0 0,0-1-1 16,0-4-1-16,0-2-2 0,0-5-2 0,-1-2-1 16,1-4-3-16,-2-6-1 0,0-5 0 15,1-4 0-15,-1-5-2 0,2-4-1 0,-1-4-4 16,1-3-6-16,-2-2-11 0,0-6-16 0,1-1-20 15,-3-4-25-15,1-5-52 0,-3-3-69 16,2-4-90-16,-3-5-156 0,1-2-274 0,-2-4-317 16,0-5-282-16,2-2-174 0,-2-4 175 15,0-5 630-15</inkml:trace>
  <inkml:trace contextRef="#ctx0" brushRef="#br0" timeOffset="61937.44">23539 1506 97 0,'-1'1'358'0,"-4"0"208"0,1-1 177 0,1 0-92 16,2 0-153-16,1 0-77 0,0-1-40 0,0-2-14 15,1 0-12-15,2-2-21 0,1 0-29 16,1-3-31-16,-1-1-14 0,4-1-6 0,0-2-7 15,2-2-16-15,0-3-22 0,2-1-25 0,0-2-33 16,2-1-36-16,-1-2-29 0,4-2-18 0,-4-1-5 16,4-2-8-16,-1 0-5 0,2-2-5 0,-4 1-4 15,3 0-4-15,-1-1-5 0,0 0-1 0,-2 3-4 0,2 2-2 16,-3 1-1-16,-2 3 0 0,-2 3 1 16,-1 2-1-16,-1 7 0 0,-1-1 0 0,-2 4-3 15,0 6-2-15,-1 4-2 0,-2 3-1 0,3 5-2 16,-3 3-1-16,-1 5-2 0,3 1-4 0,-3 4-1 15,2 4-1-15,0-1-3 0,-1 3-1 0,4 1 0 16,-2-1-1-16,0 0 4 0,2 1 2 0,0-2-1 16,1 1 0-16,2-6-9 0,0 1-18 0,-2-1-30 15,2-1-77-15,1-2-91 0,1-1-191 0,-2 0-285 16,3-3-331-16,-5 4-392 0,1-3-209 0,-3 2 179 16,1-1 772-16</inkml:trace>
  <inkml:trace contextRef="#ctx0" brushRef="#br0" timeOffset="63709.55">23444 3432 123 0,'5'0'431'0,"-3"2"245"0,-2-1 143 0,2-1-140 16,-2 0-245-16,2 1-175 0,0-1-101 16,1 2-46-16,0-2 8 0,0 1 38 0,4-1 54 15,-1 2 46-15,2-1 18 0,0 0 0 16,1 1-33-16,2-2-33 0,0 1-42 0,4 1-39 15,2 0 8-15,2-1-8 0,-2 0-6 16,5-1 23-16,4 2 13 0,-2-2-6 0,1 0-33 16,3 0-5-16,2 0-8 0,0-2-34 0,4 2-23 15,-3 0-11-15,4-1-7 0,1 0-16 0,0 1-8 16,-1 0-4-16,3 0-2 0,-3 0 1 16,3 0-1-16,1 1 2 0,0-1 3 0,-1 1 0 15,0-1 2-15,2-1 10 0,2 0 4 16,-1 1 3-16,3-4 0 0,-3 3-1 0,3-2-1 15,-2 2-11-15,0-2-5 0,1 1-4 0,0 0-2 16,-4 0-2-16,4 0-3 0,-4 1 0 16,1 1 1-16,-1-2 0 0,-1 4-1 0,0-2 4 15,2 0 2-15,-1 1 13 0,2-1 7 16,2-1 5-16,5-1 2 0,-1-1-1 0,4 0 0 16,-1-1-14-16,1-2-7 0,3 2-6 0,-1-5-3 15,2 2 0-15,0-3-2 0,2 0 3 16,-2 2 0-16,2-1 2 0,-1-1 0 0,1 0 1 15,2 2 0-15,0 1 0 0,1-2-2 0,0 3 0 16,-2 0-1-16,2 3-1 0,-3-1-1 0,2 2-3 16,-4 1 2-16,0 1 0 0,-2 0 1 15,0 1 2-15,1 2 1 0,-3 1 2 16,1 2-1-16,1-1 2 0,3 0-1 0,-4-1-2 16,5 1 1-16,-2 0-1 0,4-3-1 0,-4 2 0 15,1-2-1-15,-3 2-1 0,4-3 0 0,-2 2 2 16,-1-1 0-16,-1-1 2 0,-1 0 1 15,1 2 3-15,0-1 0 0,0-1 0 16,1 1 0-16,0-1-1 0,-2 1-2 0,2 1-2 16,-2-3 0-16,-1 3-2 0,-1-3 0 0,0 1-1 15,-2 1-1-15,-1-1 1 0,0 1 1 0,-2-1 0 16,0-1 1-16,-3 1 1 0,1 1 2 16,-2-2 0-16,1 2 0 0,-2-2 0 0,2 1 1 15,-2 0-1-15,0 1 0 0,0 0 0 16,-1-1 1-16,0 1-2 0,-1-1 0 0,-1 1-1 15,1-1 1-15,0 0-2 0,0 1-1 0,-2 1 0 16,1-3-1-16,2 0-1 0,-3 2 2 16,1-2 0-16,-3 0 1 0,1 0 1 0,0 0 1 15,0 0 1-15,1 0 1 0,-1 0-1 0,-2 0 0 16,0 0 1-16,1 0-1 0,-1 0 0 0,2 0 0 16,-4 0-1-16,1 2-1 0,-2-2-1 15,0 3 1-15,-2-3-1 0,1 2 0 0,-4-1 0 16,0 2 1-16,-1 1-1 0,-2-1-1 15,2 0 0-15,-4 0 1 0,3 0 0 0,-1 0 0 16,-2 0 7-16,0 0 3 0,1-1 4 16,1-1 2-16,-1 0 1 0,3-1 3 0,-2 2-5 15,0-2 0-15,0 0-2 0,0 0-2 0,0 0 0 16,4 0-4-16,-4 0 1 0,2 1-2 0,1-1-1 16,0 0-1-16,0 2 0 0,-1-2 1 0,2 1-2 15,-3-1-4-15,1 0-3 0,-2 1-2 16,0-1 0-16,0 0-1 0,-2 0-2 0,-2 0 6 15,1 2 3-15,-4-2 1 0,2 0 4 0,-3 1 6 16,2 1 5-16,-3 0 10 0,1-1 6 0,-1 0 4 16,-1 3-1-16,4-1-3 0,-2 0-3 0,0-1-8 15,2 2-5-15,0-1-4 0,-1-1-3 16,2 1-2-16,-1-1-1 0,1-2-2 0,-1 1-1 16,1 2-1-16,-1-3 0 0,0-3-2 0,-1 2 1 15,-2 0-1-15,0 0 0 0,-1-4 1 0,-2 3-1 16,0-1 1-16,-1 0 0 0,-4 0 0 0,-1 2 1 15,1-2-1-15,-3 1 0 0,0-1 0 16,-2-2-1-16,-4 2-1 0,1-1-2 0,-3 0-7 16,-2-1-9-16,-5 1-11 0,0-1-15 0,-1 1-17 15,-2 1-19-15,-2-2-25 0,1-1-39 16,-1 1-53-16,2 1-48 0,-3-3-64 0,3-3-114 16,2 3-139-16,3-3-168 0,2-1-223 0,2 0-217 15,4-1-88-15,0-2 262 0,3-2 435 0</inkml:trace>
  <inkml:trace contextRef="#ctx0" brushRef="#br0" timeOffset="64056.04">30696 3075 294 0,'-4'2'633'0,"-2"0"250"0,-2 1 71 0,1 2-271 16,2-1-278-16,1 1-164 0,-1 1-110 15,4-1-45-15,-1 2-12 0,2-2 16 0,2 0 36 16,-1 1 28-16,4-1 26 0,-1 1 7 0,1-2-1 15,2-1-13-15,-2 0-22 0,4 0 1 16,-3 0-4-16,2 0 11 0,0 0 18 0,1 0 3 16,-1 2-4-16,2-3-18 0,1 4-19 0,-3 1-22 15,1-1-29-15,-1 3-18 0,2 0-14 0,-2 1-11 16,0 1-9-16,0 2-4 0,-2 0 2 16,0 0-2-16,-1 1-1 0,-2-2 1 0,0 5 1 15,-3-3-3-15,0 3-5 0,-1-2-1 0,-3-1-4 16,-2 2-9-16,0 2-7 0,-4-4-6 0,1 1-3 15,-1-1-3-15,-2-1 0 0,2 0 3 16,-1-1 2-16,-1-2 7 0,0-1 4 0,3-2 0 16,0 0-2-16,0-2-7 0,3 0-17 0,0-2-49 15,1-2-72-15,4 1-80 0,-2-1-147 0,6-1-229 16,-2 0-314-16,7 1-301 0,-2 1-209 0,2-2-10 16,5 1 517-16</inkml:trace>
  <inkml:trace contextRef="#ctx0" brushRef="#br0" timeOffset="65036.67">30704 4038 61 0,'-6'-3'297'16,"0"-2"182"-16,-3 4 192 0,0 0-10 0,1-1-64 15,-1 0-1-15,5 2-22 0,-1 0-66 0,1 0-81 16,4-1-90-16,0-2-83 0,4 0-80 15,2 0-41-15,5-2-11 0,2 0 11 0,4 2 16 16,4-4-5-16,1 0 9 0,5 1-13 0,-1-2-17 16,4 2-23-16,0 2-21 0,0 0-8 15,0 2-15-15,-1 0-8 0,-3 4-11 0,-1 1 3 16,-2 1-2-16,-2 2-5 0,-3 2-8 0,-3 1 1 16,-4 2 7-16,-1 2-6 0,-3 2-5 0,-5 1 0 15,-2 1-2-15,-3 2-6 0,-5 1-2 0,0 0-3 16,0 3 4-16,-3 0 3 0,-1-2 7 0,-1 3 1 15,0-1 1-15,1 0-1 0,0 1-5 16,2-1-4-16,-2 1-8 0,4 0-4 0,-1-1-2 16,3 0-1-16,-1-1-2 0,6 0 2 0,-3-1-1 15,4-3 1-15,0 1-1 0,4-4 1 0,1 0 0 16,-1-3-1-16,4-1 3 0,2-2-2 16,1-3 1-16,4-4-1 0,0 0 1 0,4-5 3 15,-2-4-1-15,7 0 2 0,-2-6-6 0,0-1-1 16,5-2-4-16,0-1-2 0,0 0-1 0,0-2-2 15,-2 2 5-15,-3 0 3 0,0 3 2 0,-1-2 1 16,-4 5-1-16,1 0 1 0,-6 1 1 0,2 5-1 16,-2-1-1-16,-3 4 0 0,0 0 1 15,-1 4 0-15,1 3 0 0,-2 1 0 0,-1 2 1 16,2 4 0-16,-1 1-1 0,-1 4 0 0,3-1 1 16,-2 1 5-16,3 2 3 0,0 2 1 0,0-3 2 15,1-1-1-15,3 2 0 0,1-6-6 0,0 1-3 16,1-4-2-16,1-2-2 0,1-4 1 15,1-3-1-15,0-2 2 0,0-3 0 0,0-2 2 0,-2-5 1 16,2 0 1-16,-2-6 2 0,1-2-5 16,-2-1-3-16,-2-3-2 0,-3 0-1 0,0-2-3 15,-5 0-1-15,-1 0 5 0,-3-3 1 0,-4 3 2 16,-3-2 5-16,-1 1 3 0,-5 2-4 0,2-1-1 16,-4 7-2-16,-3-1 0 0,2 3-6 15,-5 5-4-15,3 0 4 0,-4 6 2 0,1 1 0 16,1 2-1-16,-2 4-3 0,-1 1-10 0,2 1-15 15,-1 3-31-15,0-1-52 0,2 1-61 0,-1-1-78 16,3 2-118-16,-1-4-160 0,2 2-214 16,3-1-249-16,0 0-221 0,4 0-84 0,-1-4 270 15,5-1 458-15</inkml:trace>
  <inkml:trace contextRef="#ctx0" brushRef="#br0" timeOffset="65241.52">31449 4164 98 0,'2'6'628'0,"-4"-2"432"16,2 1 146-16,0 1-87 0,4 1-376 0,-1 1-247 0,4 1-130 16,1-1-52-16,2 2-40 0,4-1-30 15,2 0-41-15,3-1-48 0,4-2-48 0,1-2-30 16,3-1-17-16,3-2-17 0,0-1-10 16,4-3-15-16,-3 0-4 0,2-3-12 0,1 0-6 0,0-1-4 15,-2-3-6-15,-5 1-33 0,0 2-59 16,-4-3-100-16,-2-1-164 0,-5 1-292 0,-2-1-330 15,-5-1-314-15,0 1-194 0,-6-5 218 0,-5-1 633 16</inkml:trace>
  <inkml:trace contextRef="#ctx0" brushRef="#br0" timeOffset="66208.02">22703 580 18 0,'4'-6'486'0,"0"3"489"0,-3 1 269 15,-1 0-22-15,0 0-303 0,3 2-242 0,-1 2-201 16,-2 2-121-16,1 2-68 0,-1 2-54 15,2 2-63-15,-1 6-46 0,-1 1-32 0,0 3-23 16,2 3-19-16,0 2-13 0,-1 3-12 0,-1 0-10 16,3 2-3-16,-1-5-3 0,0-1-3 0,1-2-2 15,0-1-4-15,0-3-7 0,3-2-16 0,-3 0-38 16,1-6-66-16,-4 1-83 0,0-5-168 0,-4-4-287 16,1 2-316-16,-3-6-319 0,2 0-208 0,-5-2 125 15,-2-1 664-15</inkml:trace>
  <inkml:trace contextRef="#ctx0" brushRef="#br0" timeOffset="66406.72">22505 542 565 0,'-2'0'1145'0,"-3"4"212"0,1-1-142 0,1 3-279 15,1 2-415-15,2 0-206 0,3 4-108 0,3 0-55 16,2-1-31-16,4 4-33 0,2-2-36 15,2-1-19-15,2 2-19 0,3-4-7 0,1-3-53 16,2 2-64-16,-1-3-156 0,-2 1-293 16,-2-4-285-16,0 2-337 0,-5-3-239 15,-2 3 42-15,-5 1 616 0</inkml:trace>
  <inkml:trace contextRef="#ctx0" brushRef="#br0" timeOffset="66591.46">22568 1013 240 0,'-5'25'867'16,"-4"-1"378"-16,3-2 2 0,1 1-181 0,2-3-470 16,3 2-295-16,0-4-143 0,1 0-68 0,2-3-38 15,6-1-17-15,1 0-17 0,1-3-4 0,8-1-8 16,1-4-1-16,6-1-4 0,4-1 1 0,5-4-2 16,3 0-20-16,3 0-38 0,0-3-123 0,3 3-199 15,2 0-289-15,-3 3-272 0,3 2-244 0,-3 1-72 16,-1 2 383-16</inkml:trace>
  <inkml:trace contextRef="#ctx0" brushRef="#br0" timeOffset="70920.98">23953 2946 189 0,'2'2'331'0,"-2"1"123"0,1-3-16 16,1 1-113-16,-2 0-70 0,2 0-47 0,-2 2-21 16,0-3-5-16,0 2 7 0,0 0 21 0,-2 1 18 15,2 0 33-15,-2-1 32 0,2 0 18 16,0 1 3-16,-1 0-16 0,1-1-32 0,0 1-44 16,0 0-41-16,1 0-36 0,-1-2-35 0,2 2-23 15,0 0-12-15,-2-2-10 0,3 3 19 0,-2-2 18 16,3 2 10-16,0-3 22 0,1 2 1 0,-1 0-1 15,0 0-28-15,1 0-24 0,-1-1-13 0,3-2-19 16,0 2-7-16,0 1-4 0,1-2-2 16,0 0-3-16,3-1-1 0,-2 0-12 0,1 0-6 15,1 0-4-15,0 0-3 0,0-1-2 0,1 0 12 16,1-2 6-16,1 1 2 0,-1 2 1 16,3-2 1-16,-3-1 2 0,-1 0-12 0,2 2-6 15,-1-3 0-15,3 2-5 0,-3-2 0 16,-1 2-3-16,1-2 0 0,0 3 0 0,1-2 0 0,-3 2 2 15,1-1-3-15,1 1 3 0,-2 1 8 16,3-2 2-16,-1 2 3 0,3 2-1 0,-2-2 2 16,3 0-2-16,-2 1-6 0,2 1-4 0,-1-1-3 15,1-1-2-15,-1 2 1 0,1-1-1 0,1 0 0 16,-2-1-1-16,-1 2 0 0,0-2-1 0,0 2-1 16,-2-2 0-16,2 0 1 0,-1 0 1 15,0-2-1-15,0 2 0 0,-1-2 1 0,1 1-1 16,-1 1 0-16,1-3-1 0,-3 3 0 0,0-3 0 15,3 2-1-15,-4 1 2 0,1-2 0 0,0 1-1 16,-2-1-1-16,1 1 0 0,1-1 1 16,-5 1 0-16,2 1-2 0,0-2 2 0,1 1 0 15,-1-1 0-15,1 1 0 0,-2-1-1 0,1 0 1 16,2 0 1-16,-4-1 0 0,3 0-1 0,-1-1 0 16,0 1 0-16,-1 1 0 0,3-2 0 0,-1 2 0 15,-1 0 0-15,1-3 1 0,-1 4 1 16,0-2-1-16,0 0 0 0,1 0 0 0,1 1-1 15,-2 0-1-15,0-2 2 0,-1 3 0 0,1-2 1 16,0 0 0-16,-1 0 0 0,0 0 0 0,0 0 0 16,-1 0 1-16,1-1-2 0,0 1 1 15,-1-2 1-15,1 1 0 0,-1 0-1 0,1-2 1 16,0-1 0-16,0 1-1 0,1 0 1 0,-2-1-1 16,2-1 1-16,0 1 1 0,-2-4-1 0,1 2 1 15,3-3 5-15,-2 0 3 0,2-2 2 16,0 0 1-16,0-1 0 0,2-1-5 0,-3-2-8 0,4 0-6 15,-4 1-3-15,4 1 4 0,-4-3 3 16,-1 1 0-16,5 2 8 0,-5-2 2 0,0 1 3 16,0-1-5-16,1 2-2 0,-3-2 3 0,2-1-4 15,0 0-2-15,1 0-2 0,0-3-1 0,-3-1-1 16,0 0 0-16,4-1 2 0,-2-1 0 16,-2-1-3-16,0-2-3 0,4-1-1 0,-6-1-2 15,4 1-1-15,-3-3-1 0,2 1 5 16,0-1 3-16,-2 2 0 0,0 1 2 0,0-1 0 0,-2 2 0 15,2 2 0-15,-4-1 0 0,4 2 0 16,-4-3-1-16,2 5 0 0,1-1 0 0,-3 1 0 16,1-4 0-16,0 4 1 0,1-2-1 0,-2 1 1 15,3-1-2-15,-3 1 7 0,2 1-2 0,2-1-3 16,-2 2 0-16,0-1 0 0,0 1 0 0,4-1-5 16,-4 2 1-16,0-1 3 0,2 1 1 0,-1 0 0 15,1-1 0-15,-2 3 0 0,2 0 1 0,-2 1-2 16,2 3 1-16,-2-2 0 0,1 2 0 15,2 2 0-15,-3-2 0 0,0 5 0 0,0-1-2 16,0 0 1-16,1 0 1 0,0 2-1 0,0 1 0 0,0 0 0 16,1-1 0-16,-2 3 0 0,0-1-1 0,0 1 0 15,2 0 1-15,0 1-1 0,1-1 0 16,0 0 1-16,-1 0 0 0,3 2 0 0,0-2-1 16,1 2 0-16,1-3 1 0,0 3 0 0,2-3 0 15,1 4 0-15,1-4 1 0,0 1-1 0,0 2 0 16,1-1 0-16,-2 1-1 0,1-1 2 0,-2 2 0 15,2 2 1-15,-2-2 0 0,0 3 1 0,-2 0 0 16,1 0-1-16,1 1 0 0,0 2 1 0,-3-2 0 16,3 4 0-16,0-2 2 0,-1 2 0 0,1-1 0 15,0 2 0-15,-2-1 1 0,2 1 0 0,-3 1-1 16,4-1 1-16,-4 2 0 0,-1-1 1 0,3 1 1 16,-1 1-1-16,-2 0 0 0,1 0 0 0,0 2 0 15,0-1 0-15,0 1 0 0,0 1 1 0,-1 1-1 16,0 0 1-16,-1 3 0 0,0-3-1 0,1 3-2 15,-1-1 1-15,-1 1-1 0,3 1-2 0,-2 0 7 16,-1 1 1-16,1-2 1 0,-1 2 1 0,2 0 1 16,0 1 4-16,-4-2-2 0,5-1-1 0,-5 3 1 15,4-1 3-15,-2 0 0 0,-1-2 0 16,0 0-1-16,0 2-3 0,-2-4 1 0,1 3-1 16,-1-1 0-16,1-1-1 0,-1 0 0 0,0 0-5 15,0 2 3-15,-1-2-5 0,1 0 1 0,0 0-5 16,-1-2-2-16,2 2 3 0,-2 0-3 15,1 0 6-15,-1-2-1 0,1 1 5 0,-1-2 1 16,1 0 0-16,-2 0 0 0,3 0-4 0,-3-3-2 16,1 2-1-16,-1-2-2 0,4-2 1 0,-4 1-1 15,1-1 0-15,-1 0 1 0,1-1 0 16,0 0 2-16,-1 1 1 0,3 0 1 0,-3-1 2 16,1 2-1-16,-1-2 1 0,3-1-2 0,-4 3 0 15,1 0-2-15,1-1 0 0,-1 0 0 0,1 1 0 16,0 0-1-16,-2 0-4 0,2-1 0 0,0 0 0 15,0 0 0-15,-2 0 0 0,3 0 0 16,-3-1 0-16,1 0 0 0,-1 0 0 0,0 0 0 16,0-1 0-16,4 2 0 0,-4-3 0 0,0 3 0 15,1-2 0-15,-1-1 0 0,2 0 0 16,-2 1 0-16,1-1 0 0,-1 1 0 0,0-1 0 0,2 1 0 16,-2-3 0-16,2 3 0 0,-2 0 0 0,0-3 0 15,1 3 0-15,-1-3 0 0,0 4 0 16,0-1 0-16,2-3 0 0,-2 3 0 0,1 0 0 15,-1-1 0-15,0 0 0 0,2 1 0 16,0-2 0-16,-2 1 0 0,0 1 0 0,0-3 0 16,1 3 0-16,-1 0 0 0,3-3 0 0,-1 3 0 15,-1-2 0-15,1 2 0 0,-1-1 0 0,1 3 0 16,0-1 0-16,-1-2 0 0,2 2 0 0,1-2 0 16,-3 1 0-16,3 1 0 0,-1-2 0 0,-2 2 0 15,4-2 0-15,-2 1 0 0,0 1 0 16,-1-3 0-16,1 2 0 0,-2-1 0 0,3-1 0 15,-3 3 0-15,4-1 0 0,-3 0 0 0,2-3 0 16,-1 4 0-16,-1-1 0 0,3-1 0 0,-4 1 0 16,2-1 0-16,2 1 0 0,-1 2 0 15,0-1 0-15,2 0 0 0,1-1 0 0,-2 0 0 16,-1 2 0-16,1-1 0 0,3 1 0 0,-2-1 0 16,1 0 0-16,-3 0 0 0,4 0 0 0,-2 0 0 15,1 2 0-15,-1-1 0 0,2-2 0 16,-1 0 0-16,2 2 0 0,-3-1 0 0,1 1 0 15,1-1 0-15,-1 0 0 0,0 0 0 0,-1-2 0 16,1 4 0-16,2-2 0 0,-1-2 0 0,-2 3 0 16,1 0 0-16,2-1 0 0,-3-1 0 15,2 1 0-15,-1 0 0 0,-1-2 0 0,1 2 0 16,0 0 0-16,-1-2 0 0,-1 1 0 0,2 0 0 16,-1-1 0-16,-2 0 0 0,3 1 0 0,-4-3 0 15,0 2 0-15,2 0 0 0,-1-1 0 0,0 1 0 16,-1-1 0-16,-2 0 0 0,3-1 0 15,-1 0 0-15,-2 1 0 0,3 0 0 0,-1-1 0 16,-2 1 0-16,3-2 0 0,-3 2 0 0,2-1 0 16,-1 1 0-16,1 0 0 0,-2-2 0 0,3 2 0 15,-3-1 0-15,4 0 0 0,-2 2 0 0,1-3 0 16,-1 2 0-16,-2 0 0 0,4-2 0 16,-1 4 0-16,0-5 0 0,-3 2 0 0,2 1 0 15,1 0 0-15,1-2 0 0,-1 3 0 0,2 0 0 16,-1-1 0-16,0 0 0 0,1 1 0 0,-1-1 0 15,4 2 0-15,-1-1 0 0,0 1 0 0,0-2 0 16,1 1 0-16,0 1 0 0,-1-1 0 0,2 0 0 16,-2 1 0-16,2-2 0 0,0 2 0 15,-1 0 0-15,0-2 0 0,0 2 0 0,1 0 0 16,-2 0 0-16,4-1 0 0,-2 0 0 0,1 1 0 16,1-2 0-16,-2 1 0 0,2 1 0 15,-1-3 0-15,1 3 0 0,0 0 0 0,0-3 0 16,1 2 0-16,0-2 0 0,-1 3 0 0,-1-5 0 15,3 2 0-15,-3-2 0 0,1 0 0 0,2 0 0 16,-5 0 0-16,4 0 0 0,-4 0 0 16,1 0 0-16,1 0 0 0,-5 0 0 0,1 0 0 15,1 0 0-15,-4 0 0 0,2 0 0 0,-1 0 0 16,-2 0 0-16,1 0 0 0,0 0 0 0,-2 0 0 16,1 2 0-16,-1-2 0 0,-1 0 0 15,3 3 0-15,-3-3 0 0,4 1 0 0,-2 0 0 16,-2-1 0-16,3 1 0 0,-1 2 0 0,0-3 0 15,0 2 0-15,4 2 0 0,-1-3 0 0,0 2 0 16,0 0 0-16,3 0 0 0,1-2 0 0,1 2 0 16,2-1 0-16,1 1 0 0,1-3 0 15,2 1 0-15,-1 1 0 0,3-2 0 0,0 0 0 16,0 0 0-16,1-2 0 0,2 1 0 0,-1-1 0 16,3 1 0-16,-2-1 0 0,1 1 0 0,0-1 0 15,0-1 0-15,3 2 0 0,-1 0 0 16,2-1 0-16,-2-1 0 0,2 2 0 0,0-1 0 15,0 0 0-15,-2 0 0 0,2 2 0 0,-2-4 0 16,-1 3 0-16,1-3 0 0,1 2 0 0,-1 0 0 16,-3 2 0-16,2-5 0 0,-1 3 0 0,1-3 0 15,-3 2 0-15,-1-1 0 0,2 0 0 16,-4 2 0-16,1-1 0 0,-4 0 0 0,1 0 0 16,-4 0 0-16,0 1 0 0,-2 1 0 0,-2-1 0 15,1-1 0-15,-4 2 0 0,-1-1 0 16,1 1 0-16,-1 0 0 0,-1-1 0 0,-2 0 0 0,1 1 0 15,1-2 0-15,-3 1 0 0,0 0 0 16,0-2 0-16,1 2 0 0,-1-3 0 0,2 3 0 16,-1-4 0-16,3 1 0 0,-3 1 0 0,3-2 0 15,0-1 0-15,1 1 0 0,-2 0 0 0,3 0 0 16,1 0 0-16,-2 0 0 0,-1-1 0 16,1 2 0-16,3 0 0 0,-4 0 0 0,5 1 0 15,-5 0 0-15,1-1 0 0,2 0 0 0,0 3 0 16,-2-3 0-16,0 2 0 0,0-1 0 0,-1 1 0 15,0 1 0-15,2-1 0 0,-3 2 0 0,-2-1 0 16,3 1 0-16,-3 0 0 0,1 1 0 16,-1-2 0-16,3 2 0 0,-3 0 0 0,1 0 0 15,0 0 0-15,1 0 0 0,-2 0 0 16,4 0 0-16,-2 0 0 0,-2 0 0 0,4 0 0 0,-2 0 0 16,1 0 0-16,-1 0 0 0,2 0 0 15,1 0 0-15,-2 0 0 0,1 0 0 0,2 0 0 16,1 0 0-16,-1 0 0 0,0 0 0 0,-2 0 0 15,3 0 0-15,-4 0 0 0,2 0 0 16,1 0 0-16,-4 2 0 0,2-2 0 0,0 0 0 0,-2 1 0 16,2 0 0-16,-1-1 0 0,1 2 0 15,-4-1 0-15,4 1 0 0,-2-1 0 0,1-1 0 16,-1 2 0-16,0 1 0 0,0-2 0 0,2 1 0 16,-2 1 0-16,2 0 0 0,-2 1 0 0,2-1 0 15,-2 1 0-15,2 2 0 0,2-1 0 16,0 1 0-16,1 1 0 0,0-1 0 0,1 0 0 15,-1 0 0-15,2-1 0 0,-1 1 0 0,0 2 0 16,1-2 0-16,1 0 0 0,-2 0 0 0,3 1 0 16,-2-1 0-16,2 1 0 0,-3-1 0 0,2 1 0 15,-1-1 0-15,-1 1 0 0,4-1 0 16,-5 0 0-16,1 0 0 0,2-1 0 0,-3 1 0 16,-2-2 0-16,3-1 0 0,-5 3 0 15,2-4 0-15,-1 3 0 0,-2-3 0 0,2 2 0 0,-2 0 0 16,-1-1 0-16,1 0 0 0,-1 0 0 0,-1 0 0 15,4 0 0-15,-5 0 0 0,1 0 0 16,-1 0 0-16,3 0 0 0,-3 0 0 0,0 1 0 16,2-1 0-16,0 0 0 0,-2 0 0 0,0 0 0 15,1 0 0-15,-1 0 0 0,2 0 0 16,0 0 0-16,-2-1 0 0,1 3 0 0,1-3 0 16,-1 2 0-16,-1-2 0 0,2 2 0 0,0-2 0 15,1 2 0-15,-2-2 0 0,1 1 0 0,2 0 0 16,-1 0 0-16,1 0 0 0,1 2 0 15,-1-4 0-15,1 4 0 0,4-3 0 0,-1 2 0 16,0-2 0-16,0 2 0 0,5-3 0 0,-4 2 0 16,3-1 0-16,3-1 0 0,0-1 0 0,2-1 0 15,2-3 0-15,-2 2 0 0,4-3 0 0,0 0 0 16,1 0 0-16,3-3 0 0,-2 1 0 16,3-2 0-16,-2-1 0 0,-1 1 0 0,3 0 0 15,-3 1 0-15,0-2 0 0,-5 3 0 0,3 0 0 16,-7 2 0-16,-1-1 0 0,-4 2 0 0,-1 1 0 15,-1 0 0-15,-1-1 0 0,-3 4-25 0,0 0-20 16,-1-3-14-16,-2 3-17 0,-2-1-24 0,0 1-43 16,-2 0-68-16,-1-1-75 0,-1 0-143 15,-1 1-227-15,-1-3-304 0,-1 1-289 0,0 2-180 16,-3-2 33-16,-5-4 561 0</inkml:trace>
  <inkml:trace contextRef="#ctx0" brushRef="#br0" timeOffset="71903.25">24236 3385 72 0,'3'0'336'0,"1"0"204"0,-1 0 177 16,-2 0-66-16,3 2-132 0,-3-2-67 0,2 1-28 16,-1-1-13-16,-1 0-18 0,1 1-30 0,-1 1-39 15,3 1-29-15,-3-1-6 0,6 3-17 16,-2 1-26-16,2 0-21 0,-1 1-24 0,1 3-37 16,-1 1-48-16,-1 2-36 0,4 4-21 15,-4 0-18-15,0 2-14 0,0 1-9 0,0 4-6 16,-4-2-5-16,2 1-6 0,-1 2-1 15,1 0-3-15,-2 0-3 0,1 0-6 0,-1 0-33 0,-1-1-66 16,2-3-83-16,0-1-166 0,-2-1-290 16,1-3-316-16,-1 0-319 0,2-2-194 0,-2-4 149 15,-2-3 644-15</inkml:trace>
  <inkml:trace contextRef="#ctx0" brushRef="#br0" timeOffset="72324">24061 4338 18 0,'3'12'357'15,"-1"-2"261"-15,2-1 187 0,-1-2 53 16,-1-5-190-16,3 2-129 0,-2-4-93 15,2-4-52-15,3-1-27 0,-1-2-26 0,1-3-53 16,2-4-31-16,2-2-23 0,1-3-27 0,-2-3-20 16,5 0-28-16,-2-2-32 0,2 0-40 15,-2 0-27-15,0 3-13 0,-2 2-11 0,0 0-8 16,-2 5-4-16,-2 1-6 0,-3 4-2 0,-1 2 3 16,1 2-2-16,-4 0 2 0,2 4-2 0,-3 1-1 15,2 4-2-15,-2 3-3 0,-2 3-2 16,-1 4-2-16,2 4-3 0,-4-1 0 15,4 5-2-15,-2 0 0 0,-1 2-1 0,3 2-2 0,-3-2 0 16,1 2-1-16,3 0 1 16,-1-1-3-16,-1-1 1 0,0-1-1 0,2-2-5 0,0-4-20 15,0-3-61-15,0-3-59 0,0-3-77 16,0-4-148-16,2-4-213 0,0-4-305 0,1 0-238 16,2-6-202-16,0-2 21 0,-1-2 474 15</inkml:trace>
  <inkml:trace contextRef="#ctx0" brushRef="#br0" timeOffset="72575.48">24396 4363 139 0,'10'15'404'0,"-1"2"236"0,0 1 218 0,1 0-79 15,1-1-125-15,-2 3-98 0,3-2-89 0,0-1-84 16,-1-3-82-16,2 1-90 0,-4-5-75 0,3-3-47 16,1-2-17-16,0-2-15 0,3-6-7 0,-2-3-3 15,4-6 0-15,-2-2 26 0,-1-5 1 16,1-4 30-16,0-3 20 0,-3 0 20 15,-1-4 14-15,-2 1-15 0,-6-1-2 0,0 0-29 16,-6 0-20-16,-3 2-24 0,-1-2-21 0,-3 7-15 16,1 1-12-16,-4 3-7 0,2 6-5 0,-2 4-3 15,4 6-5-15,-2 6-6 0,2 6-28 16,1 6-67-16,2 4-79 0,5 1-170 0,4 3-288 16,0 2-319-16,8 2-334 0,2 1-207 15,6 0 129-15,4 4 677 0</inkml:trace>
  <inkml:trace contextRef="#ctx0" brushRef="#br0" timeOffset="73503.52">29318 3360 25 0,'1'0'499'0,"3"4"448"0,-3-1 219 16,3 0-21-16,-3 2-344 0,1 1-264 0,4 1-129 16,-3 3-64-16,2 3-31 0,-1 2-38 0,1 1-37 15,2 4-38-15,-1 2-60 0,-2 3-45 16,1 0-32-16,0 2-22 0,-2 1-14 0,4-1-9 16,-4 0-7-16,3-2-6 0,-1-1-2 15,0-2-2-15,-2-1-4 0,2-4-16 0,-4 0-55 16,1-2-67-16,-2-1-135 0,-3-2-239 0,-1-2-305 15,0-1-342-15,-5 0-278 0,0-1-72 16,0 3 524-16</inkml:trace>
  <inkml:trace contextRef="#ctx0" brushRef="#br0" timeOffset="73872.25">29073 4417 139 0,'1'4'693'0,"1"-2"418"0,0-5 110 15,1-1-110-15,2-5-409 0,1-3-216 0,3-4-117 16,1-2-61-16,4-2-42 0,-1-4-36 16,4-2-37-16,-3 1-57 0,5-2-40 0,-3 1-25 15,1 1-17-15,-1-1-10 0,0 2-10 0,-2 3-6 16,0 3-9-16,-1 3-7 0,-5 2-3 15,1 2-4-15,-2 5 4 0,-2 2 3 0,0 2 5 16,-2 5 1-16,-2 3 2 0,-1 3 3 0,0 3-4 16,-1 5-5-16,-1 1-3 0,1 4-3 0,-3 2-3 15,3 3-1-15,-3 0 0 0,1 3-3 16,-2 0 0-16,4 4-1 0,-2-3-1 0,-2 2 0 16,4-3-2-16,-1-2-1 0,2 0-7 15,2-6-19-15,2-3-46 0,1-4-69 0,0-2-68 16,1-7-108-16,1-6-159 0,3-5-189 0,1-5-219 15,1-1-207-15,2-6-167 0,0-2 107 16,2-3 406-16,-2-3 384 0</inkml:trace>
  <inkml:trace contextRef="#ctx0" brushRef="#br0" timeOffset="74172.2">29508 4285 146 0,'12'-15'493'0,"-2"5"347"16,-4 4 240-16,-1 1-127 0,0 5-214 0,-4 4-177 0,4 2-112 16,-5 2-59-16,0 6-51 0,0 1-53 15,-5 3-43-15,4 3-36 0,-2 0-41 0,1 1-49 16,0 3-38-16,1-3-25 0,-1-1-18 15,4-2-11-15,-2 0-10 0,3-5-6 0,2-3-6 16,2-4-2-16,1-2 2 0,4-7 0 0,0-4-2 16,1-4 2-16,2-5 0 0,0-5 0 15,0-2 0-15,0-4-1 0,-2-1 2 0,-3 0 0 16,-2-1 1-16,-1 1-2 0,-5 1 1 16,-2 4-2-16,-4 2 0 0,-1 4 0 0,-3 4-3 15,-2 6-1-15,-5 4-2 0,0 5-1 0,-3 6 0 16,-1 4-2-16,1 3 1 0,1 2-1 0,3 2-2 15,-2 3-4-15,5 0-15 0,0 1-41 16,3-1-54-16,5 1-55 0,1-2-73 0,2-1-138 16,4-3-172-16,1-3-236 0,4-2-231 15,2-2-202-15,3-4-26 0,7-4 373 0,-1-5 448 16</inkml:trace>
  <inkml:trace contextRef="#ctx0" brushRef="#br0" timeOffset="74425.03">29870 4351 81 0,'13'-5'525'15,"-1"4"442"-15,-6 1 231 0,1 5-119 16,-2 2-287-16,-2 5-184 0,-2 3-142 0,-1 4-111 0,0 1-67 16,-1 4-49-16,-1 1-49 0,1 1-58 15,-1 2-54-15,2-3-31 0,2-1-22 0,1-5-11 16,1-2-8-16,1-4-4 0,1-5-2 16,2-5 1-16,0-4 1 0,1-5-1 0,1-5 3 15,0-5 2-15,-1-3-2 0,-1-3-1 0,-2-2 1 16,1 1 0-16,-6-1-3 0,-1 0-1 15,-1 0 2-15,-6 0-1 0,-1 0-1 0,-4 2 0 16,-2-1-1-16,-4 3-1 0,-3 1-5 0,-4 4-38 16,-5 3-51-16,-1 3-50 0,-8 2-72 15,0 0-145-15,0 1-216 0,-3-2-270 0,2-3-232 16,2 0-212-16,0-3 11 0,-1-4 456 16</inkml:trace>
  <inkml:trace contextRef="#ctx0" brushRef="#br0" timeOffset="77538.06">25451 2082 27 0,'-2'-2'162'15,"1"2"40"-15,-3 0 8 0,3 0-20 0,-1 0-52 16,0 0-46-16,2 0-26 0,-3 0-19 0,3 0-10 15,-1 0 1-15,-1 0-6 0,2 0 3 16,-2 0 1-16,2 0-4 0,0 0-4 0,-1 0-26 16,1 0 7-16,-2 0 3 0,2 0-1 0,0-2 3 15,-1 2-28-15,1 0 10 0,0-1-18 0,-2 0-5 16,2-1 3-16,0 1 9 0,0-1 35 16,0 0 31-16,0 0 26 0,0 0 19 0,0 1 11 15,0 0 10-15,0-1-5 0,0 0-8 0,0 2-4 16,0-2-9-16,0 2-7 0,0 0-5 0,2 0 1 15,-2 0-5-15,0 0-10 0,0 0-5 0,0 0-4 16,0 0-3-16,0 0 0 0,0 0 5 16,0 0 1-16,0 0 2 0,0 0-8 0,0 0-9 15,0 0-14-15,1 0-11 0,-1 0-10 0,0 0-8 16,2 0-1-16,-1 0 0 0,-1 0 36 16,4 0 50-16,-3 2 33 0,2 0 35 0,-1-2 29 0,1 2 12 15,-1-1-26-15,1 0 3 0,0 1 0 0,2-2-18 16,-2 2-23-16,2-1-13 0,-2 0-9 15,2-1-14-15,0 0-15 0,-2 2-9 0,3-2-6 16,-2 1-1-16,1-1-2 0,-1 0-24 16,0 0-17-16,0 0-7 0,0 0-1 0,1-1-5 15,-1 1 16-15,0 0 7 0,-1 0 6 0,2 0 2 16,-2 0 3-16,0 0-4 0,2 0-16 0,-1 0-11 16,-1 0-1-16,2 0-4 0,0-2-3 0,0 2 0 15,0 0 1-15,0 0 1 0,1 0-5 16,-2 0 8-16,3 2 4 0,-1-2 5 0,1 1-2 15,-1 1 5-15,0-1 1 0,-1 0-10 0,1-1-3 16,1 2-1-16,-1 0-3 0,-2-2-1 16,1 1-2-16,2 1-3 0,-2-2 0 0,-1 0-3 15,1 1 1-15,-1-1 2 0,1 0 4 0,-2 0 0 16,2 0 3-16,-1 0-2 0,-1 0-2 0,3 0 0 16,-2 0 0-16,0 0-2 0,1 0 2 0,-1-1 13 15,1 1 10-15,3 0 5 0,-4-2 1 16,3 2 6-16,-1-1-5 0,-1 1-8 0,4 0-10 15,-2-2-12-15,-1 2-1 0,1 0 0 0,1 0-2 16,-1 0-5-16,0 0 5 0,1 0 1 0,-2 2-4 16,2-2-1-16,0 0 6 0,-2 1 1 0,1-1-1 15,2 2 6-15,-3-2-2 0,2 0 3 16,0 0-2-16,1 0 1 0,1-2-5 0,0 2 1 16,-1-1-2-16,2-1 0 0,-1 0-1 0,2 1 50 15,-1-2 56-15,4 0 16 0,-1 1 14 0,-2 0 0 16,2-1-2-16,-1 0-45 0,1-1-43 0,-3 4-18 15,2-2-15-15,0 0-4 0,-4 2-5 16,4 2 1-16,-4 0 0 0,-1-2-2 0,2 2 0 16,-1 0 0-16,-1 1 1 0,-1 0-2 0,1 0 2 15,-1 0 1-15,0 0 2 0,-1-1-5 0,-1 2-1 16,0-3 2-16,1 1 0 0,-3-1-1 16,2 1 0-16,-4-2 1 0,2 1 2 0,1-1-1 15,-3 0 1-15,-1 0-2 0,2-1 4 0,-2 1 2 16,2-2 1-16,-2 2-1 0,-2-1 1 0,2 1-1 15,-2-2-4-15,1 1-4 0,1-3-4 16,-4 3-18-16,1-2-60 0,0 2-62 0,0-3-143 16,0 0-250-16,-2 0-302 0,4 0-322 0,2-3-232 15,2 1-27-15,2 0 551 0</inkml:trace>
  <inkml:trace contextRef="#ctx0" brushRef="#br0" timeOffset="78241.1">26013 1995 160 0,'-1'4'393'0,"-1"-1"234"16,-1-2 199-16,2 3-147 0,-1-3-105 0,0 1-73 16,2-2-64-16,2 0-86 0,0 0-54 15,-1 0-51-15,4-2-48 0,3-3-35 0,0 1-22 16,6-5 3-16,2-3-22 0,6-2-17 0,4-4 41 15,4-1 7-15,4-3 0 0,1-2-21 16,3-4-16-16,0 0-15 0,2-1-46 0,2 2-30 16,-1-4-20-16,0 4-9 0,-1 0-3 0,-4 3 3 15,-3 3-3-15,-1 2 5 0,-5 2 2 0,-4 3 0 16,-1 4 2-16,-6 1-2 0,-3 3 0 0,-2 2-1 16,-3 1 0-16,-2 3 0 0,0 1 0 0,-4 2-1 15,-2 0-33-15,-2 3-50 0,0 0-54 0,-5-1-113 16,1 1-175-16,-1-2-307 0,-2 1-270 15,0-2-233-15,1 0-108 0,-2-3 321 0,1-2 532 0</inkml:trace>
  <inkml:trace contextRef="#ctx0" brushRef="#br0" timeOffset="78473.62">26666 1410 61 0,'7'-5'569'0,"-4"1"462"0,0-1 190 0,0 1-83 0,2-2-393 16,-1 2-270-16,0-3-184 0,1 1-98 0,-1 1-53 15,3-1-32-15,4 2-23 0,-3 0-25 0,3-1-20 16,3 2 26-16,-1 0 11 0,1 2 6 0,2-1 5 16,-2 4-3-16,2-1-1 0,-1 1-34 0,1 2-17 15,-2 2-10-15,1 0-11 0,-1 3 3 0,-5 2-5 16,1 1-1-16,-4 1-8 0,0 2 1 0,-2 4-1 16,-4-2-4-16,-4 4-15 0,2-1-47 0,-6 0-51 15,0 0-139-15,-1-1-225 0,-1-1-295 0,0 0-306 16,2-2-247-16,-1-4-73 0,3-3 478 15</inkml:trace>
  <inkml:trace contextRef="#ctx0" brushRef="#br0" timeOffset="79589.62">27414 861 85 0,'-5'0'311'0,"2"0"174"0,-2 2 165 0,1-1-59 16,-1 0-36-16,1 3 5 0,-1-2-2 0,1 1-33 15,3-3-56-15,-1 0-80 0,1 0-103 0,-1 0-89 16,2-1-68-16,0 1-46 0,0 1-28 16,2 1 2-16,1 0 13 0,2 5 7 0,3-1 4 15,2-1-3-15,3 3 1 0,1 0-22 0,2-1-23 16,5 1-15-16,0-1-3 0,1 3 28 0,3-2 13 15,2 0 8-15,1-1-4 0,2 1-7 0,-2-1-5 16,2-1-27-16,-1 0-16 0,-3-1-7 0,-1 1-1 16,-2-2 3-16,-4 1 0 0,-1 0 13 0,-4-1 11 15,-3-1 14-15,-3-1 20 0,0 3 11 0,-7-2 9 16,1 2-9-16,-4-1-8 0,-4 3-13 0,-2 2-13 16,-1-1-12-16,-5 1-7 0,-1 2-3 15,-2 1-4-15,-1 0-3 0,0-2-2 0,0 3-1 0,1-3-1 16,0 1-1-16,1-1-1 0,-2-1 0 0,6 0 6 15,-4-2 3-15,5-1 0 0,-1 0 1 0,3 1 0 16,3-4-1-16,1 2-8 0,0-3-3 16,2-2-2-16,1 3-3 0,2-3 0 0,0 0 2 15,0 0 0-15,4-3 0 0,-1 3-2 0,2-2-6 0,1-3-13 16,2 3-26-16,-2-3-44 0,1 0-56 0,1-1-57 16,-4 1-82-16,4-3-139 0,-2 1-169 15,-1 0-234-15,0-1-228 0,1 2-201 0,0-3 33 16,1 1 408-16,-2-1 432 0</inkml:trace>
  <inkml:trace contextRef="#ctx0" brushRef="#br0" timeOffset="79890.03">27998 782 272 0,'8'-8'626'0,"-1"3"299"0,-2-1 169 0,-2 1-225 0,1 3-229 16,-1 0-177-16,-2 0-108 0,1 4-37 15,0 2-27-15,1 7-33 0,-2 2-28 0,4 0-28 16,-4 3-24-16,-1 4-38 0,2 1-47 0,-2 3-30 16,0 1-17-16,0 2-6 0,0 0-9 0,-2 4-6 15,2-3-6-15,0 0-6 0,0 1-2 16,0-2-5-16,2 0-2 0,-1-2-2 0,-1-2-2 16,4-2-3-16,-3-3-2 0,1-2 1 0,1-2-3 15,-1-4-1-15,-1-2-18 0,3-1-49 0,-3-4-52 16,1-3-64-16,-1-4-124 0,3-4-177 0,-2-1-245 15,2-4-251-15,-1-2-232 0,2 0-110 0,-1-5 303 16,0-2 489-16</inkml:trace>
  <inkml:trace contextRef="#ctx0" brushRef="#br0" timeOffset="80238.95">28248 778 139 0,'1'14'459'0,"-1"1"258"0,0 3 166 0,0 3-65 15,0 2-166-15,2 2-117 0,-2 0-91 0,1 2-62 16,1-2-46-16,1 6-76 0,-2-1-77 0,2 1-62 16,1 0-43-16,1 0-25 0,-1-3-26 0,4-1-14 15,3-3-9-15,-1-1-5 0,1-5 2 0,1-3 1 16,1-4 4-16,3-1-2 0,-3-4 2 0,2-5 0 16,1-3 0-16,0-3 2 0,0-6 0 15,-1-2 0-15,2-4 1 0,-3-2 2 0,-3-1-1 0,-2-1-2 16,-1 0 19-16,-3 0 22 0,-4 0 19 0,-2 2 18 15,-4-2 8-15,-4 1 2 0,-1 1-11 0,-3 0-11 16,-1 2-12-16,-2 2-9 0,-1 1-8 0,-2 5 0 16,0 3-6-16,-1 3-6 0,-1 3-7 15,4 5-6-15,-4 1-11 0,5 3-9 0,-3 4-8 16,6-1-5-16,0 3-3 0,1 0-4 0,4 0 5 16,1 2 10-16,2-2-21 0,3-2-56 0,2 0-47 15,2 0-70-15,1-4-142 0,5-2-199 0,0-1-293 16,1-3-229-16,5 0-216 0,1-8-3 0,2 2 425 15,1-7 461-15</inkml:trace>
  <inkml:trace contextRef="#ctx0" brushRef="#br0" timeOffset="80506.81">28731 700 167 0,'-1'0'684'0,"-4"3"422"0,-3 2 124 15,0 0-185-15,2 1-310 0,-2 2-215 0,0 3-145 16,2 1-79-16,1 1-56 0,2 1-43 0,-2-2-41 16,2 0-51-16,0-2-39 0,3-1-25 15,-4 0-14-15,4-2-9 0,0-1-10 0,0-2-4 16,2 0 1-16,0-2-1 0,-1-1-3 0,2 1 4 0,1-4-1 16,-1-1 2-16,2-1-4 0,-1 0-2 0,1-5 0 15,3 1-2-15,-2-4 0 0,-1 1-3 16,-2 1-16-16,0 1-50 0,1 3-51 15,-4 0-98-15,-4 6-168 0,1 0-279 0,0 0-299 16,-2 6-255-16,2 0-188 0,0 1 211 0,0 5 572 16</inkml:trace>
  <inkml:trace contextRef="#ctx0" brushRef="#br0" timeOffset="86618.94">7940 3732 218 0,'-5'-11'415'0,"3"1"174"0,-2 0 83 0,1-2-111 15,0 2-37-15,-1-1 7 0,1 3-13 16,1 0-23-16,1 2-52 0,1 2-80 0,-2 1-96 16,2 0-85-16,2 1-64 0,-2 2 18 0,3 2 15 15,2 2 8-15,3 4 1 0,3 4-5 0,0 3 0 16,4 6-45-16,0 3-33 0,2 2-20 16,1 5-6-16,1 2-2 0,1 1-5 0,-2 6-6 15,2-1-4-15,-2 2-5 0,1 2-8 0,-1 1-6 16,-2 0-4-16,0-1 2 0,-2 1 1 0,0-3-1 15,-2 2-1-15,-3-5 0 0,2 1-2 16,-3-3-2-16,-3-1-4 0,1-3-1 16,-2-4 1-16,-3-2 0 0,2-4 0 0,-3-2 0 15,-1-3 1-15,-1-3 0 0,-1-5-3 16,0 0-1-16,-4-4-2 0,2-3-2 0,-4-3-7 0,1-4-9 16,0-1-17-16,0-2-35 0,-1-3-61 15,1-1-59-15,-2 0-94 0,2-2-142 0,-2 0-183 16,0 0-282-16,2 2-224 0,0 1-189 15,0-2 80-15,0 2 438 0</inkml:trace>
  <inkml:trace contextRef="#ctx0" brushRef="#br0" timeOffset="87262.79">8035 4377 26 0,'0'5'442'0,"-2"-1"383"16,2 3 233-16,0 3 36 0,2-2-334 0,1 2-235 15,3 4-153-15,2 2-48 0,3 0-22 16,0 2-42-16,6 0-27 0,-2 0-22 0,4 1-20 0,0 1-44 15,1 1-36-15,2-4-20 0,0 5-23 16,1-4-18-16,-1-2-18 0,1-1-11 16,-2 0-6-16,0-4-7 0,-1-2-3 0,-1-2-3 15,0-2 0-15,-2-3-2 0,-2-2 2 0,-4-1 3 16,1-3 11-16,-4-2 6 0,-3-3 6 0,-1-3 0 16,-3-3-1-16,-1 0-3 0,-3-5-9 15,0 1-4-15,-2-1-4 0,-2 1-3 0,1-2 0 16,-3 3-1-16,2 1 0 0,-1 2-2 0,0 1-2 15,-1 3-2-15,1 1 0 0,3-1-2 16,-1 4-12-16,3 1-17 0,-2 0-24 0,2 2-29 16,3 1-21-16,0 0-11 0,0 3-10 15,3-1 3-15,3 2 22 0,-3-1 26 0,2 3 19 16,2 0 10-16,-1 0 19 0,-1 0 13 16,3 0 6-16,-4 1 6 0,1-3 4 0,-2 0 0 15,2 0 2-15,-3 2 5 0,1-3 17 0,-1 0 28 16,-1-3 36-16,-1 2 25 0,-1-4 9 15,-1 1 10-15,-1-2-1 0,-2 0-15 0,-1-1-14 16,-1 0-12-16,-5 2-6 0,2-1-7 0,-3-2-10 16,-1 4-11-16,-2-2-9 0,-1 1-8 0,0 3-8 15,-1-2-6-15,1 2-7 0,3-1-4 16,-2 1-4-16,3 2-3 0,4 0-2 0,-2 0-3 16,4 0-2-16,3 0-1 0,-1 0-3 15,2 0-1-15,1 0-1 0,2 2 0 16,2-2 0-16,2 0 1 0,4 3 3 0,0-3 0 0,6 0 2 15,-1 0 0-15,4-3 0 0,0 1 0 16,3-2 0-16,0 0 1 0,-2-2 1 0,2 2 0 16,-4-1 1-16,0 2 0 0,-3-1-1 15,-1 1 2-15,-4 1 1 0,-3 1 1 0,0 1 0 16,-2 0 1-16,-3 0 0 0,0 3-1 0,-5 1-2 16,0 2-2-16,-3 2-1 0,0 2 0 15,-1 1-2-15,0 1-1 0,0 3-1 0,0 1-2 16,5 0-9-16,0 2-15 0,1 2-29 15,3 1-72-15,2 0-88 0,3 2-180 0,1-2-287 16,3 1-323-16,4 0-366 0,1 2-208 0,2 1 168 16,4-1 724-16</inkml:trace>
  <inkml:trace contextRef="#ctx0" brushRef="#br0" timeOffset="163589.59">20253 8400 52 0,'-3'-1'290'0,"-4"-3"164"0,-3 2 139 0,0 0-45 15,-1 0-158-15,2 1-55 0,-1 1 13 0,-1 0 37 16,2-1 36-16,-2 1 8 0,-2-2-35 0,0 0-46 16,-2 1-30-16,0-1-11 0,0 1-17 15,0-2-36-15,-3-1-32 0,1 1-23 0,-1-3-39 16,-4 0-50-16,2-1-39 0,-5 1-14 0,2-1-8 15,-6-1-8-15,1 1-8 0,-4-1-4 16,-3-1-3-16,-1 1-2 0,-4 3-3 0,-1-3 2 16,-2 0 0-16,-3 3 1 0,-2-3-1 15,-3 3-1-15,0 0 2 0,1-1-4 0,-1 2 1 16,2-1 0-16,-1 2 2 0,0 0 0 0,2 1 1 16,0 2 1-16,1 0 1 0,-2 0-2 15,1 2-2-15,-1 1-1 0,2 0-3 0,-1 2-1 16,1 1-3-16,-1 1-2 0,1 2-3 0,4 1 0 15,0 1-2-15,0 2-2 0,3 1-2 16,0 1-1-16,1 1 1 0,4 2-1 0,-1 0-1 16,2 2 2-16,1 1 1 0,2 0 0 15,1 0-1-15,0 1 0 0,1 2 0 0,1-1 0 16,1 2-1-16,0-1-1 0,3 3 1 0,0-2-1 16,-1 3 0-16,3 0 0 0,0-1 0 15,0 3 0-15,0 2-1 0,1-1-1 0,4 3-1 16,-4 1-1-16,5 3-1 0,1 1 1 0,0 3 0 15,3-1 2-15,2 4 1 0,2 2 0 0,6 1 2 16,1 0 0-16,4 2 1 0,4-1-3 16,2 1 0-16,8-1-1 0,1 1-2 0,7 0 0 15,5 0-1-15,4-2 0 0,6 0 0 16,2 0 0-16,2-1 3 0,6-2 2 0,1-2 2 16,3 3 0-16,6-5 3 0,3 3 0 0,6-2-1 15,0-2-2-15,0-1-3 0,1 0 0 16,2-3 2-16,0-1 4 0,-1-1 1 0,3-4 2 15,-1 0 2-15,3-2 2 0,-3-5-3 0,1-1-2 16,2 0-2-16,-5-4-2 0,0-2-2 16,2-3 1-16,-4-2-2 0,-1-2 0 0,-3-4 1 15,3 1 1-15,-5-5 0 0,0-2 0 0,-1-2 1 16,-2-7 0-16,0 0-1 0,-1-3-1 16,-4-5 1-16,-1-3-2 0,-2-4 1 0,-4-1-2 15,-3-4 0-15,-3-2 0 0,-3-3-1 0,-1 0-1 16,-5-2 2-16,-1 1-2 0,-4-1 1 15,1-1 1-15,-7 1 1 0,0-1 1 0,0-1 1 16,-3 1 2-16,-1-2-1 0,-2 0 3 0,1-3 0 16,0 2 1-16,-3-2 2 0,4-4 2 15,-4-2-2-15,2-3 0 0,-2 1-1 0,2-5-2 16,-3-1-3-16,-2 1-2 0,1-6 2 0,-4-1-1 16,0-4 0-16,1 0 1 0,-5-4-1 15,-3-2-1-15,-4 1-2 0,-5-2-1 16,-3 2-2-16,-3 1 1 0,-8 6 1 0,-7 3 0 15,-4 6 3-15,-8 3 1 0,-2 6 1 0,-3 6-1 16,-6 7 0-16,0 4 0 0,-3 6-2 0,-1 5-2 16,-1 4 0-16,1 5-1 0,0 3-1 15,1 3-2-15,4 2 0 0,4 2-1 0,2 3-5 16,6 2-7-16,5-1-11 0,2 2-21 16,5-1-35-16,8 3-77 0,2-1-107 0,2 2-188 15,9 0-289-15,-2 1-336 0,8 1-363 0,3 0-162 16,3 1 314-16,1 4 705 0</inkml:trace>
  <inkml:trace contextRef="#ctx0" brushRef="#br0" timeOffset="167476.16">18630 9812 6 0,'-8'8'214'0,"-2"1"122"15,1 0 126-15,-1-1-30 0,-1 1-108 16,2-1-51-16,-1 3 5 0,1-3 57 0,1-1 79 16,1-1 59-16,-1 0 8 0,5 0-35 0,-3-3-66 15,5 0-85-15,-1-1-96 0,1-2-66 16,1 0-48-16,1-2-15 0,2-1-8 0,3 0-5 16,-1-3 19-16,3 0 7 0,0 0 0 15,1-3 33-15,3 3 17 0,-3-6 9 0,3 0-14 16,0 0-16-16,-1 0-1 0,3-2-28 0,-3 1-21 15,3-2-11-15,-1-1-10 0,-2 1 3 16,3-3-6-16,-1 1-3 0,3-1-4 0,-2-1-3 16,2-2-2-16,0 1-9 0,1-1-6 15,-1 2-6-15,3-1-1 0,0 1-2 0,-2 1 0 16,0 1 0-16,1 1-1 0,-1-1 0 0,-1 2 0 16,2 2 0-16,-1-2 0 0,-1 3 3 15,1-2-2-15,-3-1 3 0,4 0-3 0,-2 2 3 16,-1-2-1-16,1 0 9 0,0 1 4 0,0-2 2 15,1 1 1-15,-2 0 0 0,2 0 1 16,-1 0-8-16,1-2-5 0,-3 4-3 16,4-2-2-16,-4 0 0 0,2 5-3 0,-2-3 1 0,2 3 1 15,-2-1-1-15,0 1 1 0,1 1 1 16,-2 0 0-16,2-1 0 0,-3 3 0 0,1 0 0 16,0 1 1-16,1 0-1 0,-3 0-2 0,3 1 7 15,-3 1 3-15,1 1 1 0,2 0 1 16,-5 0 0-16,4 2 1 0,-2-3-6 0,0 3-2 15,3 0-4-15,-3-1 2 0,3-1-1 16,-2 1 0-16,0 1 0 0,1-2 0 0,0 3-1 16,-1-2-1-16,-1-1 0 0,0 0-1 0,2 2 1 15,-2-3 1-15,-1 3 1 0,0-2 7 16,-2 0 2-16,2 0 2 0,-1 1 2 0,-1 0-1 16,0-1-1-16,0 1-5 0,0-1-2 0,2 2-3 15,-2-1-1-15,1 2 2 0,-1 0 1 16,1 0 1-16,-1 3 0 0,3 0 3 0,-1 2 0 15,-1 1 0-15,4 1-2 0,-4 5-1 0,4-4-1 16,0 3 0-16,0 2-2 0,0 0-1 16,0 2 1-16,3 0 0 0,-2 2 2 0,3-1 4 15,1 3 1-15,-1-1 2 0,1 2 0 0,2-1 0 16,-1 3-2-16,1-1-3 0,-2 2-2 16,3-3-1-16,-2 3-1 0,1-1-1 0,0 2 1 15,0 1 0-15,0 0-2 0,-2 0 1 16,2-1-1-16,1-1 1 0,-2 0-2 0,2 0 1 15,-3-3 0-15,2 3-1 0,-2-4 0 0,0 0-1 16,-1-1 0-16,2-1 0 0,-3-1-1 16,0 1 1-16,-2-1-1 0,2 0-1 0,-5-2 0 15,0 0-1-15,1-1 1 0,-2 1-2 16,-2-2 1-16,0 0-2 0,-4 0-7 0,1-3-10 16,-1 0-20-16,-3-4-35 0,1 0-76 0,-4-2-104 15,-3 0-181-15,0-6-288 0,-4 0-333 16,0-2-357-16,-3 0-173 0,0-3 267 0,-1-2 699 15</inkml:trace>
  <inkml:trace contextRef="#ctx0" brushRef="#br0" timeOffset="167920.09">18337 9869 104 0,'-8'7'344'0,"0"4"178"16,2-3 155-16,-2 3-81 0,4-4-115 0,2 2-30 16,2 0 13-16,2-2 1 0,5 4-21 0,4-3-53 15,4-1-58-15,8 3-19 0,11-3-26 16,4-1-35-16,10 0-20 0,9-3-24 0,10 0-17 16,4-3-45-16,10 0-43 0,2-3-20 0,1 0-22 15,6 0-14-15,2 0-15 0,-2-2-10 16,0 2-8-16,-6 2-5 0,-6 1-7 0,-6 1-1 15,-4 2-2-15,-8 3 0 0,-5 0-1 0,-7 1-2 16,-5 1 0-16,-7 0-10 0,-4-1-33 0,-6 1-60 16,-5-1-63-16,-3-1-84 0,-6-1-151 15,-1-2-198-15,-6 0-285 0,-3-3-227 16,-2 0-184-16,0-3 52 0,-7-3 446 0</inkml:trace>
  <inkml:trace contextRef="#ctx0" brushRef="#br0" timeOffset="169596.26">18838 9625 100 0,'-1'0'230'16,"-1"1"76"-16,-1-1 4 0,0 2-45 15,1 1-53-15,2-2-32 0,-1 3-24 0,-1-3-21 16,2 2-13-16,0-1-14 0,0 0-12 16,0 3-8-16,0-3-12 0,0 2 3 0,0 1 5 15,0-1 10-15,0 0 27 0,2-2 25 0,-1 2 24 16,-1-2 12-16,0 1 0 0,2-1-3 0,-2-1-5 15,0 0 5-15,0 1 4 0,0-2 17 16,2 0 14-16,-1 2 7 0,-1-2-4 0,0 0-21 16,0 0-29-16,3 0-30 0,-3 0-27 0,2 1-27 15,-2-1-9-15,1 0-9 0,2 2-5 16,-1-2-8-16,1 1 1 0,2-1 50 0,1 2 11 16,2-1 3-16,-2-1-2 0,-1 2-1 15,3-2-11-15,-1 1-47 0,2 1-21 0,-1-1-14 16,2 0 10-16,-1-1 4 0,-1 2 3 0,1-2 1 15,-1 0 0-15,1 2-1 0,1-2-17 16,-2 1-7-16,3-1-4 0,-1 0-2 0,-2 0-3 16,2 0 0-16,-2 0-1 0,0 0 1 0,2 0-3 15,1 0 2-15,-2 0-1 0,0 0-1 16,0 0 1-16,0 0-1 0,-1 1-1 16,0-1 12-16,1 0 7 0,0 0 4 0,-3 0 3 0,2 0 0 15,1 0 3-15,-2 2-12 0,1-2-6 16,1 0-6-16,-3 0-1 0,2 0 0 15,0 0-3-15,1 0 0 0,-1 0-1 0,-1 0 3 16,1 0 0-16,-2 0-3 0,3 2 2 0,-1-2-1 16,1 1-1-16,-2-1-1 0,-1 0 3 15,2 1-1-15,-1-1-1 0,-1 0 0 0,3 0 1 16,-1 0-1-16,1-1-1 0,-3 1 2 0,1 0 0 16,2-1 0-16,-3-1 0 0,0 0 2 15,0 1 1-15,2-2 6 0,-3 1 2 16,2 1 4-16,-1-2 0 0,0 2 0 0,0-2 0 15,-1 1-6-15,2-1-3 0,-3 2-3 0,4-1-2 16,-2 0-1-16,-1 1 0 0,2 0 1 0,-1-2 0 16,2 1-2-16,-2 0 0 0,0 0 2 0,3 0-3 15,-2 0 0-15,-1 0 0 0,1 0 1 16,-1 0-1-16,1 0 0 0,0 0 0 0,0 1 0 16,-1-1 2-16,2-2-2 0,0 4 2 15,-2-2-1-15,2 2 2 0,0-3-3 0,1 1 0 16,-2 1 1-16,1 0-1 0,0-1 1 0,1 0 1 15,-1 1 1-15,2 0 0 0,-4-1-1 16,3 2-2-16,-1-2 1 0,2 1-1 0,-1 1 0 16,-1 0 1-16,-2-1-2 0,3 1 1 15,-3-2-2-15,1 2 2 0,0 0-1 0,-1-2 0 16,-1 2 1-16,3 0 1 0,-2-1 1 0,1 1 0 16,-3-1-1-16,1 1 0 0,3 0 1 15,-4-2-2-15,3 1 1 0,-1-1 1 0,1 2 9 16,0-1 2-16,1-1 1 0,-1 2 2 15,1-1 0-15,1-1 0 0,-1 2-5 0,0 0-5 16,0-1-2-16,3 1-1 0,-2-2-1 0,1 2 0 16,-1 0-1-16,2-2 0 0,-2 2 1 0,3 0 0 15,-2-1 0-15,-1 1-1 0,3 0 1 16,-2 0 0-16,0 0 1 0,1 0 1 0,0 1 5 16,-2-1 2-16,2 2 2 0,-1 0 0 15,0 1 0-15,2 0-2 0,-3-2-3 0,1 2-4 16,2 0 0-16,-2 0 0 0,1 0-1 15,0-2 3-15,0 3 4 0,2-3 1 16,-2 0 0-16,0 1 0 0,3 0 1 0,-3-1-3 0,2-1-4 16,0 1 0-16,-2-1-2 0,1 0-2 15,-2 2 2-15,0-2-2 0,0 3 0 0,0-3 1 16,0 0 0-16,0 0 1 0,-2 0-2 16,0 0 1-16,0 0-1 0,1 0 0 0,-2-3 3 15,-1 1 3-15,1 1 1 0,0 0 1 0,0-3 1 16,-1 3-1-16,1-2-1 0,-3 0-4 15,0 0-1-15,2 0-1 0,-5 2-1 0,2-2 1 16,1 1 0-16,-4 1 0 0,0-2 5 0,1 1 1 16,-1 1 2-16,-1-1-1 0,1 0 1 0,-4 2-1 15,1-1-3-15,0 1-4 0,-3-1-1 16,1 1-2-16,-1 1-2 0,-1 0-8 0,-1-1-17 16,-1 2-25-16,0 0-70 0,-3-1-95 15,0 1-213-15,1-2-286 0,-2 1-343 0,5 2-411 16,-3-3-231-16,0 2 260 0,0 1 842 0</inkml:trace>
  <inkml:trace contextRef="#ctx0" brushRef="#br0" timeOffset="170809.89">18993 12016 12 0,'-11'2'120'0,"2"-1"12"0,-3-1-12 16,0 0-21-16,3 0-9 0,-4 0-4 0,-1 2-1 15,2-2-2-15,-3 1-2 0,2 0-12 16,-3 2-14-16,4-1-16 0,-4 1-12 0,3-1-13 16,0 1-6-16,-1-2-8 0,1 2-8 0,0 0-4 15,0 0-12-15,-1 0-103 0,-1 1-102 16,1 2-27-16,-2 1 22 0,-1 4 50 0</inkml:trace>
  <inkml:trace contextRef="#ctx0" brushRef="#br0" timeOffset="171160">18402 12271 66 0,'-6'-1'113'0,"1"-3"3"0,0 0-11 16,0 1-15-16,0 0-17 0,1 0-18 0,-4 0-14 16,2 1-18-16,-1 2-9 0,-1 0-9 0,1 2-13 15,0 0-14-15,-1 1-17 0,2-2-15 16,-2 4-17-16,4-2-12 0,-5 1-9 0,5-1 10 15,-1 0 13-15,0-1 22 0,-1-1 33 0,1 0 34 16,0 2 36-16,2-3 31 0,-2 1 30 16,1-1 19-16,0 0-5 0,-3 1-20 0,4-1-23 15,-2 1-22-15,0 2-19 0,0-1-19 16,4 0-10-16,-3 1-8 0,0 1-4 0,2 0-3 16,-1 2 3-16,2-2-1 0,-1 2-3 15,0-1 5-15,2 3-2 0,-3-2-3 0,3 0-2 16,0 0 4-16,-1 1 1 0,1-1-3 0,0-2-2 15,0 2 3-15,0-1 1 0,0 1-2 16,0 1-1-16,0-1 1 0,0 3-2 0,1 0-16 16,-1-1-43-16,0 4-72 0,0 1-96 0,0 0-23 15,-1 2 27-15,-3-1 53 0</inkml:trace>
  <inkml:trace contextRef="#ctx0" brushRef="#br0" timeOffset="172290.82">17975 12464 134 0,'-2'0'201'16,"1"-2"29"-16,-4 2-6 0,4-2-29 15,-1 1-34-15,-1 0-26 0,1-1-13 0,-1 0-22 16,1 0-11-16,-1 0-11 0,2-1-2 15,-3 0 4-15,3 0 9 0,-1-2 17 0,1 2 18 16,-1 1 20-16,-1-2 25 0,2 1 32 0,-1 1 37 16,2 2 37-16,0-1 33 0,-1 1 26 15,1 0 10-15,0 0-10 0,0 0-31 0,0 0-40 16,0 0-51-16,0 0-52 0,0 0-43 16,0 0-36-16,0 0-26 0,0 0-19 0,1 0-14 15,-1 0-7-15,2 0-3 0,-1 1 3 16,4-1 5-16,-2 2 1 0,2 1 2 0,1 2 2 15,2-3 45-15,1 3 25 0,4 1 10 0,-2 1 7 16,5-1-3-16,0 1 0 0,1 0-41 16,4 1-25-16,-2-2 11 0,1-1 1 0,4 3 2 15,-2-1 3-15,4-4-2 0,-3 2-1 16,2-3-24-16,2 1-9 0,-3-2-7 0,3 1 5 16,0-1 5-16,0-1 2 0,1 0 3 0,1-1-3 15,-3 1 1-15,3-2-10 0,-1 2-6 16,2-1-4-16,-1 1-4 0,-4-3-1 0,4 3 8 15,-2 0 3-15,-1 0 5 0,1 0 2 0,0 0-1 16,1 0 1-16,-1-2-9 0,1 2-3 0,0-3-5 16,2 1-2-16,-1 0 2 0,1-2 0 15,1 2 2-15,-1-2 0 0,0 2 1 0,3-3-2 16,-1 2-2-16,0 0 1 0,-1 0-2 16,4 2-1-16,-2 1 1 0,0-2-1 15,2 4 1-15,0-2 0 0,0 1 1 0,0 2-2 0,-4 0-1 16,1 0-1-16,0 2-1 0,-2-3 0 15,-2 3 0-15,-1 0 0 0,0-3 0 16,-1 3 0-16,0-3 0 0,-4-2 4 0,3 3 7 16,1-3 3-16,-1-3 2 0,1 3 3 0,-3-2-1 15,4-3-1-15,-2 3-6 0,2-2-1 16,0 0-1-16,-2 2 3 0,2 0 3 0,0-2 0 16,1 3-1-16,3 1 0 0,-1 0 0 0,0 0-7 15,1 1-1-15,2 1-3 0,-1 0-1 0,1 0-1 16,2 0 0-16,-2 0 0 0,-2-1 0 15,3 3-1-15,-1-4 0 0,0 1 0 0,-1 0 0 16,0-1 1-16,-1 0-1 0,1 1 0 0,-1-1 0 16,-1 0-1-16,0 0 1 0,-1 0-2 15,-1 0 2-15,-1-1 1 0,-2 0-1 0,1-3 0 16,-2 3 1-16,-1-2 0 0,1-1 0 16,-5 0 0-16,2 2 0 0,-3-3 0 0,-2 2-1 15,2 2 1-15,-4-2 0 0,-2 1 0 16,0 2-1-16,-3 0 1 0,-1 2-2 0,1-1-3 15,-4 1-12-15,-2 1-23 0,-1-2-69 0,-4 1-88 16,-2-2-174-16,-3-2-286 0,0-1-325 16,-1-1-387-16,-4-4-239 0,-2-2 135 0,-2-4 735 15</inkml:trace>
  <inkml:trace contextRef="#ctx0" brushRef="#br0" timeOffset="173578.52">19118 11725 42 0,'-2'3'209'0,"-1"-1"107"16,2 1 54-16,-4-2-38 0,2 2-55 16,2-1-33-16,-3-1-18 0,1 1-16 0,1-1-6 15,-1 1 9-15,3-1 14 0,-1 0 30 0,1 1 25 16,0-2 23-16,0 2 6 0,0-2-17 16,1 0-30-16,-1 2-38 0,0-2-29 0,3 0-22 15,-3 0-29-15,2 0-26 0,1 0 3 16,1 0-7-16,-1 0 29 0,4 3 28 0,0-3 10 15,1 0-3-15,1 0-3 0,0 0-9 0,1 0-34 16,0 0-34-16,2 0-21 0,-1 1-7 0,-1-1-14 16,4 1-5-16,-1 0-11 0,1-1-8 15,0 3-2-15,0-3-1 0,1 0-3 0,0 2-3 16,-2 0-3-16,4-1-1 0,-2-1-2 16,0 2 0-16,-2-1 0 0,4 1-1 0,-4-1 1 15,2-1-1-15,0 2-1 0,-2-1-4 16,3 1 2-16,-3-1 0 0,2 1 1 0,0 1 1 15,-2-2 0-15,4 1 0 0,-4 0-5 0,4-1 0 16,-2 0 3-16,0 2-1 0,0-1 1 16,0-1-1-16,0 0 0 0,1-1-5 0,0 2-3 15,-2-1-3-15,3-1-1 0,-2 0 1 0,0 0 2 16,0 0 3-16,0-1 2 0,0-1 1 16,1 2 0-16,-4-1 0 0,1 0-3 0,0-1-4 15,-2 1 0-15,0 1-2 0,-2-2 0 16,1 2 0-16,-2 0 0 0,1 0-1 0,-1 0 1 15,-1 0 0-15,2 0 0 0,-1 2 1 0,-2-2 0 16,2 1 0-16,1-1-1 0,-1 0 0 0,0 2 1 16,0-2-2-16,2 1 0 0,-1-1 1 15,-1 1 1-15,3-1 0 0,-1 0 5 0,-1 0 2 16,4 0 3-16,-4 0-1 0,3 0 1 16,0 0-1-16,-1 0-4 0,-1 0-2 0,0 2-3 15,2-2 0-15,-3 0-1 0,0 1-1 0,0-1 0 16,0 0 0-16,-2 0 0 0,0 0-1 15,0 0 0-15,-4 0 0 0,2 0 0 0,-4 0 1 16,1 0-1-16,-1 0 1 0,-1 0-2 16,0 0 0-16,-3 0-1 0,2-1-6 0,-6 1-17 15,1-2-32-15,-3 2-80 0,-3-1-153 0,-1 0-260 16,0 1-320-16,-4-2-401 0,-3 4-455 0,1-1-51 16,-3 3 760-16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5-01-13T08:32:35.23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2629 827 18 0,'0'-1'276'0,"0"1"221"15,-3 1 235-15,1 1 59 0,1 1-107 0,-1-2-74 16,2-1-70-16,-2 0-86 0,2-1-69 0,0-2-53 16,2 0-59-16,-2 3-65 0,0 0-34 0,0 3-18 0,0-1-18 15,0 0-15-15,2 1-10 0,-1 0 5 0,1 2-7 16,-1 1-13-16,1 2-7 0,1 1-12 0,3 2-9 16,-1 3-8-16,-2 5-3 0,2 2-1 15,0 2-3-15,-2 5-3 0,3 3-6 0,-3 3-6 0,-1 4-8 16,1 1-6-16,0 0-8 0,-1 3-4 0,1-2-4 15,0 0-3-15,-3-3 0 0,2-3 0 0,1-2-1 0,-1-5 1 16,-1-4-1-16,1-3 0 0,1-2-2 16,-2-4-1-16,-1-4 0 0,2 0 0 0,-2-2 2 15,0-6 5-15,1 1 6 0,-1-3 7 0,2-3 5 16,-2-2 1-16,0-5 0 0,0-4-3 0,0-2-5 0,0-5-4 16,0-2-5-16,0-4 0 0,0-1-3 15,0-3-1-15,2 0 0 0,-1-2-2 0,1 0-1 16,1-2 0-16,0 4 0 0,2-2-2 0,0 0 2 0,1 2-2 15,0-1-1-15,-1 4 1 0,3-2-3 16,1 4 0-16,-1 0 0 0,0 1-1 0,2 2 0 0,-1 1 1 16,2 1-1-16,1 1 1 0,0 4 0 15,3 0 0-15,-2 3 0 0,2 0 2 0,-1 2 0 16,0 3 5-16,2 2 4 0,-2 2 2 0,2 3 3 16,-3 1 0-16,0 5 2 0,-1-1-5 0,-1 4-2 15,0 1-5-15,-3 2-4 0,0 1-2 0,-3-1-1 16,-2 3 1-16,0 0 0 0,-3 2 4 15,-1 2 4-15,-2 0 3 0,-2 1-1 0,-2 1 1 0,-1 1 1 16,-4 0-2-16,1 1 0 0,-3-1-1 0,-1 2 1 16,1-1-1-16,-2-1 0 0,2 0-1 0,-2-3 0 15,3 0-1-15,-2-1-1 0,2-1-2 0,-1-3-1 16,4 3-1-16,-1-4 0 0,2-2-2 0,1 1 1 16,1-2-1-16,3-1 0 0,0 0 0 0,0 1-1 0,4 1 0 15,0 0 1-15,0 0 0 0,4 2 0 16,1-1-1-16,0 1 1 0,0-2 0 0,3 0 0 0,1 1 1 15,1 1-2-15,-1-4 2 0,4 1-1 0,-2 0 1 16,2-1 3-16,1 0 1 0,-1 1 1 16,0 0-1-16,2-1 1 0,-1 1 0 0,-1-2-5 0,0 1-1 15,-1 0 0-15,-1-3 0 0,2 3 0 0,-4-4 0 16,1 1 0-16,1-1-2 0,-3-1-2 0,0 0-6 16,0-2-8-16,-1-1-14 0,1-1-21 0,-3 0-30 15,0-4-70-15,0 1-80 0,-2-2-167 0,0-2-276 16,0 2-321-16,-2-2-381 0,3-2-240 0,-3-2 70 0,1-2 743 15</inkml:trace>
  <inkml:trace contextRef="#ctx0" brushRef="#br0" timeOffset="332.04">3263 882 106 0,'3'-8'672'0,"-3"3"470"16,0-1 147-16,0 0-97 0,0 2-327 0,3 1-269 15,-1 3-176-15,0 2-88 0,-1-1-57 0,1 3-57 16,1-2-53-16,1 3-33 0,-2 2-23 0,1 0-16 16,0 4-13-16,-1 2-9 0,-2 4-12 0,2-2-9 0,-2 3-8 15,-2 1-7-15,2 4-5 0,-2 0-6 16,-1 2-5-16,-2 2-5 0,1-1-4 0,-1 2-2 0,0 2-3 16,2 0-1-16,-2 1-1 0,2 1 0 0,0 1-1 15,3-1 0-15,0 1 0 0,0-2 3 16,3 1-2-16,2-2-1 0,1-2 1 0,2-1-1 0,5 0-1 15,0-7-4-15,2 1 2 0,3-5-1 0,2-3 0 16,2-2 0-16,1-4 0 0,2-5 0 0,3-3 3 16,-1-2 2-16,2-6-1 0,-1-1 1 0,2-3-1 15,-2-2-5-15,1-1-14 0,-2-1-17 0,-3-1-23 16,-1 0-32-16,-1 0-75 0,-4 0-88 0,-2 2-146 16,-2-1-245-16,-3 0-316 0,-2 2-352 0,-2-2-212 15,-1 2 49-15,-1-5 593 0</inkml:trace>
  <inkml:trace contextRef="#ctx0" brushRef="#br0" timeOffset="600.16">3369 801 65 0,'-8'1'674'15,"0"2"566"-15,1-1 143 0,4 1-174 0,2-2-362 0,2 2-331 16,4 0-170-16,3-1-100 0,2-1-49 0,4-2-21 15,0-1-29-15,5-4-40 0,3 2-30 0,-1-2-19 16,3-1-17-16,2 1-14 0,1-2-9 16,0 2-6-16,0 1-5 0,2-1-3 15,-1 1 5-15,-1 3 0 0,-2-2-1 0,0 3-1 0,-3 0-17 16,-4 1-32-16,-2 1-72 0,-5 0-75 16,-5 4-138-16,-4 2-198 0,-2 3-303 0,-5 0-311 15,-1 2-224-15,-4 2-66 0,-6-1 435 0,0 2 552 16</inkml:trace>
  <inkml:trace contextRef="#ctx0" brushRef="#br0" timeOffset="782.85">3456 1167 73 0,'3'9'612'0,"-3"1"434"0,2-2 143 0,4-2-82 16,0-2-363-16,2-1-301 0,0 1-128 0,3-2-42 15,0-1-27-15,2-1-24 0,3 0-27 0,2 0-41 16,0-2-48-16,2-2-38 0,1 2-25 0,1-4-9 15,2 1-7-15,-1 1-7 0,0-1-10 0,2-1-58 16,-1 3-59-16,-1-3-156 0,-2 4-256 0,1-2-295 16,0 0-342-16,-1 2-250 0,-2 0-45 0,0-3 564 15</inkml:trace>
  <inkml:trace contextRef="#ctx0" brushRef="#br0" timeOffset="1249">4136 876 204 0,'-2'9'837'0,"-3"1"402"16,2-1 43-16,0 0-101 0,3 2-394 0,0 3-293 0,3 0-138 15,-1 3-71-15,1 2-50 0,0 1-60 16,0 0-56-16,3 3-32 0,-1 3-21 0,0 0-15 16,0 3-10-16,3 3-12 0,-2-2-8 0,2 1-7 15,-2-3-7-15,2 0-1 0,0-2-3 0,0-5-2 16,-2 1-1-16,1-6 1 0,-2 0-1 0,-1-4-1 15,1-3 1-15,-2-1 1 0,-2-2 3 0,1-2 3 16,-2-2 4-16,0 0 1 0,-2-6 1 16,-1 2-1-16,-1-4-2 0,-1-4-4 0,-1 1-2 0,-1-5-2 15,-1-3-1-15,-2-4-1 0,0-2 1 0,0-7-2 16,-1-2 1-16,2-4-2 0,-2-7 1 0,0 2-3 16,3-4 1-16,0-1-1 0,1 3 1 0,0 1 0 15,5 2 1-15,-1 2 1 0,1 4 0 16,2 4 1-16,2 3 0 0,1 4 0 0,2-1 1 15,1 5-1-15,2 1 1 0,0 2 0 16,4 3-1-16,1 1 1 0,0 2-1 0,4-1 1 16,-1 4 2-16,3-1-1 0,0 2 0 15,2 2 1-15,1 0-1 0,0 1-1 0,1 3 2 16,0 0-3-16,-1 0 0 0,3 3 0 16,-3-1 0-16,-3 3-2 0,2-1 5 15,-4 4 2-15,1 0-5 0,-4 0-15 0,0 1-38 16,-6 1-68-16,0 1-86 0,-5 3-155 15,-3-1-259-15,-1 1-319 0,-3-1-319 0,0-1-218 16,-4 1 35-16,-2-3 589 0</inkml:trace>
  <inkml:trace contextRef="#ctx0" brushRef="#br0" timeOffset="1498.05">4188 1082 638 0,'-2'12'1380'0,"1"-1"176"16,-1 0-248-16,2-2-338 0,0-1-423 0,2-2-240 15,1 1-118-15,0-3-56 0,4-1-25 0,3-1-18 0,0 0-19 16,4-4-22-16,2-1-16 0,4 0-9 0,0-2-10 16,2-1-6-16,1 0-4 0,0 0-3 15,0 0-3-15,2 2-7 0,1-1-15 0,-1 1-67 16,-1-1-74-16,-2 2-177 0,0 0-281 0,-4 2-315 15,-1 0-379-15,-4 2-232 0,-4 0 77 0,-3 1 728 16</inkml:trace>
  <inkml:trace contextRef="#ctx0" brushRef="#br0" timeOffset="7646.66">7649 2563 13 0,'2'1'226'0,"-2"1"136"16,0 1 155-16,0-3-23 0,0 2-45 0,0-2-9 16,0 0 7-16,0 3 24 0,0-2-14 0,0-1-38 15,0 2-56-15,0-2-59 0,0-2-60 0,1 2-55 16,-1-1-36-16,3-2-9 0,0 1 17 0,-1 2 21 16,1-5 21-16,0 4 1 0,2-2-16 15,0 0-22-15,0-2-33 0,1-1-35 0,0-1-27 16,0 0-16-16,1-2-2 0,1-1-7 15,1-3-2-15,-1 1-3 0,0-3 4 0,3 0 1 16,0-1-4-16,0-2-2 0,3 0-3 0,-2 0-3 16,0-1-8-16,-1-1-5 0,0 3-5 0,0-1-2 15,0 3-2-15,-4 0-3 0,2 2-1 0,-3 0-1 16,-1 5-1-16,0-1-1 0,-2 3-1 16,-1-1-1-16,1 3 0 0,-3 1-1 0,2 2 0 15,-2 0 0-15,-2-1-1 0,2 2-2 0,-3 2-2 16,1-1-7-16,1 2-14 0,-4 0-20 0,3-1-39 15,-3 3-67-15,-1 0-73 0,0-1-124 0,0 0-177 16,-1 1-294-16,1 0-294 0,-2-1-219 0,2 0-97 16,-1 1 369-16,1-3 554 0</inkml:trace>
  <inkml:trace contextRef="#ctx0" brushRef="#br0" timeOffset="7998.15">7674 2294 50 0,'2'0'343'16,"-2"0"245"-16,2 1 213 0,-2-1-9 0,1 1-150 16,-1-1-98-16,3 0-74 0,0 2-62 0,-1-1-59 15,2 1-53-15,0-1-38 0,0 4-28 0,3-1-11 16,-1 2-5-16,3 0-12 0,0 2-14 15,0 0-24-15,2 3-36 0,-1 0-32 0,1-1-26 16,1 2-15-16,1 0-14 0,-1 1-9 0,1 0-7 16,0 0-10-16,1 1-6 0,-1-2-4 0,-1-1-1 15,1 0-1-15,-2 1-1 0,0-4-1 0,0 1 1 16,-1-1-1-16,-1-3-4 0,-1 1-1 0,0-1-3 16,0-1-5-16,-4-1-25 0,1 0-54 15,0-2-56-15,-2-1-71 0,-1-1-145 0,-2 0-226 16,0-1-289-16,0-1-241 0,0-1-203 0,-2-1 10 15,2-1 487-15</inkml:trace>
  <inkml:trace contextRef="#ctx0" brushRef="#br0" timeOffset="8295.61">8066 2395 238 0,'3'-1'488'16,"-1"-1"246"-16,1 2 166 0,2 0-115 0,1 2-141 16,-3-1-122-16,2-1-90 0,0 1-89 15,-2 1-90-15,2-2-81 0,1 2-56 0,0-2-31 16,1 1-21-16,-1-1-6 0,1 1-13 0,-1-1-16 15,3-1-11-15,-2 1-13 0,-1-1-3 0,2-1-5 16,0 0-3-16,-2 2-17 0,-1 0-49 16,-2-1-121-16,0 1-175 0,-3 0-291 0,0 0-274 15,2 1-247-15,-2-1-47 0,3 0 363 0,-1 0 468 16</inkml:trace>
  <inkml:trace contextRef="#ctx0" brushRef="#br0" timeOffset="8560.51">8213 2329 234 0,'3'2'470'0,"-1"-1"249"15,4 2 166-15,-1 0-142 0,2 0-130 0,3 0-107 16,-2-1-82-16,2 1-75 0,1-2-87 0,-2 1-73 16,3-1-62-16,0-1-27 0,1 4 16 0,1-4 38 15,2 4 21-15,-2 2 7 0,0-2 11 16,0 2 3-16,-4-1-25 0,0 1-44 0,-2 0-25 15,-2 1-14-15,-2 0-15 0,-4 1-17 0,0 0-16 16,-3 0-10-16,0 2-10 0,-5-1-10 16,2 0-7-16,-4 1-3 0,-2-1-11 0,1 1-35 15,-4 1-68-15,-2 0-84 0,-3-2-166 0,2 1-292 16,-2 1-323-16,2-2-326 0,-1 1-194 0,0 1 145 16,3-3 657-16</inkml:trace>
  <inkml:trace contextRef="#ctx0" brushRef="#br0" timeOffset="9164.32">7788 3071 181 0,'0'0'454'0,"3"0"294"0,-3 0 227 15,0 0-106-15,2 0-152 0,-2 0-138 16,0 0-115-16,0 0-90 0,1 0-65 16,-1 2-33-16,0 1-25 0,2 0-17 0,-2 0-17 15,0 2-33-15,0-1-37 0,-2 3-44 16,2-1-27-16,-1 4-22 0,-1-1-14 0,2 1-9 0,-1 2-7 16,-1 0-7-16,2 2-4 0,0-1-4 15,0-1-3-15,0 1-4 0,-2-2 0 0,2 1-2 16,0-3-3-16,0 1 0 0,0-4 0 0,0 2-4 15,0-2-12-15,0-1-30 0,-1-4-54 16,-1 1-58-16,2-4-74 0,-2-2-134 16,1-2-171-16,-2-2-260 0,0 0-236 0,0-2-215 15,1 0-49-15,-1-1 357 0,-2-2 472 0</inkml:trace>
  <inkml:trace contextRef="#ctx0" brushRef="#br0" timeOffset="9565.89">7687 2910 10 0,'0'0'286'0,"1"0"254"16,-1 1 277-16,0 1 95 0,2-1-125 16,-1 1-133-16,-1 2-114 0,2-1-122 0,-2 1-99 15,3 4-84-15,-1-2-59 0,1 1-23 0,0 2 1 16,2-2 15-16,0 2 0 0,2 1-14 0,-2 1-19 15,0-1-23-15,3 2-23 0,0-1-27 0,-2 0-14 16,2-1-6-16,-1 2-5 0,2-3-12 16,-3-1-7-16,2 0-4 0,0-2-6 0,1-1-4 15,-2 1-2-15,-1-4 9 0,2 1 4 0,-1-3 3 16,0-4 1-16,0-3 2 0,-3 0 3 16,3-3-8-16,-1-2-4 0,0-3-3 0,-3-1 0 15,2-1 0-15,-3-2-2 0,1 1 0 16,0 0-3-16,-3 0 1 0,2 1-2 0,-2 2 0 0,0 3-1 15,-2 0 0-15,2 4-2 0,0-1 0 0,-1 5-2 16,1-1-1-16,-2 3-3 0,2 2-16 16,0 1-41-16,-2 0-61 0,1 4-65 15,1-1-120-15,-2 1-178 0,2 1-273 0,-1 0-274 0,1 2-223 16,1-2-116-16,-1 0 313 0,2 1 514 16</inkml:trace>
  <inkml:trace contextRef="#ctx0" brushRef="#br0" timeOffset="9898.9">8098 3102 321 0,'-5'-4'686'0,"2"2"354"16,-2 2 106-16,1-2-280 0,1-1-209 0,-1 1-144 16,4 1-128-16,-3 1-108 0,3 0-73 15,0-1-52-15,2 1-18 0,-1 0-24 0,3 1-14 16,0-1-11-16,2 0-4 0,-1 0-6 16,3 0-26-16,0 0-16 0,1 0-12 0,-1-1-4 15,2-1-4-15,2 0-3 0,-2 0-3 0,1-2-2 16,2 2-5-16,-1-3-2 0,-2 2-3 0,2-1-19 15,-2-1-67-15,-4 1-59 0,2 2-133 0,-5 1-202 16,0 1-308-16,-3 0-307 0,0 1-212 16,0 1-73-16,-3 1 445 0,0-3 539 15</inkml:trace>
  <inkml:trace contextRef="#ctx0" brushRef="#br0" timeOffset="10166.95">8164 2995 92 0,'2'0'364'0,"3"-1"238"16,0-1 222-16,2 1-40 0,1-1-137 0,2-1-118 16,2 0-79-16,-1-1-81 0,2 2-78 0,3-2-82 15,-2 1-55-15,0 0-33 0,2 0-30 16,0 2-21-16,0 1-4 0,1 1 2 0,0 2-1 16,-1 0 15-16,0 1 28 0,-2 2 39 0,-2 2 22 15,-2-1 10-15,0 4-8 0,-3-1-19 0,-3 0-27 16,-1 2-38-16,-3-2-25 0,-3 2-22 15,0-1-12-15,-2 0-13 0,-3 1-7 0,0-3-7 16,-1 2-6-16,-2-4-51 0,-2 1-67 16,-1-1-153-16,-1 1-276 0,0-2-296 0,-1 0-366 15,0 0-298-15,2-2-29 0,-2 1 661 0</inkml:trace>
  <inkml:trace contextRef="#ctx0" brushRef="#br1" timeOffset="21665.05">1054 4816 241 0,'0'0'489'0,"0"0"256"16,0 0 210-16,0 0-137 0,2-3-144 15,-2 3-111-15,3-4-87 0,-3 4-82 0,0 0-74 16,0 0-51-16,0 0-30 0,0 0-22 15,0 0-16-15,0 0-17 0,0 0-29 16,0 0-35-16,0 0-25 0,0 0-16 0,0 0-13 16,0 0-13-16,0 0-13 0,0 0-7 0,0 0-6 15,8 1-7-15,-4 2-3 0,3 5 0 16,-1-1 0-16,1 4 1 0,0 3-1 16,0-1-1-16,-1 2-1 0,-1 1 0 0,4 2 0 15,-4 2 5-15,3-2 1 0,-2 1 2 16,-1 1 0-16,-2-2-1 0,3 1-1 0,-4-1-7 15,1-1-3-15,-1-1-3 0,-1 1-1 16,-1-4 1-16,0 0-1 0,0 0 1 0,-3-2 2 16,0-3 3-16,0 1 0 0,-3-1 1 15,-1-1 0-15,-1-1-1 0,0 0-2 16,-1-1-2-16,1-3-2 0,-3 2-2 0,2-4-2 16,-1 0-1-16,-1 0-1 0,0-4-1 0,1 0-5 15,1-2-2-15,-2-1-1 0,0-2-1 16,3-2-1-16,-3-1 0 0,3-1 5 0,0-1 3 15,0-1 0-15,0 0 1 0,2 1 0 16,1-3 0-16,-1 0 0 0,1 2 1 0,0 0-1 16,1-1 1-16,-1 2-1 0,3-3 1 15,2 4 0-15,-1-2 0 0,-1 2-1 0,2-2 0 16,2 1 0-16,-1-1 0 0,1 1 0 16,0 0 1-16,1 0 0 0,1 2 1 0,-1 0-1 15,0 0 1-15,2 1-1 0,0 2 2 16,0-1-1-16,0 3 1 0,2-1 0 0,1 1 0 15,0 1 2-15,0 1-1 0,3-1 6 16,-1 3 3-16,1-1 1 0,1 1 2 0,1 0 0 16,0 1 0-16,1 0-4 0,0 1-3 15,0 1 0-15,2 0 0 0,0 0 1 0,1 0 0 16,-2 0 1-16,2 1 1 0,-1-1 1 16,1 2 0-16,-6 0-1 0,3-2 1 0,-4 1-2 15,0-1-2-15,-1 0-1 0,2 2-1 16,-1-2-2-16,-2 0-1 0,-1-2-2 0,1 2 0 15,-3 0-1-15,0-1-1 0,0-1 1 0,-2-1-4 0,3 2-7 16,-5-1-12-16,4 1-19 0,-1-2-34 0,0 3-80 16,-2 0-154-16,-2 0-259 0,-3 0-315 0,-7 0-396 15,-2 1-440-15,-6 2-49 0,1 0 768 0</inkml:trace>
  <inkml:trace contextRef="#ctx0" brushRef="#br1" timeOffset="22796.58">1951 4542 146 0,'-2'-2'408'0,"-1"1"256"0,3-2 252 0,-3 3-65 16,1-2-121-16,-3 0-107 0,2-1-59 0,0 2-40 15,-3 0-77-15,3 0-85 0,-2-2-64 0,-2 1-44 16,-1 0-46-16,-2 0-53 0,0 1-41 16,-1 0-25-16,0-1-15 0,0-1-11 0,-2 3-10 15,2-1-9-15,0-1-2 0,1 1-4 0,-2 1-5 16,4 0-6-16,0 0-4 0,-1 0-3 0,2 0-2 16,1 0-2-16,1 0 0 0,0 0-3 0,1 1 0 15,1-1-1-15,0 0-2 0,-1 2 0 0,1-2-1 16,3 1 3-16,-3-1 3 0,1 1 1 0,2 1-1 15,-1-2-1-15,-1 3 0 0,2-2-6 0,-2 3-3 16,2 1-2-16,-1-3-1 0,1 4 0 0,0-1 0 16,-2 3-1-16,2-1 0 0,0 0 1 0,0 2 0 15,0 2 0-15,0-2 1 0,2 2-1 0,-2-1-4 16,1 3-2-16,1 1-2 0,1 1-1 0,-1-2-1 16,1 3 0-16,-1 0 4 0,1 0 3 0,-1 1 2 15,1-1 0-15,-2 1 1 0,4 1 1 0,-4 0-1 16,1-1 1-16,1 2 0 0,-1 2 1 0,-1-3-1 15,1-1 0-15,1 2 0 0,-1-2-1 0,-2 0 1 16,1-1 0-16,1 1-1 0,0-2 0 0,-2-1 0 16,1-1 0-16,-1 1 0 0,2-2-1 15,-2 1 0-15,1-2 1 0,-1 1-1 0,2-2 1 16,-2 1-1-16,0-3 1 0,4 2-1 0,-4-2 0 16,0 2-1-16,2-2 1 0,-2-2-1 0,0 0 0 15,1-2 0-15,1 0 1 0,-2 1-1 0,0-1 0 16,2-1 1-16,-2 0-1 0,1 0 0 0,-1-2 0 15,0 3 0-15,2-3-1 0,-2 2 4 0,2-1 2 16,-1 0 2-16,1 2 0 0,1-3 1 0,-1 2-1 16,-1 0-3-16,1-1-3 0,1 1-1 0,3 0 1 15,-3-2-1-15,2 1-1 0,-2 0 1 0,2-1 0 16,1 0 0-16,2-1-1 0,-2 0 1 0,2 0 0 16,0-1 1-16,2 0-1 0,-1-1 0 15,-1-1 0-15,3 0 0 0,-3 0 0 0,2-2-1 16,-2 2 1-16,4-2 0 0,-4 1 0 0,2 0-1 0,0-1 1 15,0-1-1-15,-2 0-1 0,1 1-3 16,-2 0-5-16,-1 1-9 0,-1-1-15 0,-2 0-23 16,2 1-35-16,-1-2-74 0,-2 1-95 0,-2-1-171 15,-2 1-286-15,-2-1-324 0,2-1-363 0,-1 1-187 16,-2-1 189-16,2-2 708 0</inkml:trace>
  <inkml:trace contextRef="#ctx0" brushRef="#br1" timeOffset="23196.92">2055 4797 362 0,'3'-6'845'16,"0"0"337"-16,-3 1 27 0,0 1-292 0,2 0-216 15,-2 0-170-15,3 1-126 0,-1 2-82 0,-1-2-56 16,1 3-55-16,-2 0-69 0,2 0-51 0,-1 0-31 15,1 0-15-15,2 0-11 0,-2 0-3 0,1 0-8 16,0 3-7-16,2-3-6 0,0 0-4 0,0 1-5 16,-1-1 1-16,4 0-3 0,-3 0 0 0,-2 0 2 15,2-1-1-15,-2-2 3 0,0 3 0 0,-1-2 8 16,-2 0 9-16,0-2 6 0,0 2 9 0,-2-2 7 16,2 1 4-16,-3 0-2 0,0 0-3 0,-2 0-5 15,2 0-5-15,-2 0-6 0,3 0-2 16,-4 2-4-16,3-1-2 0,2 1-2 0,-3-1-3 0,3 2-2 15,-1-2-3-15,0 2-2 0,1 2-4 0,1-2 0 16,-2 3-2-16,2-1-1 0,0 2-2 0,0 1 0 16,2-1-1-16,-1 2-3 0,1 1-9 15,1-1-12-15,1 1-23 0,-1-1-39 0,4 2-76 16,-2-2-84-16,0-1-153 0,1 1-254 0,-1-1-313 16,3 1-322-16,0 1-194 0,0-3 56 0,0 1 604 15</inkml:trace>
  <inkml:trace contextRef="#ctx0" brushRef="#br1" timeOffset="23499.08">2409 4981 98 0,'3'5'586'16,"-1"-2"426"-16,1-2 192 0,-3 1-122 0,3-1-320 15,-3 1-263-15,3-2-145 0,-3 0-86 0,2 0-64 16,-1-2-40-16,1 2-6 0,1-1-3 15,-1-1-18-15,1-2-14 0,-1 2-17 0,1-1-13 16,0-1-28-16,0-2-24 0,0 1-20 0,0-1-12 16,-1 2 4-16,-1-1-1 0,1 1 2 0,0-1-3 15,-1 2 0-15,-1 0 0 0,0 1 0 16,0 0 1-16,0-1-1 0,0 2 0 0,0-1-2 16,-1 2-2-16,-1 0 4 0,-1 0 1 0,0 2-8 15,-2-1-21-15,-1 2-59 0,1 3-61 0,-1-2-110 16,-2 1-184-16,0 2-300 0,0-1-318 15,0 1-253-15,2 2-164 0,-2-1 279 0,2-3 611 16</inkml:trace>
  <inkml:trace contextRef="#ctx0" brushRef="#br1" timeOffset="23825.7">2196 5136 217 0,'0'4'483'15,"0"-2"214"-15,0-4 114 0,1 1-145 0,1-2-119 16,2-4-76-16,1 0-60 0,0-2-31 16,0-1-42-16,0-4-58 0,1-2-54 0,3-3-39 15,1-1-6-15,1-3 9 0,1-2 10 0,1 0-6 16,1 0-16-16,-3-2-30 0,1 0-35 0,2 0-36 15,-3 0-33-15,3 0-19 0,-4 2-11 0,1 1-5 16,-2 3-4-16,-1 0-6 0,0 1-1 16,-2 3 0-16,-1 3-3 0,1 2-4 0,-4 1-19 15,-2 4-53-15,1 1-55 0,-2 1-114 16,-1 1-166-16,-1 1-265 0,-3 1-302 0,3 2-244 16,1 0-168-16,-1 0 257 0,0 0 538 0</inkml:trace>
  <inkml:trace contextRef="#ctx0" brushRef="#br1" timeOffset="24599.81">2423 4555 74 0,'0'2'464'0,"0"-2"399"16,2 0 278-16,-2-2-69 0,0 2-282 0,0-1-213 16,1 1-147-16,1 0-98 0,0-1-49 15,1 1-28-15,0 0-21 0,2-2-26 0,1 0-25 16,0 0-27-16,2 0-36 0,0-1-28 0,5 1-17 16,-2-2-14-16,2 4-10 0,1-4-9 0,0 4-5 15,2-4-5-15,0 2-3 0,1-1-1 16,1 1-2-16,0-2-3 0,1 3-1 0,-1-2-2 15,-1 0-4-15,-2 2-4 0,0-1-2 0,-2 1-2 16,-1-1-2-16,0 1 1 0,-3 1-1 0,0 0 1 16,-1 0 1-16,-3 0 2 0,0 0 2 15,0 0 2-15,-2 0 2 0,1 0 2 0,-2 0 1 16,-2 0 1-16,2 0 0 0,-2 0 0 0,0 0 0 16,0 0-1-16,0 0-2 0,-2 0-2 0,2 0-3 15,-2 0-2-15,0 0-3 0,0 0-3 0,2 0 0 16,0 0-2-16,0 0 0 0,-2 0-1 15,1 0 0-15,1 0 0 0,0 1 0 0,0-1-1 16,0 2 0-16,0-2 0 0,0 1-1 0,0 2 0 16,0 2 1-16,0-1-1 0,0 3 0 15,1-1-1-15,1-2 1 0,-2 5 0 0,4 0 0 16,-2 0 1-16,0 1 0 0,1-1 0 0,0 3 1 0,0 3 1 16,0-1-1-16,2 1 1 0,0 3-1 15,-2-1 1-15,3 3-1 0,-1 0 0 0,0 1 0 16,1-1-1-16,-1 4 1 0,1-4-1 0,-1 1 1 15,-2 0 0-15,2 2-1 0,0-2 0 0,-2 1 0 16,0 0 0-16,0 0-1 0,2 1 0 16,-2-1 1-16,-2-1-1 0,1-1 0 0,1 0 1 15,-1 0-1-15,-2-4 0 0,1 2 1 0,-1-2-1 16,-1-2 0-16,1 0 1 0,-2-2 1 0,-1 0-1 16,-2-4 2-16,-1 2 0 0,0-3 0 0,-2 1 0 15,0-2 0-15,-3-1 0 0,-2-1 0 16,2-2 1-16,-5-1 0 0,2-1 1 0,-5-3 1 15,0-1 0-15,3-1 0 0,-4-3 1 0,1 0-2 16,0-2 2-16,-1 0-2 0,2-1 1 0,-1 2-1 16,3 1 0-16,-1 0-1 0,4-1 0 15,-1 4-1-15,3 1-2 0,0-1-1 0,5 2-2 16,1 1-7-16,0 1-10 0,5 1-15 0,0 0-26 16,0 0-56-16,3 0-83 0,2 0-165 0,0 0-273 15,4 1-330-15,-1 1-393 0,3 0-317 16,0 0 39-16,2 2 791 0</inkml:trace>
  <inkml:trace contextRef="#ctx0" brushRef="#br1" timeOffset="25596.56">3459 4641 22 0,'2'1'351'15,"1"0"320"-15,0 1 271 0,-2 0 33 0,1-1-212 16,-1-1-162-16,3 0-132 0,-1 0-93 15,3-1-23-15,1 1-16 0,2-2-35 0,-1 0-50 16,3 1-35-16,3 0-36 0,-1-1-54 0,1-1-48 16,0 2-28-16,4-2-16 0,-4 0-14 0,3 0-7 15,-1 1-7-15,0 0-3 0,-2 0-3 0,0-1-1 16,-1 3-1-16,-2-2-1 0,0 1-10 16,-3 1-34-16,-3 1-63 0,-2 1-85 0,-3 1-166 15,0 0-282-15,-3 2-312 0,-2 1-303 0,0 1-195 16,-4 0 152-16,-2 2 619 0</inkml:trace>
  <inkml:trace contextRef="#ctx0" brushRef="#br1" timeOffset="25845.13">3492 4829 32 0,'2'2'522'0,"2"1"430"16,-2-1 210-16,1-2-17 0,0 0-346 0,2 0-258 15,0 0-140-15,1 0-51 0,3 0-39 0,1 0-59 16,-2 3-41-16,5-3-48 0,-4 0-47 16,2 0-42-16,2 0-26 0,0 0-10 0,-1 0-9 15,1 0-5-15,1 0-12 0,0 0-9 0,1 0-4 16,0-3-4-16,0 3-26 0,0-2-68 16,-2-1-75-16,0 0-161 0,-2 2-288 0,-2 0-316 15,2-2-330-15,-3 1-203 0,2 0 102 0,-1-1 647 16</inkml:trace>
  <inkml:trace contextRef="#ctx0" brushRef="#br1" timeOffset="29308.61">4340 4018 8 0,'1'-3'208'0,"1"2"113"0,-1-2 123 16,1 1-64-16,1 0-78 0,-3 2-40 15,2-3-18-15,-2 2-2 0,0 0 3 0,1 0 14 16,1 1 33-16,-2-3 35 0,0 3 50 0,0-2 16 16,0 2-12-16,0 0-42 0,2-2-46 15,-2 0-45-15,1 2-41 0,-1-1-15 0,0 1 2 16,0 1 0-16,0-1-9 0,0 2-28 15,3 0-23-15,-3 0-27 0,2 1-27 0,-1 0-17 16,1 4-13-16,-1-1 0 0,1 3-7 0,1 1-8 16,-1 0-3-16,1 4-4 0,-1-1-4 15,1 4 0-15,0 0-1 0,0 2-1 0,2 1-1 16,-2 1-2-16,0 0-4 0,-1 0-1 16,1-2-5-16,-2 1-3 0,1-2-1 0,1-2-4 15,-1-2 1-15,0-3-1 0,-1 0-2 16,1-1 0-16,-1-3 1 0,-1-1-1 0,3-2-1 0,-3 1 0 15,0-4-2-15,0 1 1 0,0-2-3 16,0-2 0-16,0-1-7 0,0-3-7 0,0 2-17 16,0-4-47-16,0 1-62 0,0-1-61 15,-3 0-116-15,3-1-175 0,-3 2-273 0,2-2-258 16,-1 0-218-16,0-1-135 0,2 1 311 0,-1-2 525 16</inkml:trace>
  <inkml:trace contextRef="#ctx0" brushRef="#br1" timeOffset="29677.78">4605 3942 146 0,'5'-2'449'0,"-2"2"270"0,0 2 206 16,-1-1-90-16,-2 1-159 0,1 1-132 16,1 2-106-16,0-1-86 0,-1 0-73 0,1 3-61 15,0 3-24-15,-1 0 3 0,2 3 5 0,-1 0 3 16,2 2-6-16,-2 2-24 0,1 2-31 16,-1 0-42-16,-1 1-27 0,1-1-22 0,1 0-14 15,-1 0-11-15,-1-1-8 0,1-1-8 16,1 0-4-16,-3-1-3 0,2 0-2 0,1-1-2 15,-3-2-1-15,3-1 1 0,-3-1-1 16,0 0-3-16,0-1-16 0,-3-1-41 0,0-1-63 0,1-3-64 16,-3-2-120-16,-1 0-173 0,1-3-286 15,-4-2-269-15,4-2-213 0,-3-3-111 16,2-2 315-16,-2-3 515 0</inkml:trace>
  <inkml:trace contextRef="#ctx0" brushRef="#br1" timeOffset="30051.16">4318 3921 174 0,'-2'0'540'0,"2"0"376"16,-2 0 222-16,1 0-179 0,1 0-252 15,0-2-180-15,0 0-142 0,0 2-115 0,3 0-27 16,-1 0-12-16,1 2-16 0,4 0-18 16,0-2-25-16,-1 2-13 0,4 2-55 15,1-3-40-15,0 3-22 0,3-2-12 0,3 2 3 16,2-3-3-16,-1 2 2 0,2-2-4 0,2 1-2 16,-1-2-5-16,1 0-8 0,2 0-7 15,-2-2-6-15,0-1 0 0,0 1 0 0,0-4 0 16,-1 2 0-16,0-1 1 0,-1-1 1 0,-1-1-1 15,0 1-2-15,-3-2-8 0,0 3-33 16,-3-1-67-16,-1 1-63 0,-4 1-128 0,-2 1-199 16,-1 1-311-16,0 1-296 0,-2 2-217 0,-2 2-93 15,-1 2 411-15,0 0 560 0</inkml:trace>
  <inkml:trace contextRef="#ctx0" brushRef="#br1" timeOffset="30759.62">5021 4125 20 0,'-3'1'565'0,"1"1"542"16,1-2 302-16,-3 1-29 0,3 1-370 0,-1-2-343 15,2 1-225-15,-1-1-127 0,1 0-96 16,-3 0-86-16,3 0-50 0,0 0-33 0,0 0-23 16,0 0-13-16,0 0-7 0,0 0-4 0,0 0-2 15,0 0-2-15,0 0-1 0,0 0-5 16,0 0-12-16,0-1-47 0,0 2-68 0,0-2-125 15,-2 2-209-15,1-1-296 0,-1 2-348 0,1 1-308 16,-1 0-135-16,0-1 421 0,2 2 662 0</inkml:trace>
  <inkml:trace contextRef="#ctx0" brushRef="#br1" timeOffset="31890.92">5389 4311 53 0,'0'3'277'0,"0"0"158"0,0-2 176 16,0 1 29-16,0-2-19 0,0 0-7 16,0 0-8-16,0 0-54 0,0 0-72 0,0 0-96 15,0 0-82-15,0 0-53 0,2 0-29 16,-2 0-9-16,0-2-9 0,2 1-15 0,-1-1-26 16,1-2-31-16,1 2-25 0,0-4-20 0,2 1-13 15,-1-2-9-15,3-2-4 0,-1 0-2 16,1-1-2-16,2-2-3 0,1-3-2 0,1 0-3 15,1-3-2-15,-1-1-2 0,3-1-2 0,-1-3-4 16,0 2-3-16,3 0-4 0,-3 0-3 0,0 0-5 16,0 2-5-16,0-2-4 0,-2 2-3 15,0 3-3-15,0 1-1 0,-3 1-3 0,0 0 0 16,-2 3-2-16,2 0-2 0,-3 3 1 16,-2 0-1-16,0 2-1 0,0 0 1 0,-1 2-1 15,-2 1-3-15,2 0-4 0,-4 2-11 16,2-1-15-16,0 0-22 0,-5 1-42 0,2-1-74 15,-2 2-93-15,-4 2-155 0,1-1-250 0,-2 3-318 16,-2 0-315-16,2 0-185 0,-1 2 115 16,-1-2 600-16</inkml:trace>
  <inkml:trace contextRef="#ctx0" brushRef="#br1" timeOffset="32291.61">5351 3891 194 0,'2'-2'553'0,"-2"1"357"15,0-1 216-15,0 1-180 0,0 0-249 0,0-1-170 16,0 2-126-16,0-2-103 0,3 4-85 0,-3-2-7 15,3 3 0-15,1 0-9 0,1 2-16 0,-1 2-15 16,4 3-4-16,1 1-38 0,1 2-31 16,1 2-18-16,0 2-12 0,2-1-8 0,3 4-8 15,-2-1-10-15,3 2-5 0,0 0-4 16,-2 0-2-16,2 0-6 0,-1 2-3 0,3-3-5 0,-3 2-3 16,1-3-9-16,1-1-4 0,-3-2-4 15,0 0 4-15,0-2-4 0,-2-3 3 0,1 0 8 16,-4-1 4-16,-1-3 0 0,-1 2-10 15,0-6-11-15,-3 2-30 0,-2-3-70 0,-3 2-72 16,-2-2-140-16,-1-2-229 0,-2 0-305 16,-4 0-337-16,0 0-239 0,-3-2-60 0,0 1 504 15,-2 1 610-15</inkml:trace>
  <inkml:trace contextRef="#ctx0" brushRef="#br1" timeOffset="33119.97">4439 4473 114 0,'-5'1'291'0,"2"1"145"0,0 0 78 16,-2-2-77-16,2 1-44 0,-4 2 15 0,2-1 64 16,0-1 32-16,0 2-2 0,0-2-32 15,2 1-59-15,-3 0-55 0,3 0-43 0,0 0-23 16,-1-1-24-16,3 1-26 0,-1-1-26 0,2-1-34 15,-1 2-50-15,1-2-46 0,1 0-41 16,-1 1-23-16,2 1-7 0,4-1-2 0,-1 1 4 16,4-1 8-16,1-1 17 0,1 1 9 15,3 1 8-15,2-2 8 0,1 0 6 0,5 0-4 16,-1-2-2-16,1 2-5 0,3-1-7 0,1 1-8 16,-1-1-7-16,5-1-3 0,-3 2-2 0,5-1-3 15,-2-1-1-15,3 1-3 0,0 1-3 16,2-3-3-16,-2 3-2 0,3-2-3 0,-1 1-1 15,0 1-2-15,2 0 0 0,-1 0-2 16,0 1-1-16,-1-1-1 0,-2 2 0 16,0-1 0-16,0 1 0 0,2 1 0 0,-3-2 0 15,1-1-1-15,-1 2 0 0,1-1-1 0,-3 0-2 16,2 1 0-16,-2 1 0 0,-2-2-1 0,-1 3-2 16,0-2 1-16,-2 2 0 0,0-2-1 15,-2 3 1-15,-1-3-2 0,-2 4 2 0,-2-3-2 16,-1 0 1-16,-1 0-1 0,0 0 1 0,-3 0-1 15,0-3 1-15,-3 2-1 0,1-2 1 0,-2-2 0 16,1 0 0-16,0 1 1 0,-1-4 0 16,-1 3-1-16,0-3 1 0,-2 2-1 0,2-2 0 15,-2 0-1-15,-1 3-2 0,-2-2 1 16,2 2-2-16,-3 0 0 0,1 0-4 0,-3 2-5 16,0 0-10-16,0 2-15 0,-2 0-22 15,-1 3-35-15,-3 1-74 0,-2-2-91 0,-5 3-173 16,2 1-282-16,-3 1-328 0,0-1-369 15,-1 2-187-15,-2 0 159 0,1-1 728 0</inkml:trace>
  <inkml:trace contextRef="#ctx0" brushRef="#br1" timeOffset="33811.81">4711 5107 288 0,'-3'6'644'0,"1"-3"347"0,-1-2 157 0,2 3-272 16,-1-4-237-16,0 1-163 0,2 0-126 0,-2-1-87 15,4 0-51-15,-2 0 2 0,4-1 4 16,-1 0-8-16,0-4-8 0,2 0-16 0,1-2-22 16,3-2-40-16,-2-1-32 0,1-2-19 15,1-2-12-15,2-3-11 0,0 1-9 0,1-3-6 16,0-2 1-16,1 2-1 0,1-1-3 16,-1-1-1-16,1 1-4 0,-1-1-3 0,-2 3-2 15,1 0-4-15,-2 3-3 0,-2 2-1 0,1 2-2 16,-3 1-2-16,-1 2-2 0,0 2-1 15,-2 2-1-15,-1 1-1 0,-1 0 0 0,1 1-1 16,0 1 0-16,-1 2 0 0,2 1 1 0,-1 1-1 16,-1 3 1-16,2 0 0 0,-1 3-1 15,0 1-1-15,-1 1 1 0,1 2-2 0,-1 1 0 16,1 2 1-16,1 1 0 0,-3 0 0 0,2 2 1 16,-2 2-1-16,2-2 0 0,-2 1-2 15,0 0 1-15,0-1-2 0,0-1 0 0,-2-1-1 16,2-1 5-16,0-1 1 0,-2-2 0 0,2-1 1 15,-1-2-1-15,-1 1 1 0,0 0-8 16,1-3-11-16,-1-1-14 0,1-1-20 0,-1-2-29 16,0 2-62-16,-1-3-69 0,0 2-124 15,-1-1-199-15,0-1-294 0,3 0-332 0,-1 0-262 16,2-3-128-16,0 0 420 0,2 0 648 16</inkml:trace>
  <inkml:trace contextRef="#ctx0" brushRef="#br1" timeOffset="34075.32">5176 5127 27 0,'3'-4'597'0,"2"2"634"0,-2-2 340 15,0 3-159-15,-1-2-402 0,-1 1-362 0,1 1-221 16,-2-2-144-16,0 2-108 0,0-1-61 0,0 1-42 15,0-2-30-15,0 1-17 0,0 1-10 16,0-1-7-16,0-1-4 0,0 2-3 0,0-1-1 16,0 2-2-16,0-1-10 0,0 1-13 0,0-2-14 15,0 1-44-15,0 1-70 0,1 0-77 16,1-1-150-16,-2 1-234 0,2 0-318 0,1-2-297 16,0 2-202-16,0-2 22 0,1 1 566 15</inkml:trace>
  <inkml:trace contextRef="#ctx0" brushRef="#br1" timeOffset="34809.22">5407 4870 150 0,'3'-7'625'15,"-3"1"439"-15,1-2 168 0,-1 2-177 0,0-1-220 16,0 2-186-16,0 0-155 0,0 0-108 15,0 1-69-15,-1 0-48 0,1 0-75 0,-2 1-56 16,1-2-34-16,-2 2-25 0,1 2-16 0,-2-1-17 16,0 0-12-16,1 2-10 0,-2 2-8 15,-1-2-4-15,3 2-4 0,-3-1-2 0,1 2-2 16,2 0-2-16,-2 0 1 0,2 1-2 16,-1 1-1-16,0 1 0 0,-1 0-6 0,2 0-2 15,0 2-3-15,1-1-1 0,-1 3-1 16,3-3-1-16,0 2 5 0,0-2 2 0,2 3 2 15,1-1 2-15,0-1 5 0,0 1 3 16,3-1 3-16,-1 1 0 0,3-2 1 0,-1 1 0 16,0-1-6-16,1 1-1 0,2-1-2 0,-1-1-2 15,2 2 0-15,-1-2 1 0,-2 0-1 0,4 0 1 16,-1 1 0-16,-1-1 0 0,2 2 0 16,-2 1 1-16,0-1 1 0,0 4 0 0,-2 1 0 15,2-1 0-15,-1 0 0 0,-2 3 0 0,-1-4-1 16,-1 3 0-16,1 2 1 0,0-3-1 0,-4 0 1 15,1 2 0-15,0-1-1 0,-3-2 0 16,0 2 1-16,0-4 0 0,-3 2-1 0,1-2 0 16,-1-1 0-16,0-1 0 0,-3-1 0 15,0 1 0-15,-1-2 0 0,1 0 0 0,-3-3 0 16,-1 0 0-16,0 0 0 0,-2-3 1 0,1 0-1 16,-1-3 0-16,0 0 0 0,1 0 0 0,3-2 1 15,-3-1-1-15,3-1-1 0,3 2 0 16,-1-3-1-16,4 1 0 0,-2 0-2 0,4-2 1 15,3-2 0-15,0 1 1 0,2-2 1 16,1-2-1-16,2 1 2 0,1-2 0 0,1 0 0 16,0-2-2-16,2 1 1 0,-1-1 0 0,-1-1 1 15,2 2 1-15,-4-1-1 0,2-1 2 16,-1 2 0-16,1 0-1 0,-4-1 0 0,2 2 0 16,0-2 0-16,-4 2 1 0,1-1 0 15,-3 2 1-15,1 1 0 0,-3-1 1 0,0 2-1 16,-3 0 1-16,0 1-2 0,-2 0-2 0,-3 0 1 15,0 2-1-15,-1 0-1 0,-1 2-1 16,-4 2-1-16,3 2-5 0,-3 0-12 0,1 5-19 16,-3-1-37-16,2 4-72 0,0 1-99 0,1 0-186 15,0 0-288-15,-1 1-328 0,3-1-348 16,-1 2-180-16,2-3 240 0,0 1 718 0</inkml:trace>
  <inkml:trace contextRef="#ctx0" brushRef="#br1" timeOffset="43347.55">6248 4396 96 0,'0'2'370'0,"0"-1"233"0,0-1 224 15,0-1-19-15,0 1-112 0,0-2-97 0,0 2-90 16,0 0-78-16,0 0-74 0,0 0-67 15,0 0-44-15,2 0-14 0,-1 0-12 16,-1 0-13-16,0 0-19 0,2-1-27 0,-2 1-34 16,1 0-37-16,-1 0-25 0,0 0-18 15,2 1-11-15,-2-1-7 0,2 0-1 0,1 2-1 16,0-1 2-16,1 3 2 0,1-2 2 0,2 3 2 16,-1-2-5-16,2 0-4 0,0 1-2 15,0-1-2-15,1 0-3 0,-1-1 0 0,3 1-1 16,-1-3 2-16,-1 1 0 0,2-2 0 0,0 1-1 15,-1-3-3-15,2 0-1 0,-2-1-3 0,1 0-3 16,-2 0-3-16,-1 1-1 0,0-2-2 16,0 3-1-16,-2-2-2 0,-1 1-1 0,-2 2-1 15,-1 1-2-15,0-2-3 0,-1 2-7 16,1-1-12-16,-2 1-21 0,0 0-42 0,-2 1-69 16,1 1-74-16,-3 1-135 0,0 2-204 15,-1-3-302-15,0 3-289 0,-1-1-209 0,1-1-47 16,0 1 459-16,-1 1 551 0</inkml:trace>
  <inkml:trace contextRef="#ctx0" brushRef="#br1" timeOffset="43706.4">6321 4611 246 0,'3'4'669'0,"-3"-1"369"16,0 1 136-16,2-3-250 0,-2 0-266 0,1 1-175 15,-1 0-114-15,0-2-72 0,3 1-42 16,-3 0-30-16,0-1-29 0,2 2-33 0,-1-2-41 16,1 0-29-16,-1 2-19 0,1-1-9 0,1-1-4 15,-1 3-3-15,4-2 2 0,-1 1-2 0,0-1-9 16,2 0-7-16,2 3-6 0,-1-3-4 15,2-1-2-15,0 0-5 0,1 0-2 0,1-1-4 16,1-3-5-16,-1 2-3 0,2-3-4 16,-2 1-3-16,2 0-4 0,-1-2-1 0,1-1-6 15,-4 1-17-15,1 0-53 0,-2 1-72 16,-4 1-134-16,0 1-227 0,-2 2-306 0,2-1-357 16,-3 2-300-16,-2 0-104 0,-2 3 511 0,-3-2 656 15</inkml:trace>
  <inkml:trace contextRef="#ctx0" brushRef="#br1" timeOffset="67255.22">7129 4379 114 0,'4'-3'477'0,"-4"-2"376"0,2 1 289 16,-4 2-104-16,2-2-187 0,0 0-121 15,-1 3-132-15,-2-2-126 0,1 1-105 0,1 1-69 16,-1-1-73-16,-1 0-66 0,1 1-40 0,-1 1-27 16,-2-2-15-16,0 2-13 0,1 2-14 15,-2-2-10-15,-1 1-9 0,1 1-6 0,-1 1-8 16,-2 2-4-16,1 0-4 0,0 1-4 16,-1 3-1-16,-2-1-3 0,3 4 0 0,0 3-3 15,0 2 1-15,0 2-2 0,0 4 0 16,5 0 1-16,0 5 0 0,1 0 2 0,2 2 1 0,2 0 0 15,1-1 2-15,2-1-3 0,1-2 0 16,3-5-3-16,-1 0 0 0,4-4-1 0,0-4-2 16,2-1 0-16,-1-4 0 0,3-4 0 15,3-4 0-15,-2-3 2 0,2-4 1 0,-3-7 1 16,3-2 1-16,-3-1 1 0,0-4 1 0,-2-3 1 16,-2-2 0-16,0 1 1 0,-3-1 1 15,-1-1 1-15,-3 4 1 0,-4-2 1 0,-1 1 0 16,-1 2 0-16,-6-1 0 0,0 2 0 0,-1 0 1 15,-4 1 1-15,0-1 4 0,-2 5 3 0,1 0 4 16,-3 1 3-16,2 3 0 0,-2 0 0 16,3 5-4-16,-1 1-3 0,3 0-5 15,0 5-8-15,2-2-6 0,1 3-5 0,1 2-1 16,-2 0-3-16,4 4 3 0,2 0 6 0,1 4 2 16,1 0 2-16,1 1-5 0,1 2-13 0,3 2-20 15,-1-1-28-15,3 1-56 0,-1 3-79 16,-1-3-121-16,1 2-203 0,0 2-298 0,2-1-340 15,0 1-290-15,-1-1-125 0,1-2 411 16,1 1 671-16</inkml:trace>
  <inkml:trace contextRef="#ctx0" brushRef="#br1" timeOffset="67490.73">7383 4735 129 0,'0'0'978'16,"0"3"671"-16,-2-1-34 0,1-1-317 0,-1 0-432 16,2-1-341-16,-1 2-226 0,-2-2-113 0,3 2-64 15,0-2-43-15,0 0-30 0,0 0-24 0,0 0-13 16,0-2-8-16,0 2-5 0,0 0-8 16,0 0-16-16,0 0-27 0,0-2-67 0,0 2-78 15,0-1-156-15,0-2-282 0,3 1-317 16,-2 1-372-16,-1 1-246 0,2 1 29 0,-1-1 686 15</inkml:trace>
  <inkml:trace contextRef="#ctx0" brushRef="#br1" timeOffset="68685.71">7777 4292 70 0,'3'-1'463'0,"0"-2"427"0,0 0 298 15,-1 2-77-15,-2-1-184 0,0 1-191 0,0-1-169 16,-2-1-138-16,-1 0-95 0,1 1-62 16,-1-1-82-16,-3 2-53 0,0-2-31 0,1 2-23 15,-3-2-16-15,2 2-12 0,-5-1-14 16,3 0-10-16,-2 2-9 0,0 0-6 0,-2 0-5 16,3 2-4-16,-2 1-3 0,1 0-1 0,-1 1-3 15,2-1 0-15,1 0-2 0,1 2-1 0,1-1-1 16,0 0-1-16,1 2 1 0,2 3-1 15,0-1 0-15,1 1 1 0,2 2 0 0,3-1 0 16,-1 1 0-16,3 0 1 0,2 1 0 0,-2 1 0 16,3-1 0-16,2 1 1 0,1-1 0 15,-2-1 6-15,4 1 2 0,1-1 2 0,-1 2 1 16,2-3 1-16,-2 1-1 0,3-1-5 16,-2 0-3-16,0 2 0 0,-1-1-1 0,0 2 0 15,-1-1 1-15,-2-1 0 0,-2 3 1 0,0-2 1 16,-2 3 0-16,-3-2 0 0,0 1 0 15,-3 1 2-15,-3-2 0 0,0 0 0 0,-2 1 0 16,-2-2 0-16,-1-1 1 0,0-2-1 16,-2 0-1-16,-1-2 0 0,0-1-2 0,1-2 1 15,-2-2-2-15,2-1-1 0,-2-2 0 0,2 0-1 16,-1-4 0-16,0 0-2 0,3-2 0 16,2 0-1-16,-1-3-1 0,3 2 0 0,-1 1 1 15,4-4 0-15,1 3-1 0,0-4 1 0,4 3 1 16,-1-1-1-16,2-2 1 0,1 0 1 15,1 0 0-15,1-2 2 0,3 2 0 0,-2-3 1 16,4-1 0-16,-2-1 1 0,3-3 0 16,2 1 0-16,-3-3-1 0,4-1 1 0,-1 0-1 15,-2 1 1-15,1 0-1 0,-2 1 1 0,-3 3 1 16,-2 1 2-16,-2 2 0 0,-1 3 2 0,-4-1-5 16,-2 3-2-16,-2 2-2 0,-5 0-2 15,0 2-1-15,-2 1-1 0,-5 1 3 0,2 2 1 16,-3 2 0-16,2 0 1 0,-3 1-1 15,2 2-1-15,1 3 0 0,0-2-1 0,3 2-1 16,0 2-2-16,3-1-1 0,3 1-11 0,2-1-16 16,1 1-25-16,2 1-68 0,2-1-72 15,1-2-140-15,2 1-224 0,1-3-302 0,1 2-341 16,3-1-232-16,0-4-68 0,3 1 512 16,1-2 612-16</inkml:trace>
  <inkml:trace contextRef="#ctx0" brushRef="#br1" timeOffset="69101.28">8066 4263 49 0,'2'-3'596'16,"-2"3"500"-16,0-1 203 0,0-1-54 0,0 2-321 16,1 0-307-16,1 0-203 0,1 0-110 15,-1 0-72-15,1 0-65 0,0 0-60 16,2-2-38-16,-1 2-15 0,1-1-9 0,0 1 2 15,3-1 0-15,1 1-3 0,-1-2-3 0,0 0-4 16,2 1-10-16,2-1-4 0,-2 1-4 0,2-1-3 16,-2 1-3-16,3-1-3 0,-1 1 3 15,-1-2-3-15,1 1 1 0,0 0 2 0,-1 2 1 16,0 0 3-16,0 0 3 0,-3 0 3 16,0 4 1-16,1 0 2 0,-4 2 1 0,0 2 5 15,-2 1 2-15,-3 3-3 0,-1 4-2 0,-1 0-4 16,-3 5-5-16,0-1-8 0,-2 3-6 15,2 2-2-15,-3 0-4 0,2 2-1 0,-1-1-2 16,-2 1 2-16,3-1-1 0,1 0 0 0,-2-3 1 16,3-1 0-16,-2 2 0 0,2-5-2 0,1-1 1 15,0-1 0-15,1-4 0 0,1-1-2 16,-1-2-5-16,-1-3-11 0,1 0-16 0,2-1-26 16,-3-2-61-16,0-3-74 0,-3 1-128 15,1-4-200-15,0 1-298 0,-1 0-342 0,1-2-269 16,0 0-110-16,-1 0 426 0,3-2 635 15</inkml:trace>
  <inkml:trace contextRef="#ctx0" brushRef="#br1" timeOffset="69352.06">8046 4582 224 0,'2'-3'779'0,"-1"0"401"0,-1 2 97 16,0-1-146-16,3 2-308 0,-3-1-271 0,3 1-173 15,0 0-91-15,0-2-61 0,1 2-72 16,2 0-58-16,1-2-26 0,2 1-12 0,0 0-8 16,3-2-15-16,0 1-10 0,1 0-6 15,2-2-9-15,-2 2-4 0,4-3-4 0,1 0 0 16,-1 1-2-16,2-1-4 0,2-1-26 0,-1 1-79 16,-2-1-98-16,1 2-201 0,-2 1-289 15,2-1-345-15,0 1-369 0,-3-2-163 0,3 2 285 16,-3-3 726-16</inkml:trace>
  <inkml:trace contextRef="#ctx0" brushRef="#br1" timeOffset="69743.14">8811 4267 70 0,'-5'4'677'16,"4"1"614"-16,-1 0 247 0,0-2-171 0,-1-1-406 15,3 2-373-15,-3-3-197 0,3 0-136 0,0 3-99 16,0-4-63-16,0 0-42 0,2 2-25 16,-1-2-16-16,2 3-7 0,1-3-3 0,-1 1-1 15,2-1-1-15,1 1 0 0,0-1-1 0,0-1 1 16,2 0 1-16,-3-4 1 0,2 1 1 16,-1 2 2-16,-2-3 2 0,0-1 2 0,-3 0 1 15,1 1 1-15,-4 0 6 0,2 1 6 16,-3-1 7-16,0 0 3 0,-2 2 3 0,-1 0 1 15,1 0-4-15,0 2-5 0,-3 1-6 0,2 0-6 16,-2 3-2-16,2-2-7 0,1 2-2 0,-1 4-3 16,-2-3-1-16,3 2-2 0,2 1-1 15,-2 1-2-15,2-1 0 0,0 2-6 0,1-1-13 16,2-1-26-16,0 1-63 0,0-2-67 16,0 0-116-16,2 0-192 0,-2 0-299 0,3-1-329 15,0 2-252-15,-1-1-142 0,1 0 327 0,2 0 638 16</inkml:trace>
  <inkml:trace contextRef="#ctx0" brushRef="#br1" timeOffset="70040.71">8969 4753 89 0,'2'4'661'0,"-2"0"471"0,-2-1 143 15,2 1-110-15,0 0-375 0,0-2-302 0,3 2-161 16,-1-3-87-16,2 2-53 0,1 0-44 0,0 0-37 16,1 0-37-16,1-1-31 0,-1 0-14 15,5-2 12-15,-3 0 11 0,0-2 5 0,1 1 12 16,-2-3 9-16,-1 1 6 0,-1-3-10 16,1 0-3-16,-1-2 0 0,-4 2-3 15,-1-2 1-15,0-2-4 0,-4 3-7 0,1 1-8 16,-4-2-11-16,1 2-9 0,-1 1-10 0,-2 1-8 15,0 2-6-15,1 2-3 0,-2 1-4 0,-1 2-7 16,3 3-19-16,0-1-41 0,-1 2-73 16,1 2-87-16,2-2-165 0,-1-1-277 0,-2 0-318 15,4 2-316-15,0-2-184 0,1 0 128 0,-1-1 628 16</inkml:trace>
  <inkml:trace contextRef="#ctx0" brushRef="#br1" timeOffset="70387.3">8610 4929 66 0,'0'0'540'0,"-3"0"462"16,2 0 229-16,-1-1-117 0,2 1-310 15,0-4-238-15,0 3-152 0,6-2-82 0,-3-3-54 16,4 1-34-16,2-6-33 0,2-1-43 16,2-1-37-16,4-3-35 0,2-5-18 0,3-4-14 15,2-1-12-15,2-5-9 0,2-1-7 0,0-4-8 16,3 1-8-16,0-5-5 0,-1 2-3 16,3-3-2-16,-1 0-4 0,0 1 0 0,-1-1-2 15,-2 0-1-15,-1 4-2 0,-1 1-6 16,-2 1-22-16,-4 3-65 0,-4 6-72 0,-3 1-159 15,-3 1-279-15,-4 5-323 0,-1 4-372 0,-1 0-253 16,-4 5 6-16,-7 1 697 0</inkml:trace>
  <inkml:trace contextRef="#ctx0" brushRef="#br1" timeOffset="114995.22">945 6226 209 0,'5'-3'622'16,"-2"0"429"-16,-3 3 192 0,0 0-132 16,0 0-205-16,0 0-193 0,-2-6-174 0,-1 2-130 15,-2-1-85-15,-4 1-102 0,-2 0-57 0,0 1-45 16,-5 3-28-16,0 0-21 0,-1 0-16 16,-2 3-13-16,0-1-10 0,0 3-7 15,1 1-6-15,-1-2-4 0,2 2-4 0,3 0-2 16,1 0-2-16,-1 0-3 0,6-2-1 15,0 0-2-15,0 0-1 0,4-1-2 0,-1 3 1 16,3-4-1-16,-1 4 0 0,3-1 0 16,0-5-5-16,2 7-2 0,1 0-2 0,3 1-2 15,1 1 1-15,2-2-1 0,2 2 5 16,-1-1 3-16,5-1 2 0,-2 1 1 0,3-3 2 16,-2 3-1-16,2-2 1 0,-2 0 0 15,0 2 0-15,-3-2 1 0,1 1 0 0,-3-1 1 16,-1 3 0-16,-2-1 2 0,-1 0 1 15,-3 3 0-15,-2 1 2 0,-2 0-2 0,-3 1 0 16,-3 4-1-16,-3-4 0 0,-1 4-1 16,-3 3 0-16,0-4-1 0,-3 3 4 0,1-2 1 15,1 1 0-15,0-3 0 0,0 0-1 0,2-2 0 16,3 0-6-16,0-3-2 0,3 1-4 16,3-4-10-16,5-1-17 0,2 0-29 15,3-3-72-15,1 0-102 0,3-3-191 0,-1-2-287 16,2-4-344-16,4-1-399 0,-1-3-213 15,2-4 246-15,3 1 762 0</inkml:trace>
  <inkml:trace contextRef="#ctx0" brushRef="#br1" timeOffset="115165.91">1076 6442 18 0,'8'5'603'0,"3"4"625"0,-6 1 308 0,0 3-136 15,-2 5-375-15,-3-1-400 0,0 3-219 0,-2 0-135 16,1 4-101-16,-1-4-66 0,-1 1-43 15,3-1-28-15,-2-4-18 0,2-1-9 0,0-1-8 16,0-6-21-16,-1 2-60 0,-5-6-73 16,2-1-159-16,1-3-277 0,-2-3-321 15,1-3-367-15,-3-3-279 0,-2-4 22 0,1-4 693 16</inkml:trace>
  <inkml:trace contextRef="#ctx0" brushRef="#br1" timeOffset="115348.82">986 6231 169 0,'-3'-9'907'0,"3"4"587"0,0 5 18 0,0 0-266 16,0 0-451-16,0 0-330 0,0 0-198 15,0 0-114-15,0 0-68 0,0 0-41 16,0 0-26-16,3 5-14 0,-1 1-23 0,3 1-65 16,-1-1-64-16,4 0-113 0,0-1-175 0,0-1-310 15,4 1-313-15,-2-2-235 0,1 0-128 16,2-2 323-16,1 0 571 0</inkml:trace>
  <inkml:trace contextRef="#ctx0" brushRef="#br1" timeOffset="115889.86">1252 6235 66 0,'14'-1'464'15,"2"-1"399"-15,-2 2 290 0,-4 2-70 0,-3-1-228 16,1 0-147-16,-3 3-141 0,3-2-122 0,-3 3-93 16,1-2-61-16,-6 0-63 0,1 3-69 0,-2-4-45 15,1 2-22-15,-3 0-18 0,-2 1-9 0,2 1-10 16,0 2-8-16,0-1-10 0,-2 2-7 15,2 0-7-15,-2 1-7 0,2 1-6 0,-2-1-4 0,2 1-2 16,2 1-2-16,-3-1-1 0,3-1-2 16,-1-2-2-16,-1-1-2 0,3-1 0 0,0-1-1 15,0-5 0-15,0 4-1 0,3 0 1 0,0 0 1 16,1-1 1-16,-1 0 2 0,4 0 2 0,-2-2 0 16,3 2 0-16,0 0 1 0,1 0 1 0,-1 0 1 15,0 0-1-15,2 0 0 0,-1 2 1 0,-1-1-1 16,2 0 0-16,-1 1 0 0,-1 0 0 0,-2-1-1 15,2 1 0-15,3 2-5 0,-3-1-2 0,0 0-3 16,0 2-1-16,1-1 1 0,1 1-1 16,0-2 4-16,2 0 3 0,-1 0 1 0,0 0 2 15,0-4-1-15,2 3 0 0,-1-5 1 0,1 0 0 16,1-3 1-16,-1-3 0 0,-2-3 1 0,2-1 0 16,0-5-1-16,-4-2 0 0,4-1-1 0,-4-3 1 15,-1 2 0-15,0-3 4 0,-2 3 5 0,-1 0 1 16,-2 1 2-16,-3 2 1 0,0 3 0 0,0 0-3 15,-3 1-4-15,-2 4 0 0,-1 2-3 0,-3 3 0 16,1 2-2-16,-2 2-5 0,-4 4-3 0,3 4-4 0,-2 1 1 16,-1 5-1-16,-1 3 1 0,3 2 6 15,-1 2 11-15,1 2 7 0,2 3 3 0,-1-2 0 16,3 5 2-16,1-2-2 0,0-1-8 0,2-1-5 16,2-1-3-16,0-1-3 0,3-4-2 0,3 2-2 15,2-3-2-15,3-3-5 0,3-1-16 0,3 0-31 16,5-4-74-16,0 0-104 0,3-2-204 0,2-3-292 15,1-2-347-15,5-2-395 0,-3-6-185 0,5 0 309 16,1-4 765-16</inkml:trace>
  <inkml:trace contextRef="#ctx0" brushRef="#br1" timeOffset="116832.51">2173 6057 385 0,'0'0'884'0,"0"0"329"0,0-2 30 16,0 2-205-16,0 0-271 0,0-1-218 0,0 1-137 16,0-1-81-16,-4-1-58 0,1 0-83 15,-2 0-49-15,2 2-28 0,-2-3-20 0,-2 1-14 16,0 0-15-16,2-2-8 0,-3 4-9 0,2-2-3 15,-1-3-5-15,-2 4-6 0,1 0-2 0,0 1-5 16,2-2-4-16,-2 2-5 0,2 0-4 0,-1 2-2 16,2-2-3-16,1 1-4 0,-2-1-1 0,1 3-2 0,3 0 0 15,-3-1-2-15,2 2-1 0,0 0 0 16,1 3 0-16,-1 1 0 0,2 0 0 0,-1 1 1 16,0 1 0-16,2 1 1 0,0 1 0 0,0 1 1 15,2-1 0-15,-2-1-1 0,2 0 0 0,-1 0 0 16,-1 0 0-16,2 0 1 0,-1 1-1 0,1 0 1 15,-2-2 0-15,0 1 0 0,2-1 0 0,-2-1 0 16,0-1 1-16,-2 3-2 0,2-3 2 16,-2 0-1-16,1-1 0 0,-1 1 0 0,1-2 0 15,-1 1 1-15,0-1-2 0,-2 0 1 0,2 0-1 0,1 0 0 16,-1 1 0-16,2-1 0 0,-1 0-1 0,-1-1 1 16,0 1 0-16,2 0 0 0,-1 2 0 0,1-2-4 15,0 2 2-15,-2 0-2 0,2 0-1 0,0 0-2 16,-1 2 0-16,1 0 3 0,-2-1-2 15,2 0 3-15,0 0 2 0,0 1 0 0,0 0 4 16,2-2 3-16,-1 2 0 0,1 0 1 0,1-1 0 16,-1 0 0-16,1 0-4 0,0 0-2 0,3-1-1 15,-1 3 0-15,0-3 0 0,-1 1-1 0,1 0 0 16,0 0 0-16,1 0 1 0,-1-2 0 0,1 1 1 16,-1 2-1-16,-2-2 0 0,2 0 0 0,1-1 0 15,-3 1 0-15,2-1-1 0,0 0 1 0,-2 1 0 16,2 0-1-16,0-1 1 0,-2 1-2 0,3-1 1 15,0-1 0-15,-1 0 1 0,0-1-2 0,1-1 2 16,2-1-1-16,-2-1 0 0,2-1 0 0,0-1-1 16,3-1 1-16,-3-4-2 0,2 1 1 0,-1-3-4 15,1-1-9-15,-2-2-13 0,1-2-24 16,-1 0-35-16,-2 2-78 0,-3-2-98 0,2 2-182 16,-3-1-286-16,-2 1-331 0,0 2-372 15,0 0-181-15,0 2 209 0,-2 2 729 0</inkml:trace>
  <inkml:trace contextRef="#ctx0" brushRef="#br1" timeOffset="117454.11">2311 6475 50 0,'0'2'484'0,"0"0"449"0,-2 0 271 0,1 1-91 16,1-3-295-16,-2 0-196 0,2 0-161 15,0 2-112-15,0-2-74 0,2-2-50 0,-2 2-39 16,1-3-52-16,1-1-39 0,-2-2-28 0,3-2-14 15,-1 1-9-15,1-4-5 0,0-2-4 0,3 0-6 16,-4 0-2-16,3-2-3 0,0 0-6 0,-2 2 0 16,3-3-1-16,-4 5-3 0,4 0-3 0,-3 2-3 15,0 2-2-15,-1 2-8 0,-1 1 2 0,-1 2-2 16,2-1 2-16,-2 3 3 0,2 2 10 16,-1 1 9-16,-1 3-4 0,2 1 4 0,1 3-2 15,-1 3-4-15,-1 0-4 0,1 1-4 16,1 1-2-16,-1-2-2 0,0 0-1 0,0 1-1 15,1-2-1-15,-1-1 0 0,-1-2-1 0,1-2-2 16,1-1 0-16,-1-3-2 0,-2 0-2 0,3-1 2 16,0-2 1-16,-1-4 3 0,3-2 0 0,1-1 2 15,-2-5 1-15,3 0 0 0,-2-3-1 16,1 2 0-16,0-4-1 0,-1 5 0 0,1-1-1 0,-3 2 0 16,2 2 0-16,-3 3-2 0,1 0 0 15,-1 3-1-15,2 0 1 0,-1 3 2 0,-1 0 1 16,1 3 1-16,0 1 3 0,-1 3 1 0,1 1-1 15,0 3 0-15,-1 0-2 0,0-1 1 0,-1 2-3 16,1-2-1-16,-1 1-3 0,1-1 1 16,2 0-1-16,-2-1-1 0,1 0-2 0,0-2-14 15,1-1-20-15,-1 1-65 0,0-1-65 0,-1-1-128 16,-1 1-197-16,1-4-298 0,1 1-333 0,1-1-239 16,1-1-121-16,-2-1 404 0,2 0 602 15</inkml:trace>
  <inkml:trace contextRef="#ctx0" brushRef="#br1" timeOffset="118195.88">2686 6494 8 0,'0'0'363'16,"-2"3"353"-16,2-3 299 0,-1 0 36 0,-1-3-243 15,2 2-235-15,-2-1-167 0,2-3-132 16,2 0-85-16,-2-3-63 0,2 1-46 0,-1-2-22 15,1-3-18-15,3 1-5 0,-2-1-5 16,1-1 3-16,1 0 8 0,-2 2 6 0,2 1 8 16,-2-1 7-16,-1 2 0 0,1 3-4 0,-1 0-9 15,-1 2-11-15,1 1-1 0,1 1-2 0,-2 2 31 16,-1 0 35-16,2 2 20 0,1 2 6 0,-1 3-5 16,-1-1-8-16,1 4-25 0,-2-1-34 15,3 3-20-15,-1-2-9 0,-1 5-2 0,1-5-4 16,-2 3-3-16,2-1-1 0,-1-2-1 15,1-1-6-15,-1-1-5 0,1-2-3 0,-2 1-5 0,4-5 0 16,-4 1 0-16,2-1 2 0,1-4 1 0,0-1 3 16,1 1 3-16,0-7-2 0,1 0 1 0,0 0 0 15,1-3-1-15,0 2-3 0,1-3-1 16,-1 2 0-16,-1 3-2 0,1-1 0 0,-1 1-1 16,0 3 1-16,-2 0 3 0,2 2-3 0,-2 2 3 15,2-1 3-15,1 4 1 0,-3 1 0 0,2 1 2 16,-2 2 1-16,2 1 1 0,-2 1-3 15,0 1 0-15,-1-1 0 0,1 1-2 0,3 0 0 16,-3-2-3-16,0 1 0 0,-1-2-2 0,1-2-2 16,0-1-1-16,-1 0 1 0,1-3 1 0,2-1 2 15,-1-3 0-15,1-1 1 0,0-3 1 16,0-2 0-16,1-2-4 0,2-3 3 0,-2 2 1 16,2-1-1-16,0 0 0 0,-1 3 0 0,0-1 0 15,0 1-2-15,-1 4-1 0,-1 1 1 0,1 0-1 16,0 4 2-16,-1 0 1 0,0 2 1 15,1 2 3-15,-2 0 1 0,0 4 1 0,1 2-1 16,-2 0-2-16,0 0-1 0,0 4-2 0,0-2 0 16,1 2-2-16,-3-2-16 0,-1 2-44 0,2-1-65 15,-4-1-76-15,2 1-151 0,-1-2-237 0,1-3-308 16,0 0-279-16,0-2-201 0,0-4 26 0,0-3 528 16</inkml:trace>
  <inkml:trace contextRef="#ctx0" brushRef="#br1" timeOffset="118633.52">3016 6001 91 0,'0'5'647'0,"0"-1"448"0,0-1 128 0,0 0-130 16,0-2-377-16,2 3-306 0,1-3-181 15,2 0-87-15,1-1-41 0,2 0-23 0,0-1-21 16,2-2 5-16,0-1 1 0,0-1-4 0,0 1-6 15,2-2 2-15,-2-1-2 0,-1 2 13 0,2-1 10 16,-1 2 12-16,-2 0 5 0,-2 0 0 16,2 1 12-16,-4 1-17 0,1 1-13 0,-2 1-3 15,2 0 3-15,-3 3-3 0,1 0-12 0,0-1-8 16,0 5-11-16,0-1-12 0,2 1-11 0,-2 2-7 16,2 1-5-16,0 1-4 0,1 1-2 0,2 1 0 15,0 1 0-15,0 0 0 0,4-1 2 16,-2 2 2-16,1 1-1 0,3 1 1 0,-1 0 0 15,1 1 0-15,-3 0 0 0,2 2 1 0,-1-1-1 16,-2 1 2-16,-2 1-1 0,-2 2-1 0,0 0 1 16,-4 1-1-16,-2 1 1 0,0-1 8 15,-3 3 9-15,-4-1 4 0,-2-1 4 0,0 1 3 16,-3-1 2-16,-3-1-6 0,0 1-8 0,0-5-3 16,0 0-7-16,-2-3-4 0,3-1-4 0,-2-2-3 15,2-3-4-15,0 0-6 0,1-2-15 0,0-3-35 16,2-2-73-16,0 0-103 0,2-2-186 15,1-2-293-15,3-2-332 0,3 0-353 0,2-2-178 16,4 2 265-16,2-2 696 0</inkml:trace>
  <inkml:trace contextRef="#ctx0" brushRef="#br1" timeOffset="119162.08">3558 6254 193 0,'5'5'816'0,"0"-3"414"0,0 1 60 16,3 0-132-16,-2 2-386 0,2-1-289 0,0 2-145 16,2-2-74-16,0-1-55 0,0 2-52 0,0-4-64 15,2 2-38-15,-1-3-23 0,0 0-12 16,2 0-11-16,-2-1-5 0,3-1-5 15,-4-1-46-15,-1 0-67 0,-4 2-131 0,1-1-238 0,-3 2-294 16,-3 2-350-16,0 2-298 0,-5 1-94 16,-2 1 500-16</inkml:trace>
  <inkml:trace contextRef="#ctx0" brushRef="#br1" timeOffset="119316.03">3623 6442 506 0,'0'6'1167'0,"0"-1"272"0,0-2-154 15,2 1-304-15,1-3-372 0,0 1-233 0,2-2-145 16,0 0-72-16,4-2-33 0,1 1-41 16,-1-3-40-16,5-1-20 0,2 1-14 0,0-2-8 15,0-1-45-15,3 1-70 0,-3 0-166 0,-1 2-279 16,0 3-293-16,-1-1-360 0,-1 2-299 16,-1 2 14-16,-4 0 683 0</inkml:trace>
  <inkml:trace contextRef="#ctx0" brushRef="#br1" timeOffset="121410.06">4261 6039 152 0,'-3'8'442'16,"-1"-4"279"-16,1 0 239 0,3 1-107 0,-3-2-170 16,3-2-130-16,-2 2-107 0,1-2-97 0,1 1-95 15,-2-2-73-15,2 0-51 0,0 2-29 16,2-2 3-16,-2 0 14 0,1 0 19 0,-1-2 16 15,0 0 5-15,2 0-12 0,-2-3-24 16,3-2-25-16,-1-3-26 0,1 0-24 0,0-3-15 16,0-2-16-16,3-2-7 0,-1-2-5 0,0-3-8 15,1 0-1-15,1-1-3 0,0-1 7 16,1 2 2-16,-1 3 1 0,-2-1 4 0,1 4 3 16,-2 2 4-16,0 2 4 0,-1 3 4 15,-2 3 5-15,1 2 0 0,-2 1-2 0,2 0-2 16,-1 1-6-16,-1 0-4 0,0 2-3 0,0 2-2 15,0 3-2-15,0 0 0 0,0 0 2 0,0 4-4 16,-1 0 2-16,1 1-1 0,-2 2-1 16,2 2-1-16,-2 2 4 0,2-2 4 0,-1 3 1 15,-1 2 0-15,2-2 3 0,-1 2-1 16,-1-1 1-16,2 3 1 0,-2-2-1 0,2-2 0 16,0 1-3-16,0-3 0 0,0 1-6 15,0 0-4-15,0-3-2 0,0 0-1 0,0-1 0 16,0-1-1-16,0 2-2 0,0-5-11 0,0 0-24 15,0-1-49-15,0-2-57 0,0-1-55 16,0-1-88-16,0-1-123 0,0-4-150 0,0 1-215 16,0-4-221-16,2 1-213 0,1-4-12 0,-1-1 325 15,1-2 429-15</inkml:trace>
  <inkml:trace contextRef="#ctx0" brushRef="#br1" timeOffset="121994.89">4453 5842 280 0,'0'-3'594'0,"2"0"328"0,-2-1 175 16,0 2-229-16,0 0-223 0,0 0-149 16,1 2-105-16,-1-2-98 0,2 2-82 0,-2 0-63 15,0 0-32-15,0-2-29 0,2 2-23 0,-2 0-18 16,0 0-20-16,1 2-11 0,-1-2-18 0,2 2 3 15,0 0-1-15,1 0-1 0,0 3 1 16,3-1 5-16,2 4 0 0,0-1-6 0,2 2 0 16,0 1-1-16,2 1 1 0,-1 0-6 0,3 1 2 15,0 1 2-15,0-1 1 0,1 2-3 16,0-1-2-16,-2 0 5 0,3 0 9 0,-3-1-1 16,-2 0-3-16,1 0 4 0,-1 1 21 0,-3-3 50 15,2 1 26-15,-4 0 18 0,-1 1 9 16,-5-2-2-16,0 2-15 0,-2-1-42 0,-3 0-26 15,-1-1-14-15,-5 0-7 0,0-2-4 0,0 1-2 16,-3-2 0-16,1-1-1 0,-3-1-3 16,0-4-3-16,2 2-3 0,-2-3 2 0,2-2-5 15,3 0-3-15,-1-2-3 0,2 0-2 0,2-2-2 16,3-1-4-16,0-2 0 0,3-2 1 16,2-1 4-16,2-3-1 0,3 0 2 0,0-3 3 15,3-3 2-15,3 0 0 0,2-4 0 0,-2 1-1 16,3-2-3-16,-1 2 1 0,-1 0 1 15,1-1 1-15,-3 5 0 0,-1 1 3 0,-3 2 3 16,-1 1 12-16,-2 4 10 0,-1 1 10 0,-2 1 6 16,-2 2 1-16,-1 2 2 0,-2 2-11 15,0 1-9-15,-4 2-9 0,1 1-7 0,0 2-6 16,0 1-3-16,-3 3-3 0,3 2-2 16,0-1-1-16,1 4-3 0,2-3-10 0,0 3-23 15,2-2-62-15,0 2-65 0,1-3-95 16,2 2-162-16,0 0-273 0,0 0-317 0,2 1-243 15,1-3-177-15,3-3 156 0,-1 3 576 0</inkml:trace>
  <inkml:trace contextRef="#ctx0" brushRef="#br1" timeOffset="122345.55">4831 5925 97 0,'2'17'603'0,"-2"5"442"15,0 2 184-15,0 1-92 0,2 2-298 0,-1 0-239 16,2 0-172-16,-1 1-108 0,3-6-75 0,1-3-58 16,0-3-71-16,1-2-54 0,1-4-30 15,2-4-14-15,-2-6-3 0,2-4-3 0,2-4 4 16,-2-5 3-16,-2-4 1 0,0-2 5 16,1-1 5-16,-4-6 8 0,0-1 4 0,-4-1 6 15,-1 0 8-15,-3 1 5 0,-2-1-3 16,-1 0-6-16,-5 2-14 0,0-3-2 0,1 4-2 0,-2 1 0 15,2 1 2-15,-2 5 0 0,4 3 5 16,-2 5-7-16,2 1-10 0,-1 5-9 0,3 2-9 16,-2 4-5-16,1 2-3 0,-2 3-1 15,4 4-2-15,-1 2 1 0,1 3-4 0,0 2-12 16,4 1-23-16,-1-1-51 0,-1 1-72 16,2 0-111-16,1 1-186 0,1-2-296 0,-1 1-329 15,5 1-299-15,-1-2-156 0,3 0 299 0,-1-1 654 16</inkml:trace>
  <inkml:trace contextRef="#ctx0" brushRef="#br1" timeOffset="122598.9">5173 6055 417 0,'1'-4'1259'0,"-2"0"404"16,1 1-183-16,-2 1-352 0,2 0-440 16,-3 1-255-16,3-2-179 0,-3 1-93 0,3 2-55 15,-2-3-38-15,2 0-28 0,-1 2-21 16,-1-3-12-16,4 2-7 0,-1-3-14 0,-1 2-25 0,2 0-73 16,1-1-86-16,-3 1-174 0,0 1-287 15,0 2-332-15,0 0-384 0,0 0-232 0,0 2 139 16,-2 2 731-16</inkml:trace>
  <inkml:trace contextRef="#ctx0" brushRef="#br1" timeOffset="123969.24">5420 5835 139 0,'3'-3'431'0,"0"0"260"0,0-2 197 0,-3 3-87 15,2 0-135-15,-1 0-118 0,1 1-91 16,-2 1-75-16,0 0-65 0,3-2-63 0,-3 2-43 15,1 0-15-15,-1 2-1 0,0-2-1 16,2 0-13-16,-2 1-22 0,0 1-34 0,0 0-35 0,1 0-32 16,1 4-15-16,-2 3-8 0,2 3-6 15,-1 2-2-15,1 2-3 0,0 2-3 0,-1 3-2 16,2 0-2-16,-1 2 3 0,0-1-1 16,1 2 2-16,-2 0 1 0,1-1-8 15,0-1-5-15,0-3-3 0,0 1-1 0,1-2-2 16,-1-3-2-16,-1-1 0 0,1-2 1 0,0-3-2 15,-1-1-1-15,1-3 0 0,-2 0 2 0,1-2-2 16,-1-1 3-16,2-2 2 0,0-2 5 16,1-4 5-16,0-3-2 0,1-2 3 0,1-3 0 15,0-2-2-15,1-1-4 0,1-2-3 0,2 0 0 16,1-2-1-16,-1-1-1 0,2-2 0 16,0 2 0-16,1-1 1 0,0 0-1 0,1-2 0 15,-2 2 0-15,3-1-1 0,-3 1-6 16,1 4-5-16,-2 1-1 0,-2 0 0 0,-1 5 6 15,0 3 5-15,-4 0 16 0,2 4 14 0,-3 0 16 16,-2 3 13-16,0 0 1 0,0 3-3 16,0 0-8-16,-2 3-9 0,-3 1-14 0,1 2-11 15,-4 3-9-15,0 1-4 0,2 2-2 0,-3 2-1 16,-1 0-1-16,3 2 0 0,-1-1-1 16,0 1-1-16,-2 2 1 0,3 1-1 0,-1 0 0 15,-1 0 0-15,3 1 0 0,-1-1-1 0,2-1 1 16,0 0 0-16,2 0 0 0,0-1 1 15,0 0 0-15,3-4 0 0,0 2 1 0,3-2-2 16,0-3 1-16,2 0-1 0,0-2 0 0,1 1 0 16,1-3-1-16,2-4 0 0,1 2 0 15,1-4 0-15,1-2 0 0,-1-1 0 0,5-3-1 16,-3 0-8-16,0-1-17 0,1-2-30 0,-3 1-76 16,1 0-91-16,-4 0-159 0,-1 0-285 15,-1 0-324-15,0 1-363 0,-1 2-200 0,-2 1 121 16,0 3 657-16</inkml:trace>
  <inkml:trace contextRef="#ctx0" brushRef="#br1" timeOffset="124915.47">5927 5959 452 0,'0'0'958'16,"-1"0"290"-16,-1 2-19 0,0-2-254 15,1 0-264-15,1 0-207 0,0 0-134 0,0 0-76 16,0 0-61-16,0 0-74 0,1 0-55 0,-1 0-39 16,0 0-20-16,0 0-12 0,0 0-6 15,0 0-8-15,0 0-8 0,0 0-4 0,-1 0-4 16,1-2-3-16,0-1-2 0,-2 1-3 15,2 1-2-15,0 0-8 0,-1 1-24 0,-1-2-57 16,2 0-62-16,-3 1-92 0,1 0-167 0,2 1-302 16,-1 0-304-16,1 0-250 0,0 0-176 0,1 1 205 15,-1 0 603-15</inkml:trace>
  <inkml:trace contextRef="#ctx0" brushRef="#br1" timeOffset="125750.84">6109 5678 288 0,'0'-4'648'0,"2"3"312"16,-2 0 92-16,1 1-224 0,-1 1-210 0,3 0-165 15,0 3-130-15,0 0-82 0,2 2-56 16,-2 1-37-16,2 4-1 0,0-1 16 0,1 1 18 16,-1 2 2-16,1 2-7 0,1 0-12 15,-1 0-32-15,-1 2-33 0,4 1-32 0,-4 0-19 16,1 0-12-16,2-1-7 0,-2 2-2 0,1 0-5 15,-1-1 0-15,1 0-3 0,-1 2 0 0,0-2-1 16,0 0-9-16,-1-2-2 0,0 1-3 16,0 0 0-16,2-3 0 0,-5 0 0 15,3-1-1-15,-2-1-1 0,0-1 0 0,-1 0-1 16,-1-4-1-16,1 0 0 0,0-1 1 0,-1-3 1 16,-1 2 3-16,0-4 0 0,2 1 6 0,-2-2 0 15,0 0 4-15,0 0-1 0,-2-2-3 16,2-1-1-16,0-1-4 0,-1-2-3 0,-1 0-3 15,0-2-1-15,2 0 0 0,-1 0 0 16,1-3-2-16,-2 2 1 0,2 0 1 0,0-1-1 16,-1 1 2-16,1 0-1 0,-2-1 1 0,2 3 0 15,0 1 2-15,0-3 0 0,0 3 1 0,-2 2 1 16,2-1 0-16,0 1 0 0,-1 1-1 16,-1 0 4-16,2 0 4 0,0 1 6 0,0 0 4 15,-3 1 2-15,3 1 2 0,-2 0-2 16,-2 0-6-16,1 1-5 0,0 1-2 0,-2 1-5 15,0 2-2-15,-2 2-1 0,0 0 0 0,1 3-1 16,-1 2-1-16,-1-2 0 0,-1 4 2 0,1-2-1 16,2 1 1-16,-3 1-1 0,2-1 2 15,1 1-1-15,-1-4 0 0,2 1 0 0,2-1-2 16,-2-3 0-16,2-1-3 0,-1-1-2 16,2 1-3-16,-1-4-7 0,3-2-18 0,-2 3-47 15,2-3-71-15,-1 0-98 0,-1-3-175 0,0 1-296 16,1-1-330-16,-1 0-302 0,2 2-164 15,-3 1 229-15,0-2 653 0</inkml:trace>
  <inkml:trace contextRef="#ctx0" brushRef="#br1" timeOffset="127184.48">4409 6411 53 0,'-3'4'387'0,"0"-1"303"16,-2 1 267-16,0-2 23 0,2 2-202 15,0-2-179-15,2-2-127 0,-1 2-90 0,2-2-84 16,-1 2-69-16,1-1-74 0,0-1-45 16,0 1-32-16,0-1-29 0,0 2-24 0,1-2-17 15,1 1-4-15,2-1-2 0,1 2 27 16,1-1 38-16,1 2 17 0,1-1 11 0,1 1 15 15,2-2 7-15,2 2-23 0,1-1-19 0,0 1-6 16,2-2-5-16,2 2-15 0,-1-1 0 0,3-1 7 16,-2 0-4-16,2-1-7 0,1 2-4 15,-2 0 4-15,1-2-9 0,2 0-14 0,-4 1-6 16,4-1-2-16,-2 1-3 0,-2-1-7 0,2 0 1 16,-2 2 4-16,1-2 3 0,0 2 3 15,-2-2 2-15,2 1 0 0,-3 0 0 0,3 1-4 16,-3-2-5-16,3 3-1 0,-2-3-2 15,2 0 6-15,0 2 3 0,-1-2 2 0,2 0 2 16,-1 0 1-16,0 0 3 0,2 0-3 0,-1-2-1 16,-1 2-3-16,3-3-1 0,-3 1-1 0,0 0-6 15,2 2-2-15,-2-2-3 0,1 0 0 16,-1 2-1-16,-1-1 1 0,1 1 5 0,-2 0 1 16,-1 1 1-16,3-1-1 0,-3 0 1 15,-1 2 1-15,1-2-6 0,0 2-3 0,-2-2 1 16,0 0-1-16,1 0-1 0,-2-2-1 0,2 2 1 15,-4 0 0-15,3-2 0 0,-2 2 1 0,0-1-1 16,1 0 2-16,0-1 0 0,1 0 0 16,-1 1-1-16,2 0 1 0,-2-3-1 0,1 3 0 15,-1-2-1-15,2 2 0 0,-2-2 1 16,0 1-1-16,1 1 1 0,-1-2 1 0,2 1-1 16,-3 1 0-16,0-1-1 0,1 1 0 0,-2-1 0 15,1 1-4-15,-2 1-3 0,1-2-1 16,0 2 0-16,-1 0-2 0,-2 0 1 0,4 0 5 15,-4 0 1-15,2 0 1 0,1 0 7 16,-3 0-3-16,1 0-1 0,-1 0-1 0,3 0 1 16,-3-1 0-16,2 1-1 0,0-1 5 0,-2-1 3 15,1 2 1-15,1-2 1 0,-2 0-1 0,2 0-4 16,1 0-3-16,-2 0 0 0,-1 2-2 16,0-3 0-16,1 2 0 0,1 0 0 0,-2 1-2 15,1 0 2-15,1 0 0 0,-2 0 0 16,0 1 0-16,1 0 1 0,-2-1 0 0,-1 3-1 15,-1-3 0-15,4 2 0 0,-3 0 0 16,-1 0 2-16,2 0 1 0,-2 0 1 0,-1 0-1 16,2-1 0-16,-1 0-1 0,1 2-1 0,-1-1-1 15,0-1 0-15,0 1 0 0,1-1 0 16,0-1 0-16,2 2-1 0,0-2 1 0,0 1-1 16,0-1 1-16,0 0-1 0,0 0 0 15,1 0 1-15,-1-1-1 0,2-1 1 0,-1 2-1 16,1-1-1-16,-2-1 1 0,0 1-1 0,1-1-1 15,-1 2 1-15,-2-1-2 0,1-1 1 0,-1 2-1 16,-2 0-4-16,0 0-7 0,-3 3-19 16,-1-1-39-16,0 2-79 0,-5 1-112 15,-1 1-197-15,-3 1-298 0,-1 1-351 0,-1 0-364 16,-3 2-144-16,1 0 338 0,-4 1 712 0</inkml:trace>
  <inkml:trace contextRef="#ctx0" brushRef="#br1" timeOffset="127834.3">5073 6775 13 0,'3'-4'383'0,"1"-1"361"0,-1-1 316 16,-2 3 58-16,-1-1-288 0,0 1-195 0,2 1-117 16,-2-1-62-16,0 3-71 0,2-1-64 0,-2 1-43 15,0 0-43-15,0 1-55 0,0-1-54 16,-2 2-35-16,2 1-26 0,-2 1-18 0,-1 2-18 16,0 1-12-16,0 4-9 0,-2-1-5 15,-1 5-3-15,1-1 1 0,2 1 1 0,-2 3 0 16,0 0 1-16,2 2-5 0,-2-1-2 0,1 2-3 15,1 2-2-15,0 1-1 16,1-2-1-16,-1 3 4 0,-1-2 2 0,1 1 1 16,2-1 1-16,-3-4 0 0,3-1 0 0,-1-1-1 15,2-4-3-15,0-3-8 0,-1 0-25 0,1-4-56 16,0-2-59-16,0-1-59 0,-3-3-102 16,3-3-170-16,0-1-251 0,0-2-235 0,3-4-218 0,-2 2-162 15,2-4 212-15,1-2 529 0</inkml:trace>
  <inkml:trace contextRef="#ctx0" brushRef="#br1" timeOffset="128084.43">5171 6820 391 0,'5'-3'802'0,"-2"3"301"0,1 0 55 0,-1 3-312 15,-2 0-268-15,2 5-180 0,-3-1-99 0,3 5-47 16,-1 1-23-16,-2 2-13 0,3 2-16 0,-3 1-31 15,2 3-27-15,-2-1-33 0,0 2-36 16,0 1-29-16,0-3-19 0,0 2-9 0,0-2-6 16,0 0-5-16,0-2-2 0,0 0-5 15,-2-1 1-15,2-2-4 0,-2-3-15 0,1 3-53 16,-1-3-51-16,-1-3-56 0,0-2-94 0,-1-1-154 16,0-3-178-16,1-1-236 0,-2-4-226 15,2-1-179-15,-2 0 102 0,-1-4 417 0</inkml:trace>
  <inkml:trace contextRef="#ctx0" brushRef="#br1" timeOffset="128382.56">4945 6835 209 0,'-3'-3'653'0,"2"0"387"16,1 0 143-16,-2 2-213 0,2-1-305 15,0-1-224-15,0 3-158 0,2-1-76 0,2-1-19 16,1 1 1-16,3-1 1 0,0-1-2 16,4 2 3-16,1-2-20 0,3 0-42 0,-2 0-39 15,3-1-24-15,-1 4-16 0,3-4-19 0,-3 2-11 16,3-1-5-16,-1 1-6 0,2 0-5 0,-1-1-2 16,-1 0-2-16,2 2-1 0,-1-1-2 15,-2 0-3-15,0 2 0 0,1 0-2 0,-1 2-31 16,-2 1-69-16,-1 0-100 0,-3 2-188 15,-1 3-289-15,-1 1-331 0,-3-1-325 0,1 3-160 16,-2 1 274-16,-2 0 665 0</inkml:trace>
  <inkml:trace contextRef="#ctx0" brushRef="#br1" timeOffset="128667.41">5553 7159 544 0,'4'-7'1174'0,"-1"1"351"0,0 1-112 16,-1 0-383-16,-2 3-366 0,0-4-226 16,0 3-148-16,-2-2-103 0,2 2-66 0,-1 0-41 15,-1 2-30-15,2-2-21 0,0 2-13 16,-3-1-8-16,3 0-5 0,-1 1-2 0,1 1-3 15,-2-1-7-15,2 1-19 0,0 0-43 0,0 1-73 16,-1-1-97-16,-1 1-178 0,2 1-298 16,-2 1-323-16,2 0-310 0,-1 1-168 0,1-1 222 15,0 2 664-15</inkml:trace>
  <inkml:trace contextRef="#ctx0" brushRef="#br1" timeOffset="129265.26">5804 6972 249 0,'3'2'623'0,"-2"-1"311"0,1 0 142 16,1 2-205-16,-3-1-230 0,3 1-182 15,-3-1-119-15,2 3-74 0,0 0-53 0,-1 1-43 16,1 3-8-16,-1-2 8 0,1 3 5 16,0 0-6-16,-1 2-17 0,-1-1-19 0,2 3-36 0,-2-1-28 15,1 4-18-15,1 0-11 0,1-1-8 16,-2 0-2-16,-1-1-3 0,0 1-7 16,2-4-10-16,-2-2-4 0,0-1-4 0,1-1-5 15,1-3 1-15,-2 0-4 0,0-1-17 0,0-1-44 16,-2-2-54-16,1 0-46 0,1-2-77 15,-2-3-129-15,1-1-157 0,-2-1-220 0,0-2-223 16,1-1-223-16,2-1-44 0,-1-2 313 0,-1-2 442 16</inkml:trace>
  <inkml:trace contextRef="#ctx0" brushRef="#br1" timeOffset="129646.53">5739 6781 301 0,'3'0'595'15,"-3"-2"266"-15,3 2 89 0,-1 0-174 0,-1 2-168 16,2 1-138-16,-1-1-101 0,1 4-68 0,0-1-50 16,2 2-28-16,0 2 4 0,1 0-1 15,-1 1-7-15,0 2-12 0,1 0-28 0,-1 1-38 16,1 0-42-16,0-1-31 0,1 0-20 0,-1-1-14 15,-1 0-5-15,0-1-6 0,2-1-10 16,-2-2-6-16,-2-1-3 0,2-3-1 0,-2 0 3 16,2-3 8-16,-2-2 8 0,3-1 1 15,-2-1 2-15,-1-4-1 0,0-3-4 0,0 0-8 16,2-3-5-16,-2-2-2 0,-1-2 0 16,3 0-1-16,-1-3 2 0,-1 0-2 0,0-1-1 15,1 2-2-15,-1 0-2 0,0 2 1 0,-1 1-4 16,1 4-10-16,-2 1-43 0,1 5-68 15,-2 1-109-15,0 4-207 0,2 4-298 0,-1-1-335 16,2 5-323-16,0-1-156 0,4 1 346 16,1-2 696-16</inkml:trace>
  <inkml:trace contextRef="#ctx0" brushRef="#br1" timeOffset="130284.54">6773 6321 264 0,'-3'4'778'0,"-1"2"386"16,1-3 58-16,2 2-279 0,-2-2-308 0,1-2-254 15,2 3-164-15,0-4-94 0,5 4-40 16,-2-1-27-16,2-2-14 0,1 4 32 0,2-4 45 16,3 1 23-16,-3-1 1 0,3-1 0 0,0 0-2 15,-1 0-33-15,-1 0-39 0,4-1-25 16,-4-1-16-16,1 1-12 0,-1 0-5 0,1-3-7 15,-2 3-5-15,0 0-5 0,-1 1-54 16,-2 0-58-16,-2 0-145 0,-1 2-245 0,-2 2-294 16,-3 0-335-16,-1 2-258 0,-2 1-54 0,-1 2 540 15</inkml:trace>
  <inkml:trace contextRef="#ctx0" brushRef="#br1" timeOffset="130450.99">6779 6552 451 0,'-3'4'1202'15,"0"1"357"-15,1 0-159 0,2-3-327 16,0-1-456-16,0 2-252 0,2-1-159 0,1-2-89 16,2 2-49-16,3-2-30 0,1-2-17 0,1 2-9 15,1-2-4-15,3 2-5 0,-1-3-46 16,2 2-69-16,-3 0-149 0,0 1-277 0,-4 2-296 16,2 1-361-16,-5 3-310 0,-2 1-33 15,-3 2 644-15</inkml:trace>
  <inkml:trace contextRef="#ctx0" brushRef="#br1" timeOffset="134926.35">1015 8610 27 0,'3'4'251'0,"-3"-4"163"0,0 0 185 0,0 0 10 16,1 4-11-16,-1-4 13 0,0 0-14 0,0 0-43 16,0 0-53-16,0 0-27 0,0 0-58 15,0 0-68-15,5 4-53 0,-5-4-36 16,0 0-34-16,0 0-52 0,0 0-38 0,0 0-30 15,0 0-22-15,2-3-22 0,3-3-15 16,1-6-12-16,-2-1-13 0,3-4-8 0,1-4-4 16,4-5-1-16,-2-2 0 0,3-2 0 0,2-4 1 15,-2 2 1-15,1 0 1 0,-1 2 1 16,-1 2 2-16,-4 5 1 0,0 2 1 0,-1 5 2 16,-1 4 0-16,-3 0-2 0,0 3 0 15,0 3-3-15,-1 0-3 0,-2 6-1 16,0 0-3-16,0 0-2 0,0 0-1 0,0 0-1 15,0 0-1-15,0 0 0 0,0 0-1 0,0 0 1 16,0 0 1-16,6 4 0 0,1 0 1 16,0 5 1-16,-2 4 1 0,0 1 5 0,0 0 3 15,-2 5 1-15,-1 4-1 0,-1 0 3 16,-1 4-4-16,0 0-7 0,-1 1-3 16,-1 3-2-16,-1-2-1 0,1 1-3 0,-1 0 3 15,0 0 1-15,1-2 0 0,-1 0 0 0,1-4 0 16,2-3-3-16,-4-3 1 0,2-2-1 15,1-4 0-15,1-1-2 0,-2-3 0 0,2-2-2 16,0-6-7-16,0 0-11 0,0 0-17 16,0 0-28-16,0 0-68 0,0-6-80 15,3-1-150-15,2-4-236 0,-2 2-309 0,0-3-338 16,0-1-234-16,2-2 24 0,-2 0 585 0</inkml:trace>
  <inkml:trace contextRef="#ctx0" brushRef="#br1" timeOffset="135454.85">1454 8316 293 0,'2'-4'823'15,"1"0"382"-15,-6 1 46 0,1-1-203 16,2 4-280-16,0-2-225 0,3 0-169 0,-1 2-98 16,1 0-62-16,0 0-78 0,-3-3-64 0,2 3-38 15,-1 0-22-15,1 3-9 0,1-3-6 0,0 4-1 16,2 0-1-16,0 1 3 0,4 3 3 0,-3-1 0 15,4 1 2-15,-2 3-2 0,3 0 11 0,0 0-4 16,-1-1-2-16,4 5 0 0,-3-2 0 0,1 1 1 16,0-1-9-16,-1 3 5 0,1-1 2 0,-2 1 3 15,1-1-1-15,-2 1 0 0,-1 1-1 0,-3 1-2 16,0 0-1-16,0 0 0 0,-1 1 0 0,-4-2 1 16,0 0 4-16,-3 1 5 0,0-1 4 0,-2 0 2 15,0-3 2-15,1-3 4 0,-3 1 1 0,-2-3-2 16,3-2-3-16,-1 1-1 0,1-3 0 0,-1-1-4 15,0-2-3-15,2-1-3 0,-3-1-2 16,3-3-4-16,0-3-5 0,-2-1-2 0,2-4-1 16,2-4-2-16,1-2 1 0,2-8-1 0,0-2 1 15,0-2 1-15,3-5 1 0,2-1 1 0,-2-2 1 16,3 1 1-16,1 1 1 0,-2 0 1 0,1 1 1 16,-3 5 1-16,2 2-2 0,-3 3 2 0,0 3 1 15,0 3 6-15,-4 3 7 0,0 1 5 0,0 3 5 16,-3 3 2-16,2 2-1 0,-3 1-6 0,-1 2-7 15,-2 2-5-15,-1 2-7 0,2 4-3 0,-4 0-2 16,2 3-1-16,1 2 0 0,-1 3-2 0,-1 0 0 16,3 2 1-16,0 3-3 0,1-2 9 0,0 3 0 15,4-1-4-15,1 1-17 0,2-1-36 0,2-1-71 16,1-1-96-16,-1-1-177 0,1-3-292 0,-1 1-323 16,5-3-334-16,-2-3-183 0,0-1 170 0,5-1 680 15</inkml:trace>
  <inkml:trace contextRef="#ctx0" brushRef="#br1" timeOffset="135782.41">1838 8351 47 0,'2'18'571'0,"-2"4"482"16,-2-1 196-16,1 4-81 0,-3 1-325 0,2 4-259 16,0 1-188-16,2 3-103 0,2 0-62 0,0-1-44 15,0-3-60-15,3-2-57 0,1-4-33 0,1-3-18 16,1-5-12-16,2-2-7 0,2-3 1 0,0-5 4 15,-1-5-3-15,2-2 6 0,-1-4 5 0,0-5 9 16,-1-4 6-16,-2-4 7 0,-1-2 9 0,-1-3 8 16,-3-3 8-16,-2 0 5 0,1 0 3 0,-6-3-2 15,-2 2 4-15,0 0-10 0,-1-1-8 0,-2 1-9 16,-3 1-9-16,0 2-4 0,1 2-3 0,1 1 3 16,-1 7 0-16,1 1-3 0,0 2-1 0,2 4-6 15,-1 2-8-15,0 3-7 0,1 2-4 0,0 1-3 16,-1 5-1-16,2 3-2 0,-1 2 0 0,1 1-1 15,3 4-5-15,0 0-15 0,3 1-23 0,-2-1-45 16,4 3-75-16,-2-3-142 0,3 2-241 0,-1 0-300 16,3-1-342-16,1-1-335 0,0-1-75 0,0-2 561 15</inkml:trace>
  <inkml:trace contextRef="#ctx0" brushRef="#br1" timeOffset="135999.26">2295 8537 100 0,'-3'1'912'15,"2"0"673"-15,-1 1-13 0,1 0-296 0,-1-2-415 16,0 1-364-16,-1-1-229 0,3 0-114 0,-3 0-60 16,3-1-42-16,0 1-27 0,3-2-29 15,-3-1-53-15,3 0-74 0,-1-2-108 0,1 1-175 16,0 2-300-16,0-3-334 0,0 3-308 0,0-2-163 15,1 4 287-15,-1 0 640 0</inkml:trace>
  <inkml:trace contextRef="#ctx0" brushRef="#br1" timeOffset="138946.35">2542 8503 13 0,'-6'3'271'0,"3"2"207"16,-1 0 249-16,1-2 129 0,-2 2-64 0,2-3-92 16,0 1-93-16,1-2-68 0,-2 1-57 15,4 1-81-15,-2-1-75 0,2-1-50 0,0-1-45 16,0 0-44-16,0 0-46 0,0 0-42 0,2 0-25 16,-2-1-21-16,3-3-9 0,-2 0-10 0,4-6-9 15,0-2-2-15,3-2-2 0,0-5-6 0,4-4-2 16,1-2-2-16,1-1 0 0,2-2-4 0,0-1-4 15,1 0 4-15,2 1 3 0,0 0 0 16,-3 5-1-16,1-1 0 0,-2 6 0 16,-1 3-2-16,-3 3 0 0,-1 3 0 0,0 1 1 0,-2 6 4 15,-1 2 5-15,-1 2 4 0,3 6 3 0,-4 3 2 16,0 2-1-16,-2 3 3 0,0 4-1 16,-1 1-3-16,1-1-1 0,-1 6-1 0,-2 0 1 15,-2 1-4-15,2 2-1 0,-3-2-1 0,0 1-2 16,1 0-7-16,-1-3-6 0,-2 0-3 0,2 0-5 15,-3 0-2-15,3-3-1 0,-2-1 3 16,2-1-1-16,-2-1-4 0,0-1-12 0,2-1-23 16,-3-1-39-16,3-3-75 0,0-2-131 0,-1-1-216 15,3-1-296-15,-1-3-340 0,2-3-360 0,0-3-123 16,3-3 466-16,1-2 697 0</inkml:trace>
  <inkml:trace contextRef="#ctx0" brushRef="#br1" timeOffset="139145.75">3054 8468 20 0,'0'4'764'0,"-3"2"799"0,0-3 118 0,0 1-298 16,-2-1-397-16,0 0-403 0,1 0-246 0,1-1-134 16,1-1-70-16,0-1-46 0,-1 2-32 15,3-4-25-15,0 1-15 0,0-1-9 0,3-1-7 16,1-1-11-16,3-1-18 0,-2-1-34 0,3 2-75 15,-2-2-104-15,1 2-183 0,0 0-294 0,-2 1-337 16,1 3-370-16,-1 2-182 0,-1 1 254 16,-1 1 706-16</inkml:trace>
  <inkml:trace contextRef="#ctx0" brushRef="#br1" timeOffset="140496.48">3581 8269 300 0,'-2'-6'794'16,"-3"1"392"-16,-1 3 68 0,1-1-224 0,-4 1-247 15,3 4-219-15,-1-1-174 0,-1 2-105 16,-3 0-67-16,3 3-82 0,2 3-64 0,-2 2-22 15,2 2-13-15,1 6-12 0,0 1-9 0,2 5-3 0,2 5-4 16,-1 2-7-16,5 3-7 0,-1 1 1 16,3 0 1-16,1-5 0 0,3-1 2 0,1-4-2 15,1-4 1-15,5-6-2 0,-2-2 2 0,2-6 2 16,1-5 0-16,0-5 9 0,2-7 8 0,-3-5 2 16,1-5 0-16,-2-5 1 0,0-4 5 15,-2-2-1-15,-3-2 3 0,-1-1 10 0,-2 0 11 16,-4 3 10-16,-2 2 1 0,-2 0 3 0,-4 2-8 15,-2 0-13-15,-3 3-10 0,-3 0-9 0,-1 0-8 16,-1 2-6-16,1 4 1 0,-3 3 2 0,1 1-1 16,0 5-2-16,2 4-1 0,1 0-5 15,2 4-3-15,-1 4-4 0,2 0 0 0,0 4-1 16,1 5 0-16,3-1 1 0,3 3 0 0,-2 4-1 16,5 1-1-16,-2 1-10 0,4 0-20 0,-2 0-36 15,5 0-70-15,0-1-71 0,-1 0-138 16,4-2-198-16,-2 0-302 0,1-1-310 0,1-2-213 15,1-2-86-15,1 0 443 0,-1-2 570 0</inkml:trace>
  <inkml:trace contextRef="#ctx0" brushRef="#br1" timeOffset="140703.92">3864 8619 770 0,'0'-1'1623'0,"-2"-1"88"15,-1 0-329-15,-2 0-375 0,0-2-442 0,2 1-269 16,0-1-125-16,-2-1-65 0,4 1-44 0,-1-1-29 16,2 0-20-16,2-1-21 0,1 1-38 0,0-3-88 15,2 1-155-15,0 0-260 0,0 1-317 0,1-2-397 16,0 3-423-16,-1 1-6 0,-2 2 735 16</inkml:trace>
  <inkml:trace contextRef="#ctx0" brushRef="#br1" timeOffset="141041.28">4106 8512 224 0,'0'-11'852'0,"0"1"423"0,0-5 89 15,0 1-134-15,3-4-443 0,3-1-296 0,-1 0-147 16,1-4-81-16,2-1-83 0,1 0-68 15,-1-3-44-15,2 1-25 0,0 0-18 0,2-1-6 16,-2 1 0-16,2 1 2 0,-2 2 0 16,-1 0 3-16,-1 7 6 0,-2 0 3 0,-1 5 6 15,-2 4-1-15,1 1 2 0,-3 2-1 0,1 1-5 16,-2 6-6-16,-2 1-6 0,2 6-6 16,-5 4-5-16,2 4-3 0,-2 2-4 0,-1 5-1 15,0 0 4-15,-1 4 0 0,1 1 0 0,-2 1 1 16,-1 1 0-16,2-1 1 0,1 0-6 15,1-2-1-15,2-2-1 0,-1-1-3 0,4-2-7 16,0-5-21-16,1 0-48 0,5-5-74 16,-4-3-108-16,4-2-181 0,1-5-301 0,-1-1-340 15,5-3-315-15,0-3-163 0,0-2 279 0,2-6 658 16</inkml:trace>
  <inkml:trace contextRef="#ctx0" brushRef="#br1" timeOffset="141275.09">4398 8218 99 0,'3'-11'694'0,"-1"3"486"16,1 2 120-16,-3 1-149 0,2 3-394 16,-1 1-298-16,1 2-164 0,0 3-72 0,1 2-40 15,1 3-31-15,-1 2-23 0,2-1-38 0,0 8-29 16,1 0-27-16,-1 1-14 0,-2 4 9 16,3-1 3-16,-4 2 3 0,-1 2 1 0,1-2 2 15,-2 1-4-15,0 1-13 0,-2-2-9 16,1-2-4-16,-2 0-2 0,-3-2-24 0,1-3-57 15,-2-1-54-15,-2-4-72 0,0-2-145 0,-3-3-201 16,1-7-302-16,1 0-234 0,0-2-219 0,3-4-2 16,-2-3 442-16,3-4 478 0</inkml:trace>
  <inkml:trace contextRef="#ctx0" brushRef="#br1" timeOffset="141462.81">4324 8175 400 0,'6'-6'899'0,"-4"1"282"15,1 1-28-15,-2 1-295 0,3 1-296 0,-1 1-239 16,3 1-130-16,1 0-63 0,0 1-32 16,1-1-39-16,2 0-24 0,2 0-18 0,1 0-11 15,1 0-4-15,0 0 0 0,1 0-2 16,2 0-7-16,2 0-3 0,-3-1-25 0,1 1-102 16,-2-3-167-16,0 3-296 0,-2 0-265 0,1 0-266 15,-1 3-152-15,1-3 280 0,0-3 509 16</inkml:trace>
  <inkml:trace contextRef="#ctx0" brushRef="#br1" timeOffset="141826.48">4756 8080 117 0,'-5'5'687'0,"0"1"462"16,0-2 157-16,0 4-46 0,2-1-359 15,-2 1-300-15,1 2-187 0,-1 4-98 0,-1 1-70 0,1 2-80 16,0 2-51-16,-2 4-31 0,2-1-19 15,0 0-14-15,0 2-9 0,0-3-15 16,4-1-11-16,-1-4-8 0,2-1-4 0,3-3-4 16,-1-4-1-16,4 1 1 0,-1-6-2 0,4-2 3 15,1-3 0-15,1-5 0 0,0-1 2 0,2-3-1 16,1-4 0-16,-1 1-1 0,0 1 0 16,-1-1-1-16,-1 3-1 0,-1 1 0 15,-1 2-1-15,-1 3 2 0,-2 2 0 0,-1 1 1 0,0 2 0 16,1 3 1-16,-3 3 1 0,-1 1-1 15,-2 4-1-15,0 1 0 0,0 3 1 0,-2 2-2 16,0 1 2-16,1 1-1 0,-1 2-1 16,2 0-1-16,-1 1-2 0,-2 0-13 0,3-1-39 15,0-1-77-15,0 1-106 0,-2-2-193 0,1-2-300 16,1 0-342-16,0 0-350 0,1-1-152 16,1 0 305-16,1-2 702 0</inkml:trace>
  <inkml:trace contextRef="#ctx0" brushRef="#br1" timeOffset="143482.03">1182 8991 13 0,'6'4'359'0,"-4"0"269"0,-2-4 191 0,0 0 5 15,5 2-283-15,-5-2-230 0,6 3-64 16,1 1-11-16,3-2-8 0,3 1 40 0,0 0 25 15,6 0 0-15,1 0-73 0,-2 0-36 16,2 0-16-16,-2 0-41 0,4 0-34 0,3 0 23 0,4 1 44 16,2-2-6-16,2-1-10 0,2 4-8 0,-1-3 4 15,0-2-29-15,2 3-43 0,-4-2-10 16,1 1-4-16,0 1-2 0,-1-3-10 0,1 2-7 16,-3-1 2-16,2 0 4 0,1 1 0 0,-1-2-2 15,-2 0-3-15,3 2-2 0,-3-2-5 0,2 0-4 16,-2 0-4-16,0 0 1 0,0 0-2 0,-2 0 2 15,2 0-8-15,-1 0-11 0,-2 0-2 0,-2-2-4 16,2 2-3-16,0 0 5 0,0 0 10 16,-2 0 6-16,3 0 0 0,-2 0 2 0,-1 0 1 15,-1 0-6-15,1 0-5 0,2 0-1 0,-4 0-2 16,0 0-1-16,2 0 0 0,-3 0-1 0,2 0 5 16,-2 0 2-16,0-2 2 0,2 2 1 0,-2-1-1 15,-1 1 1-15,1 0-4 0,0-1-5 16,-3-1-1-16,3 2-1 0,-3 0 1 0,2-2-2 15,-1 2 1-15,-1-1 1 0,0 1 1 0,0 0 0 16,-3 0 1-16,3 0-1 0,1 0 1 0,-4 0-1 16,1 0 0-16,1 0-1 0,-1 1-1 0,-2-1 1 15,0 2 0-15,-2-2 1 0,3 0-1 16,-5 2 0-16,3-2-1 0,-1 1 1 0,-2-1-1 16,0 0-1-16,2 1 0 0,-1-1 1 0,-1 0-1 15,-1 0 0-15,4 0 1 0,-3 0 1 0,2 0 0 16,1-1 0-16,-1 1 0 0,2 0 1 15,-2-1 0-15,1 1-2 0,-1-2 0 0,1 2 0 0,-1 0-1 16,0-2 0-16,1 2-1 0,-3 0 1 16,3 0 0-16,-3 0 0 0,-1 0 0 0,2 0 1 15,-1 2-1-15,-1-2 0 0,-1 0 1 16,2 2-1-16,-3-2-1 0,3 1 1 0,-1-1-1 16,-1 0 1-16,2 0-1 0,-3 0 1 0,2 0 0 15,-1 0 1-15,-1 0-1 0,0 0-1 0,0 0 1 16,1 0 1-16,-4 0-1 0,3 0 0 15,-1 0 1-15,0 1-1 0,1-1-1 0,-2 2 1 16,1-2-2-16,1 2 1 0,1-2-1 0,-1 1 1 16,-1-1-1-16,2 1 1 0,-3-1-1 0,2 2 2 15,-1-2-1-15,-1 2 1 0,3-2 0 0,-2 0 0 16,-1 1-1-16,2-1 1 0,1 0 0 16,-2 0 0-16,2 0 0 0,2 0 0 0,-1 0 1 15,1-1 1-15,3 1 0 0,0-4-2 16,2 3 2-16,0-2 0 0,4 0-1 0,-2-2 0 0,1 2-1 15,1-3 2-15,1 1-1 0,-1 2-1 16,1-2 2-16,-2 0-1 0,2 2 1 0,-1-1-1 16,-2 1 1-16,-1 1-1 0,-1 1-1 15,-1 1 1-15,-2 0-1 0,1 1 0 0,-4 1 1 16,1-1 0-16,0 2 0 0,-3 0 0 0,-2 1 0 16,2 1 0-16,0-1-1 0,-2-1 0 15,-1 2-1-15,2-3 0 0,-3 1-1 0,4 0 1 16,-2-2-1-16,1 1 0 0,-1 1 2 15,3-3-1-15,-1 1 2 0,-1 1-1 0,1 0 0 16,3-2 0-16,-5 1 0 0,2 0-1 0,0 3 0 16,1-3 0-16,-1 0 0 0,-1 1-1 15,1-1 1-15,-1 1-1 0,1 0-2 0,0 0-9 16,0 3-12-16,0-2-20 0,-2 0-35 0,-1-2-62 16,0 2-68-16,0 0-70 0,-4 1-134 0,4 2-197 15,-4 0-281-15,-1 1-225 16,0 4-192-16,0-3-22 0,-1 0 448 0,-4 1 497 15</inkml:trace>
  <inkml:trace contextRef="#ctx0" brushRef="#br1" timeOffset="144379.73">2164 9490 25 0,'2'-4'548'0,"-1"0"509"0,1 2 233 16,1 0-62-16,-2 0-327 0,-1 2-270 0,2 0-214 15,1 2-112-15,-1 0-67 0,-1-1-50 0,1 2-40 16,1 1-42-16,-1 7-18 0,-2-2-8 16,3 5-1-16,-3 4-4 0,2 3-8 0,-1 3-1 15,-1 1-11-15,0 5-8 0,0 0-10 0,-1 1-10 16,1 1-11-16,-2-2-9 0,2 0-4 0,0-1-3 16,0-4-3-16,0-1 0 0,0-2-2 0,2-2-6 15,-1-5-18-15,1 0-31 0,-1-3-70 0,1-5-73 16,0-5-132-16,0-4-192 0,0-5-303 0,3-6-324 15,0-3-218-15,-1-3-100 0,3-4 411 16,2-2 573-16</inkml:trace>
  <inkml:trace contextRef="#ctx0" brushRef="#br1" timeOffset="144565.24">2376 9535 312 0,'6'-4'818'0,"0"-1"368"0,-2 5 37 0,-1 2-288 15,-2 2-242-15,3 4-173 0,-1 2-149 0,0 3-87 16,0 4-48-16,-1 3-41 0,-2 2-57 0,1 2-50 15,-1 4-24-15,0-1-15 0,0 2-15 16,0-1-8-16,0 1-8 0,2-4-13 0,0-2-4 16,-1-1-13-16,2-3-54 0,-1-2-58 0,-2-3-92 15,-2-2-163-15,-1-3-292 0,0-3-321 0,0-3-263 16,0-2-188-16,-2-3 189 0,0-3 599 16</inkml:trace>
  <inkml:trace contextRef="#ctx0" brushRef="#br1" timeOffset="144781.35">2161 9394 419 0,'-5'-12'1024'0,"2"4"359"0,1 0-63 15,1 4-341-15,1 0-376 0,0 1-267 16,0 2-142-16,3-2-94 0,0 3-52 0,5 3-15 16,3-2-10-16,2 1 0 0,2 3 5 0,1-3 1 15,5 3 1-15,1 0-8 0,2-3 3 16,3 1-7-16,0 0-1 0,3 0-2 0,1-1-7 15,-1-1-18-15,2 2-58 0,-4 0-118 0,2 0-217 16,-3 3-287-16,-4 0-307 0,0 4-319 0,-4 1-145 16,-1 2 385-16,-1 2 634 0</inkml:trace>
  <inkml:trace contextRef="#ctx0" brushRef="#br1" timeOffset="144983.88">2850 9782 662 0,'-4'10'1466'16,"-1"-3"169"-16,0-1-271 0,0-1-357 16,2-3-431-16,0 0-256 0,0-2-140 0,1-2-68 15,-1 0-41-15,3-3-28 0,3-1-22 0,0-1-13 16,2-1-11-16,3-1-29 0,-1 0-67 0,3 1-74 16,-3 1-135-16,2 1-226 0,-2 0-313 0,3 0-335 15,0 3-236-15,0-1-60 0,2 4 485 0,-2-2 602 16</inkml:trace>
  <inkml:trace contextRef="#ctx0" brushRef="#br1" timeOffset="145230.03">3356 9595 284 0,'0'-1'1056'15,"-1"1"473"-15,-1 1-94 0,0 1-283 0,2 0-452 16,-1 2-281-16,-1 1-169 0,0 3-94 0,1 2-47 16,1 2-31-16,-2 4-28 0,1 2-19 0,-2 0-15 15,0 3-6-15,1 0-7 0,1 3-2 16,-1-2-2-16,-1 1-2 0,1 2-1 0,-1-2-10 16,-2-3-31-16,2 2-64 0,-5-4-61 0,2-3-122 15,0-2-181-15,-1-1-306 0,-2-6-296 16,3-2-218-16,-1-1-124 0,2-6 366 0,2 1 550 15</inkml:trace>
  <inkml:trace contextRef="#ctx0" brushRef="#br1" timeOffset="145528.6">3179 9432 24 0,'-6'-8'579'0,"1"3"530"0,2 3 220 0,-2-2-92 16,3 4-339-16,0 0-317 0,0 2-201 0,4 1-107 15,0 3-66-15,2-1-36 0,0 1-32 0,1 3-32 16,3 1-29-16,0 2-14 0,0-2-8 16,3 2-15-16,-1 1-10 0,2-2-18 0,-1-1-7 15,2-1 0-15,-2-2 0 0,2-1-6 0,-1-1 3 16,1-4 4-16,1-2 12 0,-1-4-7 0,2-2 3 16,-2-6 5-16,2-3-2 0,-1-4 0 15,-2 1-9-15,2-3 1 0,-1-1-6 0,-2-1-4 16,0 2-3-16,-1-1-1 0,2 2-5 0,-4 0-16 15,0 3-46-15,-3 2-69 0,0 2-108 16,-1 2-208-16,-1 5-300 0,-1 1-332 0,1 4-308 16,-3 2-139-16,4 3 350 0,0 2 683 0</inkml:trace>
  <inkml:trace contextRef="#ctx0" brushRef="#br1" timeOffset="146227.17">5141 9024 180 0,'0'-3'994'0,"2"3"588"0,-2-2-66 15,3 2-301-15,-1-1-448 0,1-1-312 0,0 1-208 16,0-1-105-16,3-1-53 0,2 1-26 16,0-2-18-16,3 0-13 0,2-1-9 0,1-1-5 15,4 2-4-15,0-1-3 0,0-1-8 16,1 3-6-16,-3 0-15 0,1 2-65 0,-4 1-69 16,-1 0-155-16,-4 2-264 0,-3 3-314 15,-3 3-366-15,-4 1-253 0,-3 1-11 0,0 4 644 16</inkml:trace>
  <inkml:trace contextRef="#ctx0" brushRef="#br1" timeOffset="146360.78">5173 9267 592 0,'-5'13'1263'0,"0"-4"206"16,-1 1-199-16,5-5-344 0,1 1-420 0,4-3-226 0,1 0-144 16,3-1-65-16,3-2-28 0,5-2-16 15,1-2-11-15,5-1-33 0,0 1-58 0,2 0-168 16,-2 0-290-16,0 2-282 0,0 3-314 15,-4 2-298-15,-4 0 6 0,-1 3 649 0</inkml:trace>
  <inkml:trace contextRef="#ctx0" brushRef="#br1" timeOffset="174171.05">5986 9144 42 0,'-2'3'553'16,"-1"0"478"-16,1-2 213 0,-1 1-75 0,1-2-310 16,1 1-258-16,1-1-168 0,0 0-98 0,0-1-57 15,1-2-43-15,1-2-52 0,3-2-55 0,0-1-29 16,2-3-17-16,1-1-10 0,0-1-4 15,2-2-6-15,2-1-4 0,1-5-4 16,1 0-2-16,1-1-2 0,2-3-1 0,-1 0-2 16,1-4-4-16,-1 2-4 0,1-3-4 0,-1 2-4 15,3-1-2-15,-2 2-2 0,-1 2-2 16,-2 2 0-16,-1 2-2 0,-2 4-1 0,0 0-3 16,-1 4-3-16,-4 5-3 0,-1 0-2 0,1 2-1 15,0 0-1-15,-2 4 0 0,-1 1 0 16,0 1 0-16,2 1-6 0,-2 4-3 0,0 1 0 15,2 1 0-15,-2 4 0 0,-2 1 0 16,1 3 0-16,-2 3 0 0,0 3 0 0,0 2 0 16,-2 5 0-16,-1 0 0 0,0 3 0 0,-3 2 0 15,1 1 0-15,-1 1 0 0,-1-1 0 0,1 0 0 16,0 0 0-16,1-1 0 0,0-3 0 16,2-2 0-16,0-1 0 0,1-1 0 0,2-4 0 15,-1-2 0-15,2-2 0 0,-1-2 0 0,2-4 0 16,0-1 0-16,-1-3 0 0,4-2 0 15,-2-5 0-15,4-2 0 0,0-7-94 0,0-3-47 16,-1-2-68-16,2-3-77 0,0-3-118 0,0 0-170 16,0-3-260-16,0-1-303 0,1 0-195 15,1-1-76-15,-1 0 325 0,3 1 522 0</inkml:trace>
  <inkml:trace contextRef="#ctx0" brushRef="#br1" timeOffset="174491.03">6476 8951 114 0,'9'2'446'0,"-3"6"360"0,1 2 299 0,-1 6-105 16,2 1-187-16,0 5-85 0,0 3-111 15,0 6-127-15,1 0-111 0,-1 5-74 0,0-1-68 16,2 0-85-16,0-3-55 0,2-1-33 16,2-5-22-16,0-4-17 0,3-6-10 0,1-5-6 15,2-6-4-15,1-7-2 0,1-9-1 0,0-4-1 16,2-9-1-16,-3-6 3 0,-1-6 0 0,-1-3 4 16,-3-1 12-16,-2-1 10 0,-4-4 12 15,-4 3 8-15,-3-1 6 0,-4 0 0 0,-6 2-3 16,-1 0-4-16,-6 4-6 0,-2 2-2 15,-3 7-4-15,-1 3-7 0,-1 7-4 0,-3 5-6 16,-1 7-6-16,0 6-5 0,-2 5-4 16,3 7-2-16,-1 2-1 0,3 6-2 0,0 3 0 15,1 3-1-15,2 5-1 0,3 0 0 0,-1 4-2 16,4-1 0-16,1 2-1 0,4-2-2 0,1-1-7 16,4-4-10-16,3-3-20 0,2-3-28 15,3-1-73-15,1-6-83 0,4-2-148 0,2-7-257 16,1-1-314-16,4-6-364 0,1-2-217 0,2-4 19 15,5-2 617-15</inkml:trace>
  <inkml:trace contextRef="#ctx0" brushRef="#br1" timeOffset="175043.74">6968 8799 236 0,'-2'-9'759'0,"0"-2"405"0,-1 1 87 16,3-2-163-16,0 1-263 0,3 1-235 15,-1-2-167-15,1 1-98 0,5-1-64 0,-4 0-78 16,3-1-64-16,1 3-39 0,4-3-19 16,-2 3-14-16,3-1-8 0,-1 3-6 0,3-2-5 0,0 3-5 15,1 1-1-15,0 4-1 0,-2-1 1 16,0 6 1-16,1-1 1 0,-4 7 2 15,1 1 2-15,-2 2-1 0,-4 5 1 0,0 0-1 0,-3 4-1 16,-1 0 0-16,-4 5 0 0,-1 0-1 16,-6 2 0-16,3 1-2 0,-4-1-2 0,-1 1-4 15,3-2-3-15,-3 0-5 0,2-5-3 16,3-3-3-16,1 0-2 0,0-4-2 0,3-3 0 16,-1-2 0-16,5-1-3 0,-1-2 1 15,4-4-1-15,2 2 0 0,3-5-1 0,1 0 2 16,2-5 0-16,3 2 0 0,0-1 2 0,1-1-1 15,2 1 2-15,-3 1-1 0,1 2 1 16,-1 2 0-16,1 2 0 0,-4 1 0 0,1 5 0 16,-4-1 0-16,0 5 0 0,-1 0 1 0,-5 3 0 15,1 0 0-15,-3 1 2 0,0 3 0 16,-4-1 0-16,0 0 0 0,-4 0 1 0,-2 2-1 16,0-2 0-16,-3-1 0 0,-3-1-1 0,1 0 1 15,-4-3-1-15,1-2 0 0,-1-3 1 16,-1 0-1-16,-1-4 0 0,-1-3 0 0,2-3-3 15,-2-4-1-15,1-5-2 0,-2-2-5 0,4-4-12 16,3-4-20-16,1 1-30 0,2-2-74 16,3 1-88-16,0 1-181 0,2 4-283 0,1 0-326 15,5 0-382-15,0 2-205 0,3 2 138 0,3-2 749 16</inkml:trace>
  <inkml:trace contextRef="#ctx0" brushRef="#br1" timeOffset="176127.74">7903 9188 71 0,'-1'4'577'0,"1"-3"473"15,-2 0 202-15,-1-1-47 0,2 2-307 0,1 1-248 16,0-3-184-16,0 0-111 0,1 0-71 16,-1 0-72-16,3 0-74 0,-3 0-50 0,3-3-29 15,0 0-15-15,-1-3-6 0,3-3-2 0,1-1 1 16,-1-4-2-16,4-2 2 0,-1-3-2 15,2 0-1-15,-2 0-1 0,1-2-3 0,-1 3 1 16,0 0-2-16,-1 4-3 0,-1 1-2 16,-2 4 0-16,-2 1-1 0,1 2-3 0,-1 1-2 15,-1 3-3-15,1 1-2 0,-2 2-4 0,2 1-3 16,-1 5-2-16,1 5-1 0,-2 3-1 16,3 4-1-16,-1 2-1 0,-1 4 1 0,4-2-1 15,-2 3 1-15,0 1 0 0,0 0 0 0,2-4 1 16,-2 2-2-16,2-4 1 0,1-2 1 15,-3-2-2-15,2-4 1 0,0-2 2 0,1-3 1 16,1 0 3-16,0-5 1 0,1-3 2 0,2-3 0 16,-2-5-1-16,4-3-1 0,-2-4-1 0,2-2-4 15,0-2-1-15,-3-2 0 0,2 0 0 16,-3-1 0-16,0 2 1 0,-3 2 2 0,-2 0 0 16,1 4 2-16,-2 1 0 0,0-1 3 15,-2 5 4-15,1 2 1 0,-1 1 1 0,0 3 0 16,0 0-3-16,0 1-3 0,0 2-4 15,0 2-4-15,0 4-1 0,0 1-1 0,0 5-1 16,3 2 1-16,-3 2 0 0,4 1 0 0,-1 1 0 16,0 1 1-16,2-1 0 0,0-1 1 15,1 2-1-15,0-4-1 0,0-1 1 0,3-2-1 16,0-4-1-16,0-1-1 0,1-1 0 16,4-3-2-16,0-3 1 0,0-2-4 0,2-2-9 15,0-1-16-15,0-4-28 0,-2 0-64 0,-3 0-85 16,2 2-184-16,-4-1-281 0,2 2-334 15,-2 2-398-15,-2 1-272 0,-1 2 97 0,1-1 812 16</inkml:trace>
  <inkml:trace contextRef="#ctx0" brushRef="#br1" timeOffset="177073.94">8588 9332 101 0,'-3'4'452'0,"-2"-2"365"0,3 0 301 0,-2 0-79 15,2-1-250-15,-1 0-139 0,3-1-98 16,-1 0-107-16,1 0-105 0,-2 0-70 0,2-2-52 16,2-3-61-16,-2-1-52 0,1-3-30 0,2 0-17 15,-1-4-6-15,4-2-5 0,-1-1-1 0,0-2-3 16,-1-2-5-16,3 1 0 0,-1-5-3 16,3 2-2-16,-2-1-2 0,1-1-1 0,-2 1-1 15,3 1-1-15,-2-1-3 0,-1 3 0 16,1 2-1-16,0 2-3 0,-2 2-2 0,-2 5-3 15,-1-2 0-15,1 5 0 0,-3 2-4 0,2 0 0 16,-1 2-1-16,-1 1-2 0,2 4-2 16,-2-1 0-16,2 6-2 0,-1 2-1 0,2 3-1 15,-3 4 0-15,2 0 0 0,2 3 3 0,-2 1 3 16,-1 3 2-16,1 0 1 0,1 0 1 16,-1 0-1-16,0-1-2 0,1 0-4 0,0-3-1 15,0-4-3-15,0 0-1 0,3-5 0 0,-1-2-2 16,0-4 0-16,1 1 0 0,1-6 0 15,2-6 0-15,-1-1-1 0,0-6 1 0,2-2 0 16,2-4 0-16,-2-2 1 0,-1 1-1 16,2-1 1-16,0 2 0 0,-3 2 0 0,0 0 1 15,-2 4-1-15,-1 2-1 0,2 3 1 0,-3 3 1 16,1 3-1-16,-1 3 2 0,1 4 1 0,0 2-1 16,0 5 1-16,0 1 1 0,-2 5 0 15,3 1 0-15,-3 1 0 0,2 1 0 0,-2 2 0 16,2-1 0-16,0 0 0 0,0-4-2 15,1 1-1-15,0-6 0 0,0-1-1 0,1-3-1 16,2-5 1-16,-1-2 0 0,2-6 1 0,2-7 0 16,1-3-1-16,1-9 0 0,2-2 0 0,-2-2 0 15,2-4 0-15,0 3 0 0,0 1 1 16,-2 0 0-16,0 4 0 0,-3 3 0 0,2 3-1 16,-4 3 1-16,1 5-1 0,-1 2 1 15,-1 5 1-15,0 2 0 0,2 6 3 0,0 3 4 16,-2 6 4-16,1 4 4 0,1 3 2 0,0 1 1 15,1 3-3-15,0 0-2 0,0 1-6 16,0-3-2-16,0 0-3 0,0-3-2 0,-1-2-2 16,2-4-2-16,-2-2-1 0,0-2-2 0,0-2-6 15,-2-3-19-15,-3-3-36 0,-1-3-83 16,-1 0-173-16,-3-3-267 0,0-3-341 0,0 2-430 16,-2-1-456-16,1-2 36 0,-1 1 908 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5-01-13T08:54:15.1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20217 900 306 0,'5'-8'761'0,"-5"2"363"0,0 2 71 0,0-1-272 16,0 2-211-16,-2 0-152 0,2 3-112 0,2 2-84 15,-2-1-59-15,-2 2-55 0,-1 2-73 0,2 2-58 16,-3 5-32-16,3 1-18 0,-2 7-7 0,1 6 3 16,0 3-1-16,1 8-3 0,-1 6-5 0,1 1-2 15,-3 6-5-15,3 0-7 0,-1 3-5 16,1-2-5-16,1-2-4 0,0-2-8 0,0-3-5 16,0-6-4-16,1-5-1 0,-1-4-4 0,3-5-2 15,-1-6 0-15,0-6-1 0,1-4 2 0,-2-6-1 16,3-6 0-16,0-8-2 0,0-10 2 0,2-4 0 15,-5-7-1-15,2-6-3 0,-1-5-2 0,0-2 0 16,-6-4-2-16,1-4-2 0,-6-1 3 0,-2-3 6 16,-2 1 2-16,-1 0 0 0,1 4 3 15,-1 2 2-15,1 5 0 0,-1 8 3 0,5 6 3 16,-1 5 3-16,4 6-1 0,0 5-2 0,1 5-3 16,2 3-4-16,1 4-4 0,2 5-2 15,3 8-1-15,1 4 1 0,-1 3-2 0,3 4-1 16,0 2-1-16,2 3-2 0,-1 1 0 0,3 2-2 15,-2-1-1-15,2-2 3 0,0 0 1 16,4-4 1-16,-2-1 0 0,2-5 1 0,4-3-1 0,1-5 1 16,3-5 1-16,0-4-1 0,2-5 1 0,1-9 2 15,2-2 2-15,0-3 1 0,-2-5-1 0,-1-2 0 16,0 2-5-16,-2 0 0 0,-3 2 0 16,-2 5 0-16,-1 0 0 0,-5 7 0 0,-1 4 0 0,0 3 0 15,0 7 0-15,-4 3 0 0,2 6 0 16,-3 7 0-16,1 6 0 0,-3 4 0 0,-1 6 0 15,0 5 0-15,-2 1 0 0,0 6 0 0,0 0 0 16,-2 0 0-16,2 2 0 0,0 0 0 0,0-3 0 16,2 0 0-16,-1-4 0 0,2-2 0 0,2-5 0 15,-1-1 0-15,0-5 0 0,4-3-20 16,-3-4-66-16,-1-5-80 0,1-4-127 0,-1-4-226 16,-1-4-309-16,3-4-371 0,-5-4-410 0,4-6-133 15,-2-5 513-15,2 1 765 0</inkml:trace>
  <inkml:trace contextRef="#ctx0" brushRef="#br0" timeOffset="164.42">20821 1366 307 0,'7'5'1210'0,"-4"6"473"0,-2 1-171 15,-1 2-314-15,-1 3-463 0,-1-1-269 0,1 2-183 0,-3 3-86 16,1 0-51-16,1 2-38 0,-1-1-33 0,2 2-26 16,-3-3-19-16,4-1-13 0,2-1-8 15,0-4-7-15,2-2-16 0,1-2-24 0,2-6-49 16,-1-4-82-16,2-5-168 0,-2-3-276 0,1-5-327 15,-1-4-401-15,0-5-362 0,-1-3 21 0,-2-6 796 16</inkml:trace>
  <inkml:trace contextRef="#ctx0" brushRef="#br0" timeOffset="355.38">20838 839 257 0,'-6'-12'978'0,"-2"6"508"15,3 5-34-15,1 2-258 0,-1 4-479 0,2 0-285 16,1 1-168-16,-1 1-108 0,3-1-59 0,5 3-37 15,-1 1-24-15,4-3-15 0,1 2-4 16,3 0-6-16,1-1-37 0,2 2-67 0,0-1-85 16,0-2-173-16,1 1-294 0,2 0-326 0,-1 0-316 15,0 0-198-15,-1-1 164 0,2-3 660 0</inkml:trace>
  <inkml:trace contextRef="#ctx0" brushRef="#br0" timeOffset="597.11">21211 792 591 0,'-3'-9'1311'0,"2"3"295"0,-1 0-194 16,-1 6-374-16,0 0-414 0,2 4-209 0,1 4-140 15,-2 3-76-15,2 5-41 0,2 6-25 0,-2 7-26 16,1 4-19-16,-1 6-15 0,0 7-12 0,0 2-11 16,0 5-11-16,0 0-28 0,0 3-11 0,0-1 0 15,0-3 0-15,3-3 0 0,3-4 0 0,1-4 0 16,1-5 0-16,1-7 0 0,5-4 0 0,-1-4 0 15,1-6 0-15,1-5 0 0,-2-7 0 16,4-3 0-16,-3-7 0 0,-2-4-23 0,1-5-43 0,0-1-28 16,-4-8-53-16,-1-2-72 0,-2-3-111 0,-3-5-174 15,1-1-290-15,-3-3-332 0,-1-1-286 16,0-5-141-16,-1-3 315 0,-1-2 643 0</inkml:trace>
  <inkml:trace contextRef="#ctx0" brushRef="#br0" timeOffset="1063.61">21473 625 144 0,'1'-6'797'0,"-1"4"583"0,0 4 167 16,0 3-211-16,0-1-436 0,0 4-329 16,0 2-160-16,2 5-111 0,-2 3-85 15,0 5-48-15,0 3-34 0,-2 8-27 0,2 2-26 16,0 4-18-16,-1 2-20 0,-3 3-42 0,3 1 0 16,-1 3 0-16,1 0 0 0,1-4 0 0,0 2 0 15,0-2 0-15,3-5 0 0,2 0 0 0,-2-5 0 16,4-4 0-16,-2-3 0 0,3-5 0 0,-1-5 0 15,1-1 0-15,-1-6 0 0,3-3 0 0,-2-7 0 16,3-2 0-16,-2-6 0 0,2-2 0 0,3-3 0 16,-1-4 0-16,1-1 0 0,2-4 0 0,1 2 0 15,0-2 0-15,1-1 0 0,0-2 0 16,-1 2 0-16,4 0 0 0,-4 1 0 0,4-3 0 16,-1 1 0-16,-1 1 0 0,0-1 0 0,-1 2 0 0,-1 0 0 15,-1 0 0-15,0 0 0 0,-4 0 0 0,1 2 0 16,-4-1 0-16,-1-1 0 0,0 2 0 15,-5-1 0-15,0 3 0 0,-3-2 0 0,-3 4 0 0,-3-1 0 16,0 1 0-16,-4 5 0 0,-1 0 0 0,-5 4 0 16,0 2 0-16,-1 2 0 0,-3 5 0 0,2 1 0 15,-1 7 0-15,2 3 0 0,-2 3 0 16,2 2 0-16,2 5 0 0,2 3 0 0,1 4 0 16,2 1 0-16,4 5 0 0,0 1 0 0,3-1 0 15,4 1 0-15,3-2 0 0,2-4 0 0,3 0 0 16,4-3 0-16,4-4 0 0,-1-1 0 0,5-3 0 15,1-3 0-15,0-3 0 0,-1-1 0 0,1-4-63 16,-1-1-135-16,-1-3-80 0,-1-4-148 0,-2-1-244 16,0-4-313-16,-1-1-351 0,-2-4-201 0,-1-1 20 15,5-4 615-15</inkml:trace>
  <inkml:trace contextRef="#ctx0" brushRef="#br0" timeOffset="1570.8">22375 1020 467 0,'-3'-5'1464'16,"-1"3"334"-16,-1-3-280 0,-2 0-354 0,1 1-470 15,-3-1-274-15,1 2-150 0,0 1-73 16,0 1-46-16,-2 0-103 0,1 1-48 0,-1 1 0 0,-1 2 0 16,-1 2 0-16,0 6 0 0,0-1 0 0,-1 6 0 15,-1 2 0-15,1 6 0 0,-1 2 0 16,3 2 0-16,0 2 0 0,2 2 0 0,2-2 0 0,2 0 0 15,4-4 0-15,2 0 0 0,1-2 0 16,3-5 0-16,1-1 0 0,3 0 0 0,1-6 0 16,1-4 0-16,5-2 0 0,-2-3 0 0,5-4 0 15,0-6 0-15,0 0 0 0,3-6 0 0,0-6 0 16,2-1 0-16,2-5 0 0,-1-7 0 0,2-3 0 0,-2-4 0 16,2-4 0-16,-1-4 0 0,0-2 0 15,-2-1 0-15,-2-1 0 0,-3 2 0 0,-2-1 0 16,0 1 0-16,-4-1 0 0,-3 5 0 0,-3 3 0 15,-4 6 0-15,-3 5 0 0,-1 5 0 16,-2 5 0-16,-5 6 0 0,3 5 0 16,-1 7 0-16,-4 6 0 0,1 7 0 0,-2 8 0 15,0 7 0-15,-3 11 0 0,-1 3 0 0,1 8 0 16,1 4 0-16,-1 5 0 0,2 2 0 0,0 5 0 16,3-1 0-16,4-1 0 0,2 0 0 0,5-3 0 15,3-4 0-15,3-3 0 0,2-5 0 0,5-2 0 16,4-6 0-16,-2-2 0 0,5-5 0 15,4-1 0-15,-1-3 0 0,-2-5 0 0,-3-1-41 0,2-6-316 16,0-1-270-16,-3-2-352 0,1-3-427 16,-4-3-432-16,0-4 36 0,-5 2 890 0</inkml:trace>
  <inkml:trace contextRef="#ctx0" brushRef="#br0" timeOffset="3732.86">17275 4829 16 0,'0'-3'441'16,"-4"-1"399"-16,3 1 289 0,-2 0 39 0,-1 0-331 15,0-1-178-15,2 1-123 0,1 0-89 0,-1 0-81 16,2 1-67-16,0 1-48 0,-1-1-77 16,1 0-54-16,0 1-32 0,0 1-20 0,1 1-12 15,-1 3-7-15,3-1-6 0,1 3-2 16,2 3-3-16,-2 2 0 0,4-1-2 0,0 8-4 16,3 0-3-16,-1 2-8 0,1 2-4 0,1 3-3 15,1-1-3-15,1 3-1 0,-1 0 0 16,0 0 1-16,1 1 1 0,-3-2 0 0,1-1 1 15,-3 1 3-15,0-2 1 0,-4-1 2 16,3-1 3-16,-8-2 0 0,0 1 0 0,0-3-1 16,-6 0-3-16,-1-2-1 0,-1-1-3 15,-2 0 0-15,-2-3-1 0,-4-1-1 0,1-3-2 16,-5-2 0-16,1-4-2 0,-3-2-4 0,2-2-4 16,-2-4 0-16,-2-5 0 0,0-4 0 0,0-5 0 15,2-2 0-15,-1-5 0 0,2-2 0 16,4-2 0-16,-1-4 0 0,4 2 0 0,0 1 0 15,4 3 0-15,2 0 0 0,3 1 0 16,2 1 0-16,3 2 0 0,2 2 0 0,1 1 0 16,4-1 0-16,2 3 0 0,4-1 0 15,-1 4 0-15,4-2 0 0,0 2 0 0,4 3 0 0,-2 0 0 16,4 3 0-16,2 0 0 0,1 3 0 16,-1 0 0-16,1 1 0 0,0 4 0 0,2 0 0 15,0 0 0-15,-2 3 0 0,-1 0 0 16,0 0 0-16,0 0 0 0,-1 1 0 0,0-1 0 15,-1 2 0-15,-2-2 0 0,1-2 0 0,-1 1 0 16,-1-2 0-16,-3 0 0 0,3-1 0 16,-5-1 0-16,2-1 0 0,-3 2 0 0,1-2-7 15,-3 1-29-15,0 1-31 0,-2-1-71 16,-1-1-97-16,-3 4-204 0,2-1-294 0,0 6-352 16,0-1-414-16,-1 3-221 0,4 1 235 0,0 2 846 15</inkml:trace>
  <inkml:trace contextRef="#ctx0" brushRef="#br0" timeOffset="4177.79">18454 4690 472 0,'-6'-6'1042'0,"-4"0"376"16,1 4 2-16,-1 2-316 0,1 1-386 0,-2 0-240 15,1 5-128-15,-1-4-104 0,2 7-81 0,1-3-52 16,3 2-34-16,0-1-25 0,2 0-15 16,3 1-11-16,2-1-11 0,3-3-6 0,-1 2-3 15,4-2-4-15,3-3 0 0,0-1-1 16,3-1-2-16,-1-4 1 0,2-1-1 0,0 0 1 15,-2-3 0-15,-1 0 0 0,0 1 2 0,-3 0 6 16,0 0 8-16,-4 1 10 0,-2 0 8 16,-1 4 7-16,0-2 3 0,-4 1-3 15,-1 3-6-15,0 1-8 0,-4 0-7 0,-2 1-8 16,3 4-4-16,-2 1-5 0,0 2-2 0,-3 3-3 16,3 1-1-16,0 1-3 0,1 3-6 15,0-1-14-15,2 4-25 0,0-2-45 0,4 1-81 16,-3 2-143-16,4 1-247 0,4 1-314 0,-1 2-377 15,3-1-366-15,1-1-66 0,3 0 610 16</inkml:trace>
  <inkml:trace contextRef="#ctx0" brushRef="#br0" timeOffset="4411.28">18761 5204 432 0,'11'11'1001'0,"-2"0"349"0,-2-2 36 16,-1-2-275-16,-1 1-377 0,3-2-247 15,-5-3-132-15,0-2-90 0,0-1-86 0,2-1-62 16,-2-5-38-16,2 0-26 0,1-2-16 0,-3-2-12 16,2-1-7-16,-2-1-5 0,0-2-4 0,-1 3-2 15,-2-3-1-15,0 4-1 0,-2 0 0 16,-1-1-1-16,-2 3 1 0,-1 1-1 0,-2 2-2 16,-1 4-1-16,-1-1-3 0,-2 5-4 15,1 0-12-15,-2 4-21 0,0 1-62 0,-1-2-74 16,0 2-147-16,1 1-242 0,-1-2-310 0,4 1-361 15,-1-1-267-15,-1 0-50 0,1-1 587 16</inkml:trace>
  <inkml:trace contextRef="#ctx0" brushRef="#br0" timeOffset="4644.79">18367 5368 437 0,'-8'4'939'0,"0"-3"276"0,2-2-3 15,0-1-205-15,3-1-286 0,1-3-221 16,5-2-127-16,2-4-70 0,1-4-58 0,4-4-85 16,4-4-61-16,0-4-32 0,3-2-20 0,4-5-13 15,1 0-11-15,0-5-8 0,2 3-4 16,2-1-6-16,-3 1-3 0,-1 1-1 0,-1 3-3 16,1 3-14-16,-5 1-52 0,-1 4-71 15,-3 0-121-15,-4 5-206 0,-1 3-304 0,-1 1-345 16,0 3-294-16,-4 2-123 0,-1 0 409 0,0 4 648 15</inkml:trace>
  <inkml:trace contextRef="#ctx0" brushRef="#br0" timeOffset="5125.58">18699 4407 32 0,'4'-8'552'0,"0"4"468"0,2 1 219 15,1 0-65-15,2 0-291 0,1 3-279 16,4 3-176-16,0 0-99 0,4 1-65 0,0 1-48 16,2 1-63-16,2 0-60 0,0-1-41 15,-1 2-22-15,2 0-12 0,-1-1-6 0,3 2-1 16,-1-3 12-16,5-3 6 0,-1-1 4 0,-1-2 2 16,1 1 0-16,-4 0-7 0,-5 0-14 15,0 4-5-15,-2-2-2 0,-1 0 0 0,-2 5 2 16,1-1 5-16,-4 2 8 0,3 1 5 0,-4 0 5 15,2 0 1-15,-2 3 4 0,-1-1 0 16,2 2-1-16,-3 1-4 0,0 0-2 0,0 3-4 16,1 2-3-16,-4 2-2 0,2 3-6 0,-3 4-3 15,0 3-2-15,0 3-2 0,1 5 0 16,-4 4-3-16,1 4-1 0,-1 3-1 0,1 3-1 16,-2 3-2-16,2 0 1 0,-1 0-1 0,1-2 2 15,0-4-2-15,-1-2 2 0,2-5 1 16,-1-3-1-16,0-6-1 0,-2-2-1 0,0-5 2 15,-4-6-1-15,1-2 0 0,0-5 1 0,-4-4-1 16,-2-1 0-16,-2-6-1 0,0-1 0 16,-5-4-1-16,0 1-1 0,-3-2 0 15,-1-2-2-15,-1 1-5 0,-2 0-12 0,-1-2-20 16,0-2-62-16,2-1-80 0,-2-4-160 0,-1 0-270 16,3-2-318-16,1 0-381 0,-2 2-285 0,1-1 42 15,-2-1 695-15</inkml:trace>
  <inkml:trace contextRef="#ctx0" brushRef="#br0" timeOffset="5569.24">18212 4311 434 0,'6'-4'959'0,"-2"0"302"16,-8 2 45-16,0 2-234 0,-1 0-337 15,-3 0-232-15,0 1-123 0,-6 1-70 0,1 1-77 16,-4 1-67-16,1 2-40 0,-3-2-26 0,3 3-16 15,-3 0-13-15,2-1-12 0,0 1-11 16,-1 1-8-16,4-1-5 0,-3 1-7 0,2 3-5 16,1-1-5-16,0 2-3 0,1 2-4 0,-1 3-3 15,1 5-4-15,-1 0 1 0,5 3-2 16,-1 3 1-16,1 4 0 0,2 1-1 0,3 4 1 16,2 0 0-16,4 2-1 0,-1 2-1 0,4-1 0 15,5-2-2-15,0 1 0 0,3-1-2 16,3-2 0-16,2-1-1 0,-1-2-1 0,5 1-1 15,-3 0-4-15,3-2-10 0,2 1-21 16,-4 0-34-16,2 0-85 0,2-3-146 0,0 2-261 16,-3 0-314-16,2-1-388 0,2 2-423 15,1-2-26-15,-2 2 691 0</inkml:trace>
  <inkml:trace contextRef="#ctx0" brushRef="#br0" timeOffset="6364.06">20208 4703 181 0,'0'1'812'0,"0"2"442"0,1-1 142 0,2 0-132 16,5 0-431-16,2-1-314 0,-1 1-152 0,5-1-80 15,1-1-82-15,2-1-60 0,1-1-41 16,0 1-28-16,2-2-20 0,0-2-14 0,0 3-14 16,1-3-10-16,0 2-9 0,-1-2-5 15,-2 1-8-15,-1 2-25 0,-3 2-76 0,-1 0-88 16,-4 0-176-16,-4 2-286 0,-5 2-338 16,-1 3-385-16,-6 0-214 0,-1 3 157 0,-4 2 727 15</inkml:trace>
  <inkml:trace contextRef="#ctx0" brushRef="#br0" timeOffset="6532.23">20307 4920 98 0,'-1'12'721'16,"-1"1"496"-16,4-2 156 0,4-1-86 0,-2 1-361 15,6-4-366-15,1 1-174 0,3-1-91 16,2-2-71-16,5-2-73 0,2 0-51 0,4-4-34 16,5-4-23-16,1-2-14 0,5-4-13 15,2 1-8-15,2-6-8 0,1-1-25 0,3 2-85 16,-3-4-139-16,0 1-263 0,0 0-294 0,0 0-379 15,1-1-423-15,-2 4-65 0,-3-2 632 0</inkml:trace>
  <inkml:trace contextRef="#ctx0" brushRef="#br0" timeOffset="34944.12">21865 4939 296 0,'-4'4'764'0,"-1"0"363"0,1-1 71 16,-2-2-260-16,3 1-284 0,-1-1-142 0,1 1-96 16,3-1-76-16,0-1-52 0,0 0-44 0,0 0-47 15,0 0-58-15,2-1-42 0,-1-1-19 0,3-2-11 16,0-1-3-16,2-1-3 0,2-4-6 16,2-2-3-16,2-4-2 0,1-3-6 0,2 0-4 15,0-4-3-15,4-2-3 0,0-2-3 0,2-2-4 16,-4-2-3-16,5-2-2 0,0 1-2 15,-1 1 2-15,0 1-1 0,-3 1 0 0,-2 4 0 16,2 0-2-16,-5 5-1 0,-1 2-4 16,-1 3-3-16,-3 2-1 0,1 0-3 0,-1 3-2 15,-1 1-1-15,-1 1-1 0,2 2-1 16,-4 2-1-16,1 0 1 0,0-3-1 0,-2 6 0 16,2-2 0-16,-2 1 0 0,2 1 0 0,-2 1 1 15,0 0 2-15,-1 0 1 0,1 3 2 0,-1 1 3 16,-1 4 1-16,2 2 1 0,-3 4 1 15,2 2-1-15,-2 4-1 0,-2 4-9 0,2 1-2 16,-1 4 0-16,-1 2 0 0,1 5 0 16,-3 0 0-16,3 3 0 0,-3 2 0 0,1-2 0 15,2 1 0-15,-4 1 0 0,2-4 0 0,3-1 0 16,0-3 0-16,-1 0 0 0,1-6 0 0,1-2 0 16,-1-2 0-16,0-3 0 0,3-4 0 15,-3-2 0-15,0-2 0 0,2-2 0 16,-2-2 0-16,0-2 0 0,-2 0 0 0,2-3-12 0,0 0-36 15,0 0-29-15,-3-3-68 16,3-3-91-16,-1 1-186 0,-3 0-284 0,4-3-340 16,0 0-406-16,0-2-246 0,2 2 183 0,0 1 815 15</inkml:trace>
  <inkml:trace contextRef="#ctx0" brushRef="#br0" timeOffset="35144.44">22431 5089 356 0,'1'2'1198'0,"-1"-2"448"16,0 1-150-16,0-1-304 0,0 0-498 16,0 0-249-16,0-1-179 0,0-1-95 0,0 1-57 15,2-1-39-15,1 0-28 0,0-2-21 0,0 2-10 16,0-2-6-16,1 2-5 0,0 0-2 0,1-1-3 16,0 1-8-16,3 1-17 0,-4-2-35 15,1 3-79-15,2 0-90 0,-4 3-176 0,2-2-291 16,-3 1-330-16,3 1-359 0,-2-1-176 15,2 0 169-15,-2 2 692 0</inkml:trace>
  <inkml:trace contextRef="#ctx0" brushRef="#br0" timeOffset="35600.32">22949 4686 5 0,'5'-17'502'0,"-2"4"501"16,2-2 255-16,-5 2 32 0,0 2-266 16,0 1-297-16,0-1-215 0,-5 1-122 0,4 3-71 0,-2 1-82 15,-1 0-78-15,-1 2-48 0,2 0-30 16,-3-1-21-16,1 2-17 0,-1 0-11 0,1 2-9 16,-1-1-7-16,1 2-4 0,0 0-5 15,-1 0-3-15,1 2-1 0,1 0-2 0,0 2 0 16,1-2-1-16,0 4 0 0,1 0 0 15,1 2 0-15,1 1 0 0,1-1 0 0,3 4 1 16,-1 1 0-16,2-1 0 0,-1 2 0 0,6 2 0 16,-2-2 0-16,1 5 0 0,2-2 1 15,0-1-1-15,-1 3 0 0,2-2 0 0,-1 4 0 16,2-2 1-16,0 1-1 0,-4-1-1 16,4 1 1-16,-5-1-1 0,0 0 0 0,-2 1 0 15,1 0 1-15,-1-2-1 0,-3 2 0 0,-2-3 2 16,-1 1-1-16,-3 2 1 0,2-3-2 15,-5 2 0-15,-1-2 0 0,-1-1 0 0,2 0-2 16,-5-4 1-16,1 2-1 0,1-5-6 16,-4 0-15-16,2-3-25 0,-3-2-64 0,0-4-75 15,-1-2-151-15,0-2-261 0,3-1-315 16,2-6-363-16,2-3-267 0,0-4-29 0,1-3 634 16</inkml:trace>
  <inkml:trace contextRef="#ctx0" brushRef="#br0" timeOffset="35835.26">22880 4617 419 0,'0'-8'974'0,"0"2"318"0,1 0 36 0,-1 1-216 16,3 3-372-16,1-2-237 0,-1 0-130 16,2 1-81-16,1-1-83 0,0 1-75 15,0-2-47-15,4-1-29 0,2 0-18 0,0 2-12 16,2-2-9-16,-2 1-8 0,6 1-4 0,-4 0-3 15,3 0-2-15,-1 3-2 0,2 1-1 0,-4 1-6 16,3 3-15-16,-2-2-39 0,-1 4-81 16,-2 1-111-16,-2 0-177 0,1 2-298 0,0 1-343 15,-1 1-341-15,2 1-142 0,-1 1 303 0,3-2 646 16</inkml:trace>
  <inkml:trace contextRef="#ctx0" brushRef="#br0" timeOffset="36238.14">23718 4591 554 0,'-7'-5'1179'0,"1"1"366"0,-3 0-118 0,1-1-370 0,-2 2-388 16,-2-1-220-16,0 1-145 0,3 0-102 0,-4 0-65 15,4 1-43-15,1 1-28 0,-3 0-20 0,5 1-15 16,-1 0-9-16,1 0-8 0,1 0-6 15,2 1-4-15,-2 0-2 0,2 3-1 0,3 0-1 16,-1 0 0-16,1 2 0 0,1 2 0 16,2-1 1-16,2 3 1 0,-2 3-1 0,2-1 1 15,1 1-1-15,1 2 0 0,-1 1 1 16,3 1-1-16,-1 2 0 0,0 0 0 0,3 0 1 16,-1 1 0-16,-2 3-1 0,1-1 0 0,0 0 2 15,-1 3-2-15,-1-2 1 0,-1 2-1 16,-1 0 0-16,-2-1 0 0,0 2-1 0,-1-4 1 15,-2 2-1-15,-2-4 0 0,0 2-1 0,-1-4 1 16,-3 0-1-16,3-3 0 0,-2-2 0 16,0-1 0-16,-1-3-2 0,0-1-7 0,-2-4-14 15,0-1-22-15,-3-1-56 0,-2-2-75 0,1-3-119 16,-4-3-193-16,3-2-298 0,-1-1-338 16,0-4-294-16,-1-3-138 0,3-3 364 0,2-3 654 15</inkml:trace>
  <inkml:trace contextRef="#ctx0" brushRef="#br0" timeOffset="36459.94">23526 4624 44 0,'0'-13'601'0,"3"4"503"0,1-1 243 0,-3 0 1 16,4 1-349-16,3-1-343 0,-2 0-207 16,0-1-111-16,4 1-81 0,1-3-91 0,0 4-55 15,5-1-33-15,0 1-22 0,3-2-14 16,0 3-10-16,1 0-10 0,4 1-7 0,-2 1-5 15,4 1-4-15,-1-1-3 0,2 1-1 0,-1 1-1 16,1 1-2-16,0 1-7 0,-3 1-19 0,0 2-44 16,-2 1-73-16,-3 1-101 0,1 0-198 15,1-1-299-15,-5 2-335 0,3-2-327 16,-7 3-166-16,2 0 276 0,-4 0 717 0</inkml:trace>
  <inkml:trace contextRef="#ctx0" brushRef="#br0" timeOffset="36980.05">24718 4488 111 0,'0'1'675'0,"-1"2"455"0,-4 2 149 0,2-1-47 16,0 2-350-16,0 0-284 0,-1 2-180 15,1 0-100-15,3 2-68 0,-1-1-81 0,1 0-66 16,0-2-44-16,1 2-25 0,2-3-10 16,4-1-9-16,-1-1-5 0,7-4-2 0,-4 0-2 15,7-4 0-15,-3-2-2 0,2-4 0 0,-2 1-1 16,0-2 2-16,-1-1 6 0,-4-2 9 16,-1 1 13-16,-2 1 13 0,-1 0 9 0,-4-1 6 15,-3 2 2-15,-2 1-6 0,-1 1-6 16,-2 2-9-16,-2 3-8 0,0 2-8 0,-3 1-7 15,-1 4-7-15,1 1-3 0,2 3-4 0,-3 3-4 16,2 2-2-16,2 0-2 0,2 3 0 0,1 0-5 16,2 0-8-16,2 3-13 0,3-2-24 15,0 2-48-15,2 0-76 0,-1 2-109 0,3-2-175 16,0 1-294-16,1-1-329 0,3 0-310 0,5 2-148 16,-2-2 279-16,4 1 649 0</inkml:trace>
  <inkml:trace contextRef="#ctx0" brushRef="#br0" timeOffset="37335.07">25103 5004 434 0,'-4'0'1107'0,"0"1"432"16,-1-1-85-16,2 2-346 0,-3-2-409 0,1 0-254 15,2 2-158-15,-1-1-110 0,3 2-70 0,-1 1-44 16,4 2-28-16,-1 0-16 0,4 3-8 15,2-1-6-15,2 2-1 0,0 1-3 0,3 0-2 16,2-1-2-16,0-1-4 0,5-3-6 0,-1 0-2 16,-1-2-3-16,0-1 0 0,-3-2 1 15,2-1 6-15,-5 0 8 0,-3-1 5 0,-1-2 11 16,-1-1 12-16,-2-1 12 0,-4 1 11 0,0-1 7 16,-3-1 5-16,-3 2-3 0,2-2-8 15,-1 3-12-15,-2-1-9 0,1 2-8 0,-2-1-8 16,3 1-5-16,1 1-5 0,0 2-3 0,0 1-2 15,0 1-9-15,1 1-17 0,2 1-27 16,-4 1-67-16,4 0-75 0,-1 0-152 0,0-2-245 16,2 2-313-16,2-2-355 0,0 1-246 15,-2-2-28-15,1 1 593 0</inkml:trace>
  <inkml:trace contextRef="#ctx0" brushRef="#br0" timeOffset="37830.6">24723 5155 413 0,'-9'9'841'0,"1"-1"321"0,-2-2 25 0,4 0-319 16,-2 0-174-16,2-2-140 0,-1 0-112 16,4-1-82-16,-2-2-57 0,2 0-59 0,2-1-78 15,1-1-59-15,1-4-35 0,6-1-21 0,1-4-9 16,6-5 1-16,2-3 4 0,7-4 6 15,4-6 3-15,5-3 2 0,4-4-1 16,2-2-5-16,5-5-6 0,0-2-5 0,3-1-8 16,2-3-6-16,1 0-6 0,-3 0-4 0,2-1-1 15,-2 2-2-15,-2 1-1 0,-5 2 0 0,-2 2-3 16,-4 3-2-16,-3 3-2 0,-5 5-3 16,-3 2-1-16,-2 6-1 0,-5 0 0 0,-4 8 0 15,-3 0-1-15,0 2 1 0,-3 5-2 0,-4 2 0 16,1 3-1-16,-2 1-3 0,-2 4-6 15,1 1-11-15,-3 3-13 0,3 1-17 0,-2 1-24 16,-2-1-34-16,1 2-61 0,0-2-60 16,0 2-74-16,-1-2-117 0,-2 0-157 0,1 0-217 15,2-3-220-15,0-1-214 0,-1 0-79 16,2 0 278-16,2-2 454 0</inkml:trace>
  <inkml:trace contextRef="#ctx0" brushRef="#br0" timeOffset="39728.55">16803 6541 18 0,'7'-7'528'0,"-2"1"505"0,-2 0 251 16,-2 0 32-16,1 1-287 0,0 3-310 0,-2-2-209 15,-4 2-120-15,1-2-74 0,0 2-86 16,-4 2-72-16,-2-3-46 0,1 3-29 0,-3-1-17 15,-3 1-16-15,0 0-12 0,-4 1-8 0,2 2-6 16,-4-1-5-16,0 2-5 0,0-2-2 16,2 3-3-16,-2-1-2 0,1 1-3 0,1-1 1 15,3 1-2-15,1 1-1 0,1-4-1 16,4 3 0-16,0-2-2 0,2 0-1 0,2 2 0 16,2-3-1-16,2 3-1 0,1 0 1 0,1 0-2 15,2 4 0-15,4-3 0 0,2 1 1 16,1-1 0-16,1 1 1 0,3-1 1 0,2 0 2 15,1 0 0-15,2-1 0 0,3 2 1 0,0-2 0 16,0 0 0-16,-1 4 0 0,0-2 1 16,-1 0-2-16,-2 4 1 0,-1-1 0 0,-3 0 0 15,-1 3-1-15,-4 2 0 0,-2-2 2 16,-2 2 0-16,-5 2 0 0,0-2 0 0,-4 4 0 0,0-1 0 16,-3-1 0-16,1 2-1 0,-2-4 1 15,0 3-1-15,-2-3 0 0,1 0 0 0,1-1 0 16,2-3-1-16,-1 1 0 0,1-4-1 15,0 0 1-15,1-2-1 0,2-2-5 0,0-1-8 16,0-1-15-16,1-4-20 0,0-2-27 0,2-4-60 16,4-4-72-16,-3-1-82 0,4-4-128 15,1-4-166-15,4-1-268 0,-2-1-249 0,5-1-189 16,-1 0-52-16,2 1 348 0,3-1 482 16</inkml:trace>
  <inkml:trace contextRef="#ctx0" brushRef="#br0" timeOffset="39890.8">16955 6660 332 0,'11'4'705'0,"-3"4"384"15,0 4 86-15,0 1-255 0,-3 3-122 0,1 5-157 16,-3-1-148-16,2 4-123 0,-2 1-76 16,-1 1-61-16,2 1-78 0,-2 2-48 0,-1 1-29 15,-1-2-23-15,2 1-19 0,1-5-12 0,-1-1-12 16,1-3-8-16,0-3-14 0,-1-6-26 0,1-1-65 16,-3-3-75-16,0-10-139 15,0-1-236-15,-1-7-308 0,-3-5-341 0,0-4-244 16,-1-4-51-16,-2-3 527 0</inkml:trace>
  <inkml:trace contextRef="#ctx0" brushRef="#br0" timeOffset="40076.83">16917 6430 203 0,'-1'-15'799'16,"-1"3"425"-16,1 1 50 0,-1 4-202 0,2 3-342 16,0 1-284-16,0 0-158 0,2 1-83 0,-1 2-20 15,2 0-26-15,2 2-36 0,1 1-33 16,1 1-13-16,1 0-9 0,1 1-31 0,0 2-18 15,3 1-7-15,-1 0-8 0,1 0-47 0,1 4-58 16,-1-2-64-16,1 2-132 0,0-1-194 16,-2 1-315-16,0 2-267 0,3-2-227 0,-3 0-54 15,2-1 414-15,1-1 516 0</inkml:trace>
  <inkml:trace contextRef="#ctx0" brushRef="#br0" timeOffset="40710.61">17281 6514 302 0,'8'-3'751'0,"1"1"324"0,-2 0 96 15,-3-1-247-15,1 2-272 0,0-1-160 0,1 2-82 16,0 2-59-16,-1-2-60 0,2 1-41 16,-2 0-40-16,2 1-52 0,-1 0-41 0,-1 2-20 15,0 0-12-15,2 2-10 0,-3 2-7 16,1 1-6-16,-2 1-10 0,-2 1-8 0,1 4-7 16,0-2-6-16,-2 2-6 0,-2 0-6 0,2 0-5 15,-2 0-3-15,1-1-4 0,-1-1-3 0,2 1-2 16,-1-4-1-16,1 1-3 0,0-3-1 15,0 2-1-15,0-4 0 0,0 0-1 0,1 0 1 16,1-3 1-16,-1 1 0 0,3-1 2 16,-1-1 0-16,0-1 0 0,4-1 1 0,-3 0 0 15,2-1 0-15,1-2 1 0,-1 0-1 0,1 0 0 16,-1 0 0-16,3 0 0 0,-1 1 0 16,-1 2 0-16,3 0 0 0,-2 2 0 0,0 2-1 15,2 1 1-15,1 2 0 0,-2 2 0 16,3 0 0-16,0 4 0 0,-1-1 0 0,3-1 0 15,-1 0 0-15,3-1 1 0,-2 1 0 0,3-4 0 16,1-1-1-16,2-4 0 0,-2 0 1 0,4-2-1 16,-2-2 1-16,1 0 0 0,1-5 0 15,-3-3 1-15,0 2-1 0,0-3 0 0,-2-1 0 16,-1 0 1-16,-3-1-1 0,1 2 1 0,-4-3 0 16,1 3 0-16,-3-1 1 0,-4 2-1 15,1-5 1-15,0 5 0 0,-2-1-1 16,0 0 1-16,-3 0 0 0,0 1 1 0,-3-1 1 15,0 3 5-15,0-2 3 0,-2 4 3 0,-1 0 1 16,-1 2 2-16,-2 0 0 0,-1 3-3 0,-2 2-2 16,-1 4 1-16,0 2 1 0,-2 6 4 15,0 0 1-15,0 5 4 0,0 3 3 0,0 2 0 16,0 4 0-16,3 0 0 0,-1 2 0 16,3 2-4-16,1 0-24 0,1 2 0 0,3 0 0 15,2 0 0-15,2-3 0 0,2-2 0 0,4 0 0 16,3-4 0-16,3-3 0 0,2-2 0 0,2-4 0 15,1-1 0-15,5-6 0 0,1 0 0 16,0-4 0-16,5-2 0 0,1-4 0 0,2-2-55 16,2-2-101-16,-2-3-166 0,2-1-264 15,-1-1-339-15,1 2-425 0,-2-3-466 0,2 3 13 16,-1-3 866-16</inkml:trace>
  <inkml:trace contextRef="#ctx0" brushRef="#br0" timeOffset="41480.33">19724 6696 177 0,'0'2'862'0,"-2"3"583"0,2-2 77 16,0 0-244-16,2-1-459 0,-2-2-323 16,3 2-173-16,-2-2-104 0,2 4-65 0,2-3-34 15,3 0-19-15,0 2-12 0,3-3-6 0,2 0-15 16,3 0-13-16,0 0-12 0,-1 0-11 0,5-4-7 15,-2 2-9-15,3-3-5 0,0 3-2 16,1-5-3-16,-1 1-2 0,2 0-2 0,-1 0-3 16,0-2-1-16,-3 2-1 0,-2 2-10 15,1 1-18-15,-6 0-29 0,-3 3-76 0,-3 3-119 16,-3 0-231-16,-3 3-300 0,-8 1-361 0,0 4-421 16,-5 1-150-16,-4-1 464 0,-2 6 791 15</inkml:trace>
  <inkml:trace contextRef="#ctx0" brushRef="#br0" timeOffset="41708.8">19728 6964 21 0,'-9'11'630'0,"6"-2"642"16,-2-3 177-16,4 0-198 0,1 0-327 16,1-2-376-16,2-1-200 0,5-1-127 0,1 0-54 0,4-2-22 15,3-2-32-15,2 0-36 0,2-4-23 16,2-1-14-16,2-1-11 0,3 1-8 0,0 0-8 15,1-3-5-15,1 3-3 0,-1-1-3 16,0 2-3-16,-2 1-26 0,-2 3-70 0,-1 0-84 16,-4 2-180-16,-1 2-285 0,-3-2-329 15,-3 6-358-15,-2-1-201 0,-5 3 153 0,-2 0 704 16</inkml:trace>
  <inkml:trace contextRef="#ctx0" brushRef="#br0" timeOffset="45839.32">21490 6402 172 0,'1'-4'423'0,"-1"2"197"0,2-2 149 0,0 0-142 15,-2 1-117-15,0-1-32 0,1-1-15 16,2 1-23-16,-1-4-42 0,1 3-56 0,2-3-47 16,1 0-32-16,0 1-16 0,1-1-15 15,-1-1-15-15,2 0-15 0,3 0-29 0,-1 0-42 16,-1 2-38-16,4-2-20 0,0 0-15 0,-1 1-10 16,2 1-6-16,0 1-5 0,1 1-3 0,0 0-3 15,0 1-4-15,0 3-2 0,0 1-2 16,0 0-2-16,-2 3 0 0,0 1-2 0,3 0 2 15,-5 2 1-15,1 0 0 0,-2 1 1 0,0 4 0 16,-4-1 0-16,1 0-1 0,-2 4-1 16,0-3 0-16,-5 6 1 0,2-4-2 0,-4 6 0 15,1-1-1-15,-4 2-3 0,-2 2-2 16,0 2-2-16,-1-2-2 0,-2 3-2 0,-1 1 0 16,0-1-3-16,-2 3 0 0,1-1-2 0,1-2 0 15,-3 1-1-15,2-4 0 0,1 0-1 16,0-2 0-16,0 0 1 0,3-4 0 15,-1 1 1-15,1-4 0 0,2 0 0 0,1 1 1 16,-2-2-1-16,1-1-1 0,3-1 0 0,0 0-1 16,1-1 0-16,1 2-1 0,1 0 1 0,1-1 0 15,-1 1 0-15,4-1 0 0,-3-1 0 16,2 2 0-16,3-3 0 0,1 3-1 0,-2-3 1 16,3-1-1-16,1 1 0 0,0-2 0 0,3-4-1 15,0 2 1-15,1-3-1 0,2-1 0 16,1-1-1-16,3-3 0 0,2-1 0 0,1-1 0 15,3-5-1-15,0 2 0 0,1 1-3 16,-4-3-10-16,3 0-18 0,-1 2-25 0,-2 2-76 16,-4-1-93-16,0 2-178 0,-5 0-282 0,1 2-328 15,-1-1-397-15,-3 3-205 0,0-2 166 0,0 2 728 16</inkml:trace>
  <inkml:trace contextRef="#ctx0" brushRef="#br0" timeOffset="46308.75">22393 6460 125 0,'-5'-10'819'0,"0"-1"653"0,-1 2 86 16,-2 3-253-16,-2-1-432 0,2 1-347 0,-2 4-185 15,0-3-127-15,0 4-71 0,0 0-45 16,-2 1-28-16,4 1-23 0,0 0-15 0,-1 4-11 15,1-3-7-15,3 2-5 0,0 0-5 16,1 1-1-16,-1 1-2 0,2 0-1 0,3 0 0 16,-1 2-2-16,1-1 1 0,0 1-1 0,1-1 0 15,1 5 0-15,4-4 0 0,-2 3-1 16,3 0 2-16,1 0-1 0,2 0 1 0,0 1 1 16,3 1 0-16,1 0 0 0,1 1-1 0,-1-1-1 15,2 2 2-15,-1-2-2 0,1 2 2 16,0 1 1-16,-2-1 0 0,3 0 1 0,-4 1 0 15,3 0 1-15,-3 1-2 0,0 0 0 0,-3 0 0 16,0 2 1-16,-2 0 4 0,0-1 6 16,-4 0 2-16,0 1 4 0,-4 0 0 0,-2-1 1 15,-1 1-4-15,0 1-6 0,-5-2-2 16,2 0-3-16,-2-2-2 0,-2 1-1 0,-1-2 0 16,2-3-1-16,1 0-1 0,-5-3 1 0,5-2 0 15,-2-2-1-15,0-2-1 0,0-5-9 16,0-1-14-16,-2-5-24 0,2-2-64 0,-1-3-74 15,-1-6-117-15,1-3-179 0,-2 0-301 16,4-4-333-16,-3-1-257 0,2 0-128 0,-2-1 316 16,4-1 614-16</inkml:trace>
  <inkml:trace contextRef="#ctx0" brushRef="#br0" timeOffset="46543.79">22336 6432 49 0,'11'-13'570'0,"-3"3"493"0,0-1 222 16,0 1-2-16,2 0-334 0,0 1-299 0,0 0-201 16,0 0-113-16,2 1-65 0,2 1-77 0,-3-1-62 15,3 2-32-15,0 0-24 0,2 0-16 16,2 0-15-16,-1 2-12 0,2-1-11 0,0 1-8 16,0-1-5-16,2 3-3 0,-3-2-3 0,2 2-2 15,0 2-3-15,0-2 0 0,0 4-1 16,-2-2-10-16,0 2-32 0,-1 3-77 0,-1-1-113 15,-2 2-210-15,-1 2-299 0,3-1-353 16,-3 2-376-16,0 0-146 0,4 2 378 0,1-3 735 16</inkml:trace>
  <inkml:trace contextRef="#ctx0" brushRef="#br0" timeOffset="47529.25">23646 6767 423 0,'-3'5'847'0,"2"0"303"16,-3-3 18-16,-2 3-346 0,5-3-254 15,-1 0-148-15,2 1-78 0,-1-2-44 0,1 1-35 16,0-2-30-16,0 3-31 0,1-3-44 0,-1-3-41 16,3 2-28-16,1-1-13 0,-2-5-6 15,5-2-3-15,-1-3-3 0,1-1-2 0,2-2-10 16,2-3-8-16,-1-3-4 0,2-2-4 15,-1 1-2-15,-1-1-5 0,1 2-1 0,-3 2 0 16,-2 3 0-16,1 3-1 0,-3 0-1 0,1 5-1 16,-4 1-6-16,2 2-1 0,-1 2-3 15,0 0-3-15,-2 3-4 0,0 3-1 0,0 5-1 16,0 2-1-16,0 8-2 0,0 3-1 16,0 5-1-16,0 2-1 0,1 1 0 0,1 2-2 15,1 1 0-15,0-4 0 0,2 2 0 0,0-7 2 16,1-1-1-16,0-3 2 0,2-4 0 0,-1 0-1 15,4-7 0-15,-3-2 0 0,1-3-1 16,2-6 1-16,0-3 0 0,2-6 2 0,-1-1 0 16,3-7 0-16,-1-1 1 0,-1-2 0 15,1-1-1-15,-3 1 0 0,-1-1 1 0,0 1 0 16,-3 4 0-16,-1-1 0 0,-3 5 1 16,2 2 5-16,-3 2 3 0,-1 2 3 0,1 3 0 15,-2 0 0-15,3 2-1 0,-3 2-5 0,0 4-4 16,0 4-2-16,-3 1-3 0,3 5 0 0,-2 4 0 15,2 3 0-15,2 2-1 0,1 4 0 16,-2 1 0-16,2-2 0 0,1 1 1 0,1-1-1 16,1-1 1-16,2-3 0 0,1-1 0 0,1-2 0 15,1-3-1-15,1-3-1 0,1-3-1 16,3-2 1-16,-2-1-2 0,3-5 1 0,1 0-1 16,-1-3 0-16,-1-1-9 0,2-1-14 0,-2-1-24 15,-2 2-61-15,-3-2-82 0,0-2-133 16,-3 4-218-16,0 0-313 0,-3 0-365 0,4 2-284 15,-5-2-72-15,0 2 468 0,0-1 663 0</inkml:trace>
  <inkml:trace contextRef="#ctx0" brushRef="#br0" timeOffset="48424.73">24394 6974 259 0,'0'4'663'0,"-1"-1"358"0,-1 1 130 16,2-3-262-16,0 1-260 0,-1-2-193 16,1-3-141-16,1 2-78 0,2-4-32 0,1 0 6 15,-1-5 20-15,4 1-1 0,0-4-4 16,1-2-21-16,1-5-29 0,4-2-38 0,0-2-31 16,1-3-19-16,2-2-10 0,-1-1-7 0,0 0-2 15,0-2-2-15,0 3-5 0,0 0-2 16,-3 1-6-16,0 1-5 0,1 5-5 0,-5-3-6 15,1 6-1-15,1 1-1 0,-6 3-1 16,3 3 3-16,-2 1 0 0,-4 4 3 0,2 1-1 16,1 2-1-16,-3 3 1 0,2 2 0 15,-1 5 0-15,-1 4-1 0,1 2 2 0,-1 4-1 16,-1 4-2-16,0 2-2 0,0 5-1 0,0 2 0 16,-1-1-3-16,1 4-2 0,-2-1 0 0,2-1-3 15,2 0-1-15,-1-3-1 0,1-1-2 16,1-5-1-16,4-3-1 0,-2-3-1 0,2-4-1 15,-1-1 0-15,4-4-1 0,0-6-1 0,2-3 2 16,-1-2 0-16,2-6 1 0,0-2 1 0,1-3-1 16,2-4 2-16,-4-1 0 0,4 0-1 15,-3 0 0-15,1 2 0 0,-1-1-1 0,-4 5 1 16,0 2-1-16,-1 1-1 0,-3 3 1 16,2 3-1-16,-1 2 1 0,-2 2 1 0,1 4 1 15,-2 2 1-15,1 3 1 0,-1 4 1 0,0 4-1 16,-1 0-1-16,-1 6-1 0,4 1 0 15,-5 1-1-15,3-1 1 0,-2 1-1 0,4-3 0 16,0 1 0-16,0-4-1 0,1 0 0 16,2-5-2-16,0-4 2 0,2-2-1 0,0-1 0 0,2-6 1 15,-3-5 0-15,5-5 1 0,1-2 0 16,-1-5 1-16,0-2 1 0,2-3-1 0,-4 1 1 16,1 0 0-16,1-1-1 0,-1 2 0 15,-1 3-2-15,0-1 1 0,-1 4-1 0,0 3-1 16,-3 1 1-16,1 2 0 0,-1 4 0 0,0 1 0 15,-2 3 1-15,2 2 2 0,2 4-2 16,-2 2 2-16,0 4 0 0,0 2 1 0,-1 2 0 16,1 3 0-16,2 0-1 0,1 1 0 0,-3 4 0 15,1-4-1-15,4 0-2 0,-4-1 1 16,1 1 0-16,2-6-1 0,0 3-1 0,-3-4 0 16,4-2 1-16,-5 1-2 0,1-4 0 15,-1-1-1-15,0 1-2 0,-2-4-7 16,1 2-11-16,-4-1-21 0,-1 0-41 0,-2 0-80 15,-2 1-136-15,-1 3-239 0,-1-1-308 0,0 2-371 16,0 1-384-16,3 1-77 0,-1 0 570 0,4-1 725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5-01-13T08:57:08.27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</inkml:brush>
  </inkml:definitions>
  <inkml:trace contextRef="#ctx0" brushRef="#br0">6011 3514 402 0,'11'-12'831'0,"-7"0"335"0,1 0 38 16,-5 0-264-16,0 0-210 0,-3 0-166 15,-2-1-137-15,-2-1-89 0,-1 0-56 0,-4-2-76 16,-3 0-54-16,-1-1-32 0,-5-1-21 16,-2 0-15-16,-2-2-12 0,-3 3-4 0,-6 1-10 15,-1-1-10-15,-3 5-10 0,-5 1-6 0,-1 5-7 16,-5 5-13-16,-5 5-9 0,-1 3-3 0,-5 5-3 16,-3 6-2-16,-4 4-2 0,-1 1 2 0,0 7 2 15,-3 1 2-15,2 2 4 0,0 5 2 16,3-1 3-16,0 5 3 0,4 2 0 0,1 0 0 15,3 3-7-15,0 1-2 0,4 1-4 16,2 2-2-16,3 1-1 0,0 1 0 0,6 1 1 16,-1 0 2-16,8 2 1 0,1-1-1 15,5-1 1-15,3 0 4 0,5 0 3 0,4-1 0 16,3-4 2-16,5-1-3 0,4 0-2 0,2 0-5 16,6-1-3-16,1 0 0 0,2-2-3 0,5 4 4 15,4-1 2-15,0-1 0 0,2 2 1 16,2-3-1-16,2-1 1 0,0 1 0 0,1-2 4 15,1 0 2-15,0-1 1 0,1-1 2 0,2-1 1 16,0-1 0-16,2-1-4 0,1-1-1 16,1-1-2-16,1-1-1 0,1-1-2 0,-1-1 1 15,2 0 0-15,0 0 1 0,-1-1 0 0,1 0 1 16,1 1 1-16,-1 1 0 0,-1 2-1 16,1 0-1-16,1 4-1 0,-3 3 0 0,-1 2-1 15,-1 4 1-15,-3 4-3 0,-1 3-1 16,-5 7-2-16,2 5 1 0,-5 5-2 0,-1 3 3 15,-3 4 4-15,-2 4 4 0,2 0-2 16,-3 4-1-16,0-2 0 0,1 3-4 0,-2-2-2 0,2 1 2 16,0-1 5-16,0-4 2 0,0-1 2 0,2-4 3 15,3-4 0-15,2-1-8 0,0-5-5 16,2-2 3-16,3-4 1 0,3-1-1 16,1-2-2-16,1-3 5 0,5-5 1 0,1-1-3 15,3-1-2-15,-2-5 0 0,5-2 1 0,0-1 0 16,5-3 1-16,1-1 0 0,4-2 1 0,0-5 1 15,3 2-1-15,1-4 0 0,0-1 1 0,2-2-2 16,2-3 0-16,0 1-2 0,0-4 0 16,3-2 1-16,0 0 0 0,2-7 2 15,2-1 1-15,5-4 0 0,0-3 1 0,5-4-2 16,1-3-1-16,-1-4-3 0,4-4 0 0,-2-4-1 16,-1 0 0-16,0-2 0 0,-3-1 3 15,1 0 2-15,-3-3 1 0,1 3 1 0,-3-1 0 16,-2-1 0-16,-3 2-1 0,-1 1-1 0,-3-3 0 15,-3 6-1-15,-3-3-2 0,-1 3 0 0,-3 0 0 16,-5-1 1-16,0 5 0 0,-4 0 1 16,-2 1 1-16,-3 2 1 0,1 1 1 0,-1 1-1 15,-2 0 1-15,0 3-2 0,0-2 1 0,1 1 0 16,-1 2-1-16,3 0 1 0,-1-2-1 16,4-1-1-16,1 1 0 0,1-4-2 0,3-2-1 15,2-3 1-15,3-4-2 0,-1-6 1 0,4 0 1 16,0-7 0-16,2-4 2 0,3-4 0 15,0-1 1-15,1-5 0 0,-1 2-2 0,1-2 1 16,-5 1 0-16,2 1 1 0,-4 2 0 16,-4 0 1-16,-1 5 1 0,-5 0-2 0,-3 2 0 15,-2 4-1-15,-3-2 0 0,-4 4 0 0,-2-1 0 16,-5 0 0-16,0 0 0 0,-3-3 0 16,-3-2 0-16,-3-4-1 0,1-1 0 0,-3-6-2 15,0-4 0-15,-3-4 2 0,-2-4 0 16,2-4 2-16,-2-2 1 0,-1-3 0 0,-2-1 2 15,1 0-3-15,-3 0 0 0,1 0-1 0,-4 3 0 16,1 0-1-16,-1 2 1 0,-1 0 0 0,-2 3 1 16,1 1 0-16,-1 2 1 0,0 0 1 15,-1 3 0-15,-1-2-1 0,1 4 0 0,-3-1 1 16,1 2-1-16,-1-1-1 0,-3 2-1 16,1 2 0-16,0-3-2 0,-3 4 0 0,1 0 1 15,-3-1 1-15,3 3 1 0,-1 1 1 0,0 1 1 16,0 1 1-16,0 1 0 0,-2 1-1 0,3 3 0 15,-4 1-1-15,2 3 1 0,-2 1-1 16,1 1 0-16,-1 1 0 0,-2 2-1 0,-2-1 0 16,-1 4-1-16,0-2 0 0,-2 3 0 15,1-1-2-15,-2 1 1 0,-1 1-1 0,2-2 0 16,-1 2-1-16,1-3 0 0,-1 1 0 0,0-3-1 16,2-2-1-16,0 0 1 0,1-2 1 15,1-2 1-15,1-2 2 0,1 0 1 0,1-3 1 16,-1 2 1-16,2-1 0 0,-2 0-1 0,2-1 1 15,1 1-2-15,-3 2 1 0,1 0-1 16,-1 1 0-16,-1 1 1 0,-1 1-2 0,-1 3 1 16,0 0 0-16,-3 3-1 0,2 0 0 15,-3 3-1-15,-1 0 0 0,-2 2 0 0,1-1 1 16,-2 3-1-16,-2-1 0 0,2 0-1 0,-1 2 0 16,-1-2 0-16,0 3 0 0,2-1 1 0,0-2 1 15,0 1 0-15,0 2 0 0,0-2 0 16,2-3 0-16,-1 4 0 0,1-1 0 0,1 0 0 15,0-2 3-15,0 3-1 0,0-1 2 16,0 0-1-16,1-1 0 0,0 0 0 0,-2 1-1 16,4 0-4-16,-3 0-4 0,0 2 0 0,2-1-1 15,-2 1-1-15,0 1-1 0,2-1 5 0,-2 3 2 16,-2-1 1-16,-1 3 5 0,2 0 3 16,-2 1 1-16,0 0 1 0,-2 2-1 0,1 3-1 15,-1 1-3-15,0 1-3 0,1 0-2 0,-1-1-1 16,0 3 2-16,2 0-1 0,2-1 1 15,0 0 1-15,1 0 1 0,0-1 1 16,3-2-2-16,0 1 1 0,-1-1 0 0,3-1-1 0,2 2-1 16,0-2 0-16,0 2 1 0,2-2 0 15,0 1 0-15,0 0 0 0,4 1-5 0,-2 1-2 16,2 1-1-16,0 1-1 0,4 1-1 16,-1 0 0-16,0 0 4 0,0 1 2 0,1 2 1 15,1-1 1-15,1 0 1 0,2 0 0 16,-1 1 0-16,1-1 1 0,0-2-1 0,1 2 1 15,0 1-1-15,1-2 1 0,0-1 0 0,0 1 0 16,0-1 0-16,-2 0-1 0,2 0 0 16,0-1 0-16,-2 0 0 0,1 1 0 0,-1-3 0 15,-2 1 1-15,0 0 0 0,2-1 0 16,-1 0 1-16,-2 0 1 0,1 0 0 0,0 0-1 0,0 0 1 16,-1-2 0-16,1 3 1 0,-2-3 4 15,1 4 1-15,-2-2 2 0,1 0 1 0,-1 0-1 16,0 0 0-16,0 1-4 0,-5 1-4 15,2 1-1-15,-3 1-2 0,-4 2 0 0,2 2-1 16,-3 1 0-16,0 0 0 0,0 2-1 0,-2 0 2 16,2 1-1-16,0-1 2 0,3-1 0 0,-2 1 0 15,1-2 2-15,2 0 1 0,1-1 0 16,1-3 0-16,-1 1 1 0,-1-1-3 0,1-1-2 16,1-1-1-16,-1-1-1 0,1-1-1 15,0-1 0-15,2-1 2 0,0 1 0 0,1-2 1 16,2 2 0-16,1-3-1 0,2 2 0 0,-1 0-2 15,1-2-1-15,0 1-6 0,3-2-9 16,1 2-17-16,-2-2-25 0,1 1-39 0,3 2-77 16,-1-2-145-16,1 2-263 0,2-1-302 15,0 2-365-15,2 3-389 0,1-1-55 0,2 1 685 16</inkml:trace>
  <inkml:trace contextRef="#ctx0" brushRef="#br0" timeOffset="844.64">8596 3309 37 0,'-6'-13'441'0,"1"3"342"0,-2 1 203 15,3 2-1-15,1 1-357 0,1-1-224 16,4 2-84-16,1-1-55 0,3 1-18 15,0-1 4-15,4 3 46 0,4 0-5 0,2 1-25 16,6 2-30-16,3 4-25 0,7-3-31 16,4 4-48-16,6-1-43 0,6 1-30 0,8 0-23 15,5 1-13-15,7-2-10 0,5 0-9 16,8 0-1-16,1-2-3 0,8 1 3 0,2-1 4 16,3-1 3-16,4 1 4 0,1-4-7 0,1-1-1 15,5-1-2-15,-3-2-5 0,-2-4-3 0,-1 2-1 16,-1 0-5-16,-7 1-41 0,-2 1-65 15,-6 1-97-15,-3 4-195 0,-7 2-297 0,-6 4-335 16,-11 5-308-16,-7 3-165 0,-11 8 280 0,-9 4 680 16</inkml:trace>
  <inkml:trace contextRef="#ctx0" brushRef="#br0" timeOffset="1731.08">9133 8239 55 0,'-7'17'629'0,"0"-4"481"16,-1 0 150-16,0-3-127 0,1-1-351 0,2-3-396 15,3 0-187-15,-1-1-96 0,3-3-48 16,0 2-21-16,5-3-2 0,1 0 29 0,8-1 53 16,2 2 44-16,8-2 30 0,4-2 9 0,7 1-6 15,5 0-26-15,4-3-41 0,4 0-35 16,2-2-30-16,2 1-20 0,2-1-11 0,-2 0-9 16,3 0-4-16,-1 0-3 0,-1 1-3 15,0 0 2-15,2 2-3 0,-1-2-4 0,-1 4-3 16,0-1-1-16,1 2-4 0,-2 2-16 0,-3 2-71 15,-2 1-82-15,-2 2-173 0,-3 1-284 16,-4-1-321-16,-3 1-366 0,-2-1-209 0,-3 1 141 16,-3-4 691-16</inkml:trace>
  <inkml:trace contextRef="#ctx0" brushRef="#br0" timeOffset="2621.32">12768 5047 55 0,'-4'1'306'0,"2"-1"192"0,-2-1 189 16,0-2 18-16,0-1-61 0,-1-2-22 0,0 0-41 16,-3-4-33-16,2 2 17 0,-1-1-47 15,-2-2-99-15,-2 0-98 0,-2-2-52 0,-4 1-59 16,1-3-70-16,-3 0-45 0,-2 0-24 15,-1 2-2-15,-3-2-10 0,0 2-4 0,-3 4-7 16,-1 1-10-16,-1 2-6 0,-2 3-12 0,2 3-6 16,0 3-2-16,-1 1-8 0,1 4-4 15,4-1-4-15,-1 4-2 0,5 0-3 0,2 4-2 16,2-1 4-16,6 3 2 0,5 1 0 0,4 3 2 16,5 0 5-16,6 3 3 0,7 1 1 0,7 1 3 15,2-2 0-15,6 1 2 0,4-1-5 16,5-1-3-16,2-2 0 0,0-2-2 15,3 0 1-15,1-3-2 0,-1-1-2 0,-4-1 2 0,-2 0 0 16,-4-2-1-16,-3 2 1 0,-6-3 2 0,-5 2 0 16,-2-2 1-16,-4 1 2 0,-6 1 1 15,-3 2 0-15,-5 0 1 0,-5 1-1 16,-3 2 0-16,-6 2-1 0,-4 1-1 0,-4-1-2 16,-1 5-1-16,-6-3 0 0,-1 0-1 0,3 1-2 15,-3-2 1-15,1-1-3 0,4-4 1 16,1-3-2-16,4-2-2 0,6-4-7 0,2-5-15 15,2-4-23-15,6-9-55 0,3 0-63 0,4-7-60 16,5-3-88-16,4-4-135 0,4-5-170 16,3-3-243-16,3-4-209 0,2 0-195 0,3-2 43 15,3 1 407-15,0-3 435 0</inkml:trace>
  <inkml:trace contextRef="#ctx0" brushRef="#br0" timeOffset="2879.1">13029 4928 390 0,'22'-14'788'0,"-6"4"303"0,-2 4 69 0,-6 5-301 15,1 5-193-15,-5 4-120 0,-1 3-97 16,-3 7-77-16,-3 3-68 0,0 6-46 0,-2 3-64 16,0 6-59-16,-1 1-32 0,1 8-22 0,-1-1-13 15,1 0-14-15,4 0-14 0,-1-1-12 0,2-4-11 16,3 1-6-16,2-7-6 0,4-1-2 16,1-4-3-16,1-5-1 0,3-1 1 15,-1-5 0-15,4-1-2 0,-1-3 0 0,3-4 1 16,0 0 1-16,0-2-1 0,0-5 1 0,3 0-1 15,-3-4-1-15,2 1-7 0,-2-4-12 0,1-2-25 16,-1 0-55-16,-1-1-66 0,-3-3-77 16,0 1-133-16,-1-2-198 0,-3-2-296 0,0 1-251 15,0 0-206-15,-3-1-41 0,0-3 424 16,-2-2 526-16</inkml:trace>
  <inkml:trace contextRef="#ctx0" brushRef="#br0" timeOffset="3118.95">13162 4915 321 0,'-16'-6'968'0,"4"3"348"0,2 0-66 15,4 1-211-15,1 2-500 0,3-3-272 16,2 3-135-16,4 3-68 0,2-3-32 0,5 2-9 16,5 1-10-16,3 0-1 0,2-1-3 15,4 2-1-15,3-1 3 0,2 1-4 0,3-2-1 16,2 2-2-16,-1 0 3 0,0-2-3 0,-2 0-4 15,0 0 0-15,-4 1-12 0,-4-1-25 16,-6 2-62-16,-5-1-144 0,-3 0-182 0,-7 1-296 16,-6 2-268-16,-5 2-229 0,-5-1 17 0,-6 1 435 15</inkml:trace>
  <inkml:trace contextRef="#ctx0" brushRef="#br0" timeOffset="3314.2">13066 5159 6 0,'-2'11'332'0,"2"4"231"0,3-3 170 16,2 0 55-16,6 2-319 0,2-2-237 0,2-2-116 16,2 1-54-16,5-2-25 0,-1-3-8 15,6 0 1-15,5-4-3 0,1 0-1 0,2-2-4 16,5-2-1-16,-1 1-4 0,5-1-17 16,-4-2-62-16,1 1-103 0,0 0-290 0,-4 2-188 15,-1-1-101-15,-3 0 39 0,1 0 198 0</inkml:trace>
  <inkml:trace contextRef="#ctx0" brushRef="#br0" timeOffset="3875.32">14032 5073 459 0,'0'1'966'0,"-2"3"258"15,-2-2-65-15,0 4-314 0,0 0-343 0,0 5-208 16,-2 1-59-16,3 2 2 0,0 5-3 0,-1 1-11 15,-2 4-14-15,2 4-31 0,-1 0-50 16,0 3-49-16,0 1-29 0,0-1-15 0,1 0-10 16,2-3-12-16,2-2-7 0,0-6-3 15,0-3-4-15,2-5 1 0,2-3 3 0,0-6-2 16,-1-3 4-16,0-6-1 0,2-4 4 0,-2-5-4 16,0-6-1-16,2-4 2 0,-1-1 0 0,-4-5 2 15,0-1-3-15,0-4 2 0,-6 3 1 16,2-3-1-16,-3-2 0 0,1 1-1 0,-1 1 2 15,0 2 3-15,0 2 3 0,3 3 8 16,-3 4 4-16,4 5 4 0,0 5 1 0,-2 3-5 16,4 2-5-16,-1 5-8 0,2 3-6 0,-1 4-2 15,1 6-3-15,0 2 0 0,0 5 0 16,1 4 1-16,-1 0-3 0,3 3-2 0,-1-1 0 16,4 0 0-16,-1-1 0 0,1-4-2 0,2-1 2 15,5-3 0-15,-2-5 1 0,2 0-1 16,2-7 3-16,1-2 1 0,1-5 2 0,2-3 0 15,-1-3 1-15,1-3 1 0,0-2 0 0,-2-1 1 16,3-3-2-16,-3 0-1 0,1 1-1 16,-3 0-1-16,0 1 0 0,-2 3-2 0,0 3-1 15,-4 2 0-15,-1 2-1 0,0 3 1 16,0 4 0-16,-2 2 2 0,1 2 1 0,-1 5 2 16,-1 3 0-16,2 3 2 0,-2 2 0 15,-1 4 0-15,-1 1-2 0,-2 5-2 0,1 2-1 16,-2 0 0-16,0 5-1 0,-2 2-4 0,1 1-1 15,-1-1 3-15,1 3-3 0,-3 2-2 16,1-2-15-16,1 0-55 0,-2-2-62 0,-1-1-80 16,1-3-147-16,0 0-233 0,3-3-311 15,-1-2-257-15,4-2-201 0,-1-3 31 0,4-4 490 16</inkml:trace>
  <inkml:trace contextRef="#ctx0" brushRef="#br0" timeOffset="4085.96">14702 5504 134 0,'2'10'948'0,"-2"0"621"0,-3 4-39 0,0 1-291 15,-4 1-424-15,2 4-341 0,-1 1-220 16,-2 3-106-16,0 1-54 0,0 5-33 0,2 0-25 16,-2 0-18-16,0 2-11 0,3-2-11 15,1 2-49-15,0 0-78 0,0-3-151 0,-2-1-273 16,2 1-303-16,0-1-372 0,0-1-318 0,-2 0 0 15,1-2 651-15</inkml:trace>
  <inkml:trace contextRef="#ctx0" brushRef="#br0" timeOffset="6863.26">15156 5004 53 0,'6'-15'503'0,"-4"-3"441"0,0 1 265 16,-2 2-39-16,1 0-376 0,-1 5-177 0,0 0-131 16,3 4-109-16,-1 2-83 0,-2 2-55 15,1 2-50-15,2 4-65 0,1 4-50 0,0 6-20 0,3 6-11 16,-1 2-7-16,2 4 4 0,-2 5-5 16,2 0-4-16,-1 5-10 0,-1-3-5 0,-2 4-1 15,1-3-12-15,0 1-2 0,-2-4-1 16,2 1-2-16,-2-4 0 0,-1-1-8 15,2-4-28-15,-2-1-63 0,-1-4-62 0,-1-5-107 16,0-1-175-16,-1-5-305 0,-1-7-301 0,2 0-235 16,-1-8-147-16,1-7 275 0,-3-3 582 0</inkml:trace>
  <inkml:trace contextRef="#ctx0" brushRef="#br0" timeOffset="7203.46">15219 4800 65 0,'0'-15'571'0,"-3"4"448"0,1 4 172 0,-1 1-93 16,2 4-393-16,1 0-292 0,1 4-171 16,4 0-96-16,2 5-45 0,3 3-22 0,1 0-12 15,4 3-21-15,4 3-12 0,1 1-3 0,1 3-2 16,4 1 0-16,0 0-2 0,2 1-1 0,2 2-7 16,-1-1-8-16,0-2 41 0,-1 3 58 15,-1-2 29-15,2-1 13 0,-4 0 16 0,-2 0 4 16,-3-1-32-16,-2-1-39 0,-2 1-14 15,-4-1-3-15,-5 0-8 0,-1 3-3 0,-3-1-9 16,-6 1-7-16,0-1-10 0,-6 4-12 0,-1-5-8 16,-2 3-10-16,-4-1-5 0,3-1-5 15,-3-3-2-15,0 0-3 0,2-3-1 0,0-2-2 0,0-3-1 16,2-3-4-16,2-2-16 0,0-2-25 16,3 0-65-16,1-3-65 0,3-3-95 0,-1-2-156 15,2 0-241-15,3 0-307 0,0-4-230 16,3 3-184-16,2-2 116 0,-1-1 520 15</inkml:trace>
  <inkml:trace contextRef="#ctx0" brushRef="#br0" timeOffset="7544.99">15972 4863 99 0,'0'-12'708'0,"1"1"491"15,-1 5 136-15,-1 0-101 0,-1 4-340 16,-2-1-347-16,0 6-173 0,1-2-95 0,-2 3-67 16,1 1-61-16,0 6-63 0,0 1-35 0,-2 1-21 15,2 1-12-15,0 4-4 0,0 2-5 0,3 3 1 16,-1-3-2-16,1 5-3 0,-1 0-1 16,0-1-1-16,2 2-1 0,2-1-2 15,0 0-1-15,-2 1 5 0,1-2 5 0,-1 1 2 16,2 0 2-16,-1-1 1 0,1 0 2 0,-2-3-3 15,2 3-4-15,-1-3-4 0,1 0-2 16,1-1 1-16,0-3-3 0,3 0-3 0,2-2 0 16,-1-2-1-16,2 0 0 0,4-6-1 0,1 0-1 15,2-4-1-15,1-3-1 0,2-3-14 16,3-4-47-16,-1-2-72 0,3-2-85 0,-1-6-155 16,1 1-272-16,-2-3-318 0,4-2-292 15,-3 2-172-15,1-3 105 0,-1-1 579 0</inkml:trace>
  <inkml:trace contextRef="#ctx0" brushRef="#br0" timeOffset="7912.52">16658 4804 280 0,'-7'-7'1111'0,"-5"1"492"0,1 1-106 16,-5 4-289-16,0 0-467 0,-1 1-277 15,-1 2-179-15,-2 1-93 0,1 5-55 0,3-1-38 16,-3 4-32-16,7 0-24 0,-4-1-16 15,6 3-11-15,2 1-7 0,3-1-4 0,2 2-4 0,5 0-2 16,1 1-1-16,4 0-2 0,1 0-1 16,5-1 0-16,0 2 1 0,6-4 0 0,-1 2 2 15,4 0 0-15,1-2 2 0,1 4 0 16,-1-2 0-16,0 2 1 0,1 1-1 0,-5 1 0 16,-2 1 0-16,0 0 1 0,-5 3 0 15,-4 0 0-15,-2-1 1 0,-4 2 0 0,-4 0 0 0,0-1 1 16,-4 2 0-16,-4-1 0 0,-4 2-1 15,2-1 1-15,-7 2-1 0,1-4 0 0,-1-1-1 16,-3-1-1-16,3-1 0 0,0-4 0 16,2-1-4-16,-2-3-9 0,2-4-19 0,1-2-44 15,0-5-77-15,3-1-111 0,0-3-192 16,1-3-298-16,2 0-341 0,2-1-338 0,-1-2-149 16,3 0 318-16,-1 0 688 0</inkml:trace>
  <inkml:trace contextRef="#ctx0" brushRef="#br0" timeOffset="12196.81">5416 6639 34 0,'8'0'409'0,"-1"2"273"0,0-1 173 15,0 0 24-15,-1-1-362 0,-1-1-250 16,3 0-141-16,1-1-64 0,-1-1-30 0,0 1-10 16,3-3-11-16,0 3 2 0,2-4 0 0,1 0-1 15,-1 0-21-15,1 0-13 0,2-2-8 16,-2 2-7-16,2 1-4 0,-2-1-6 0,-1 0-40 16,-2 3-78-16,1 1-156 0,-4 2-249 0,0 1-155 15,-2 3-46-15,-1-2 145 0,-3 4 236 16</inkml:trace>
  <inkml:trace contextRef="#ctx0" brushRef="#br0" timeOffset="12363.72">5933 6564 187 0,'10'0'404'15,"-2"0"157"-15,-2-3 97 0,2 3-229 0,-2-2-197 16,1 2-117-16,-1-5-56 0,3 3-29 0,-1-3-11 15,2 0-7-15,-2 1-22 0,4 0-41 16,-2-1-70-16,2 1-134 0,0 1-208 0,-1-2-97 16,1 2 18-16,1 2 122 0,1-2 156 15</inkml:trace>
  <inkml:trace contextRef="#ctx0" brushRef="#br0" timeOffset="12533.08">6406 6435 76 0,'5'0'343'16,"0"0"180"-16,-2 0 130 0,1-1-93 0,-1-1-225 16,-1-1-165-16,1-2-85 0,-1 0-40 15,1 0-22-15,2-3-29 0,0 0-41 0,0 0-59 16,1-1-151-16,0-2-217 0,2 1-107 0,-2-1 12 16,5 2 117-16,-1-2 163 0</inkml:trace>
  <inkml:trace contextRef="#ctx0" brushRef="#br0" timeOffset="12731.9">6719 6228 88 0,'2'-3'284'0,"0"1"125"0,-2 1 97 0,1-2-161 16,-1 0-150-16,3 0-67 0,0-1-40 15,-3-1-52-15,3-2-77 0,0 0-199 0,1 1-156 16,-1-1-77-16,0-1 27 0,2-1 110 16</inkml:trace>
  <inkml:trace contextRef="#ctx0" brushRef="#br0" timeOffset="12934.68">6817 5978 231 0,'-3'-2'450'0,"0"-2"168"16,0-1 89-16,1-3-258 0,2-3-217 16,0-1-116-16,0-2-54 0,3-3-49 0,1-2-71 15,-1-2-111-15,4-2-260 0,-3 1-144 0,0-4-44 16,1-1 74-16,-2-1 171 0</inkml:trace>
  <inkml:trace contextRef="#ctx0" brushRef="#br0" timeOffset="13103.19">6801 5261 96 0,'-8'-10'372'0,"1"-2"190"0,-1-1 124 0,1-2-92 16,2-4-271-16,2 0-160 0,-1-1-85 15,2-4-56-15,2 1-57 0,2-5-68 0,2-2-117 16,-2 2-243-16,1-2-123 0,0 0-12 16,1 0 107-16,0 1 167 0</inkml:trace>
  <inkml:trace contextRef="#ctx0" brushRef="#br0" timeOffset="13333.91">6817 4207 265 0,'-3'-15'536'0,"-2"3"227"0,1-1 130 0,0-1-223 15,-2 1-209-15,3-1-135 0,-2-2-83 0,4 1-61 16,-1-2-57-16,1 1-56 0,2-1-34 16,1 2-21-16,-1 2-12 0,4 0-2 0,-2 1-5 15,3 4-31-15,-1-1-66 0,0 2-80 16,0 3-95-16,2 1-129 0,-2 5-275 0,-2-1-157 15,2 5 7-15,-2 2 170 0,1 2 237 0</inkml:trace>
  <inkml:trace contextRef="#ctx0" brushRef="#br0" timeOffset="13716.12">6736 5644 166 0,'10'4'360'15,"-2"1"139"-15,3-4 96 0,-3 1-229 16,2 1-173-16,0-3-94 0,0 0-46 0,1-3-22 16,2 1-15-16,-1 0-3 0,4-2-1 15,0 2-4-15,3-2-3 0,-1 0 5 0,2 1 4 16,2 0-28-16,-3-1-34 0,3 1-151 15,-2-2-214-15,0 2-99 0,2 0-11 0,-2 2 99 0,-2-1 141 16</inkml:trace>
  <inkml:trace contextRef="#ctx0" brushRef="#br0" timeOffset="13880.51">7366 5593 90 0,'14'-1'295'0,"-1"1"134"15,-5 0 123-15,3 0-112 0,-5 0-142 0,2 0-53 16,-3 0-27-16,4 0-17 0,-3-2-30 0,1 1-39 15,1-2-26-15,1 3-44 0,2-2-27 16,-1-3-10-16,5 3-11 0,0-3-3 0,2 0-39 16,-1 1-72-16,3 0-95 0,-1 1-274 0,0-2-167 15,1 2-66-15,-1 0 89 0,2 1 194 16</inkml:trace>
  <inkml:trace contextRef="#ctx0" brushRef="#br0" timeOffset="14031.39">8022 5589 67 0,'11'3'264'0,"-3"-2"120"15,0 1 101-15,4-2-131 0,-2-3-159 0,4 0-103 16,-1 0-123-16,1-4-244 0,2 1-122 0,-2 0-29 16,4 0 46-16,0 1 108 0</inkml:trace>
  <inkml:trace contextRef="#ctx0" brushRef="#br0" timeOffset="14176.59">8528 5481 173 0,'13'3'383'0,"-1"-1"157"15,-2 2 101-15,-1-2-225 0,2 0-185 0,-3 0-106 16,2-2-56-16,1-2-44 0,-2 0-69 16,1 1-194-16,-1-2-211 0,-1 1-100 0,-2 1-7 15,-1-2 96-15,0 3 169 0</inkml:trace>
  <inkml:trace contextRef="#ctx0" brushRef="#br0" timeOffset="14602.71">6953 6028 179 0,'7'8'842'16,"-1"0"445"-16,-3 1 13 0,2-1-196 16,1 1-437-16,-1 2-338 0,0-1-169 0,1 3-78 15,0 1-38-15,3 0-24 0,3 1-11 16,-1-2-3-16,5 2-8 0,1 0-16 0,0 2-22 15,4-4-50-15,-2 2-108 0,0-3-160 16,1 0-295-16,1 1-264 0,-2-1-241 0,1-1-63 0,-2 0 319 16,-1 0 458-16</inkml:trace>
  <inkml:trace contextRef="#ctx0" brushRef="#br0" timeOffset="14782.21">7494 6709 373 0,'3'27'984'0,"-4"0"304"0,-1 1-68 0,-1-3-218 16,1-1-493-16,1-3-258 0,1 2-122 0,0-4-62 16,3-1-30-16,0-1-15 0,6-1-15 0,1-1-10 15,1-3-13-15,3-1-57 0,1-1-125 16,0-1-172-16,1-3-288 0,1-4-272 16,-1 3-248-16,0-3-35 0,0 0 368 0,-2 0 449 15</inkml:trace>
  <inkml:trace contextRef="#ctx0" brushRef="#br0" timeOffset="15052.81">7886 7276 92 0,'3'23'666'16,"2"0"439"-16,-3 0 115 0,-1-2-130 16,2-1-385-16,0 1-356 0,0-3-180 0,2-2-84 15,0 2-47-15,2-3-34 0,3-1-54 16,-2-2-77-16,2-2-102 0,2 1-112 0,0-1-115 15,0 1-114-15,2 0-75 0,-1-1 22 0,1 2 116 16,1 1 168-16,0 1 151 0,-2 0 133 16,1 0 105-16,-1 1 65 0,-2 1 37 0,3 1-5 15,-4-1-12-15,-1 1-15 0,2 0-20 0,-3-2-14 16,0 1-20-16,1-3-14 0,-4 0-21 16,0-3-31-16,0-1-56 0,-2-2-139 0,0-2-217 15,-1 0-105-15,-2-5-6 0,-2-3 93 16,1-2 149-16</inkml:trace>
  <inkml:trace contextRef="#ctx0" brushRef="#br0" timeOffset="16163.09">4781 5206 324 0,'9'5'687'0,"-4"1"229"16,1-3 46-16,-1 0-253 0,2 0-330 15,-1-1-201-15,3-2-92 0,2 0-42 0,-1-4-25 16,6 2-10-16,1-6-5 0,2 0-2 16,1-1-1-16,4-2 2 0,0 1 3 0,1-2-10 15,2 1-61-15,-2 1-93 0,-1 1-115 16,0 3-220-16,-5 1-238 0,0 4-139 0,-5 2 59 16,-3 3 229-16,0 0 258 0</inkml:trace>
  <inkml:trace contextRef="#ctx0" brushRef="#br0" timeOffset="16333.99">5181 5464 134 0,'3'21'409'0,"0"-2"191"0,0 0 118 0,-1-4-132 15,1 1-267-15,2-3-157 0,-1-1-81 0,3-1-41 16,1-2-22-16,1-1-9 0,4-2-2 16,-1-3-1-16,4-1 3 0,0 0 0 15,3-2 3-15,0 0-4 0,0 0-45 0,2 0-55 16,-1 3-84-16,-2 2-133 0,-1 2-220 0,-3 2-104 15,0 3 40-15,-2 2 143 0,-2 2 173 0</inkml:trace>
  <inkml:trace contextRef="#ctx0" brushRef="#br0" timeOffset="16460.25">5448 6090 168 0,'-2'27'345'0,"-1"-2"124"0,0 0 88 0,1 0-233 15,2-4-181-15,0-2-74 0,0 1-34 16,2-5-17-16,1-2-12 0,0-4-4 0,2 0-69 15,0-4-247-15,1-2-126 0,0-3-29 16,1-2 44-16,-1-1 103 0</inkml:trace>
  <inkml:trace contextRef="#ctx0" brushRef="#br0" timeOffset="16624.87">5639 6523 126 0,'5'17'618'0,"-3"-4"356"15,1 1 106-15,-3-3-94 0,0-5-456 0,0-2-325 16,0-3-213-16,0-2-159 0,4-7-135 16,-1-5-174-16,2-6-247 0,2-4-147 0,-1-5 33 15,3-6 193-15,-4-5 250 0</inkml:trace>
  <inkml:trace contextRef="#ctx0" brushRef="#br0" timeOffset="17048.11">5438 5203 47 0,'10'1'436'15,"-4"-1"288"-15,1-1 171 0,0 0 10 16,1-4-368-16,0-1-271 0,0 0-149 0,3-3-78 16,2-3-39-16,1 1-19 0,0-3-9 0,5-3-7 15,-1-1 14-15,4-2 7 0,3 0 5 16,-1-3 5-16,0 2-1 0,1 0-31 0,-1 3-72 16,-1-2-84-16,-3 4-126 0,-2 0-260 0,-2 4-164 15,0 1-14-15,-6 3 152 0,-4 2 221 0</inkml:trace>
  <inkml:trace contextRef="#ctx0" brushRef="#br0" timeOffset="17194.58">5866 4961 10 0,'7'6'229'0,"-2"0"122"15,3-2 107-15,-2-2-44 0,5 0-172 0,-1-2-115 16,1-2-62-16,3 0-28 0,1-2-19 0,3-3-8 16,0 1-4-16,4-3 0 0,0 0 1 0,3-1 5 15,2-2-6-15,0 1-20 0,2 0-29 16,-1 1-32-16,2 0-118 0,-3 2-176 0,1 1-57 15,-1-1 31-15,-2 4 92 0</inkml:trace>
  <inkml:trace contextRef="#ctx0" brushRef="#br0" timeOffset="17345.2">6501 4849 168 0,'19'4'272'0,"-3"0"112"0,1-1-50 16,-2 1-91-16,-2 0-34 0,2 1-31 0,-3 0 13 16,1-1-15-16,0 0-17 0,-1 1-14 15,1-2-28-15,0 0-18 0,-2 1-40 0,3-3-25 16,2 0-12-16,-2-1-1 0,0-1-4 0,2-3-2 15,0 2-6-15,3-3-48 0,-3-2-110 0,1-1-262 16,-1 0-152-16,1 1-52 0,-4-1 57 16,1-2 170-16</inkml:trace>
  <inkml:trace contextRef="#ctx0" brushRef="#br0" timeOffset="17964.87">6908 4461 106 0,'13'11'542'16,"-1"-5"320"-16,-3-4 135 0,4 2-44 16,-2-3-400-16,3-2-266 0,0-3-123 0,3 2-60 15,1-4-33-15,4-2-15 0,2-2-28 0,-2 2-15 16,5-2-26-16,-2 2-68 0,2 0-117 0,-2 2-124 15,1 3-292-15,-4 1-224 0,0 2-128 16,-3 1 91-16,-3 2 303 0</inkml:trace>
  <inkml:trace contextRef="#ctx0" brushRef="#br0" timeOffset="18146.93">7513 4641 214 0,'3'10'437'15,"0"-1"168"-15,-1-2 88 0,1 2-241 16,0-1-212-16,-1-3-117 0,4 3-59 0,-3-2-31 0,4-2-12 16,-1 2-12-16,2-2-2 0,1 1-14 15,1 1-34-15,-1-2-51 0,-1 2-76 0,2 0-173 16,-4 2-187-16,-1 1-59 0,2 2 56 16,-3-1 139-16</inkml:trace>
  <inkml:trace contextRef="#ctx0" brushRef="#br0" timeOffset="18344.75">7730 5245 232 0,'4'9'447'16,"1"-2"163"-16,-2-1 91 0,2 0-261 0,-2 2-210 15,2-3-113-15,0 4-55 0,-1-1-34 16,3-1-13-16,0 0-25 0,-2 1-36 0,3-1-61 15,-3 2-105-15,1-2-199 0,0 4-144 0,-1 0-31 16,0-2 87-16,0 1 159 0</inkml:trace>
  <inkml:trace contextRef="#ctx0" brushRef="#br0" timeOffset="18662.18">8278 5567 319 0,'11'4'577'0,"-3"-2"192"16,1 2 67-16,1-3-286 0,3-1-258 15,1 0-137-15,0 0-67 0,4-1-40 0,0-3-36 0,0 0-94 16,2-2-239-16,0 0-245 0,-2 0-158 16,1 0-58-16,-3-1 104 0,0-1 257 0</inkml:trace>
  <inkml:trace contextRef="#ctx0" brushRef="#br1" timeOffset="28245.99">5306 5548 103 0,'1'0'245'0,"1"0"108"0,0 2-3 16,-1-2-33-16,2 1-38 0,-3 1-42 0,0-1-27 15,0 2-10-15,0 0 0 0,-3 0 8 16,2 1 27-16,-1 2 39 0,2 0 33 0,-3 1 27 16,3 2-4-16,-2-1-18 0,1-1-34 0,-1 1-38 15,0 3-49-15,1 0-40 0,-1 1-39 0,-1 1-27 16,1 2-19-16,1 0-1 0,-1 3 2 15,-1 0 2-15,-1 4 3 0,0 0 4 0,1 0 6 16,-2 1 1-16,1 2-3 0,0-1-2 0,-2 2 10 16,3-1 12-16,-3 2-8 0,1 0-10 15,0 0-2-15,0 0-5 0,0 0-14 0,-2 0-15 16,2 2-13-16,-3-1-8 0,2 0-9 0,-2 2-3 16,-1-2-5-16,0 0 0 0,1 3 4 15,-1-4 2-15,0 4-1 0,-1-3-2 16,-1 2-1-16,0 0 0 0,1 0-3 0,-2 2-2 15,2-1-1-15,-3 2-3 0,1 0-1 0,-1 1 4 16,1 0 6-16,-1 0 1 0,2 1 1 0,-3-2 3 16,3 1 2-16,-2-1-12 0,2 2-6 15,-2-1-3-15,2-1-5 0,0 2-2 0,0-2-1 16,0-1 5-16,2-1 4 0,0-2 1 0,2 0 2 16,-1 0 0-16,2-1-1 0,1-1 1 15,-2 3-2-15,1 0 7 0,2 0 5 0,-1 3 0 16,0 1 1-16,0 2-3 0,-1 2 0 15,0 2-5-15,1-2 3 0,0 5 6 0,-1-2 4 16,-1 1 3-16,1 0 4 0,0 2-1 0,1-3-3 16,-1 2-8-16,1-2-2 0,-3 2-3 15,2-1-2-15,-1 1-4 0,1 2-2 0,1 1-1 16,-4 1-2-16,1 1 4 0,0 0 4 16,0 3 9-16,-1-1 5 0,-1 2 2 0,-1 2 2 0,0 4-1 15,-2 0-12-15,1 2-7 0,-1 4 0 16,0 4 1-16,-1 1-1 0,0 4 3 0,-2 5 1 15,0 3 0-15,-1 3-6 0,1 6-2 16,-1 4 0-16,-2 1-1 0,1 4 4 0,1 3 1 16,-2 0 2-16,2 1-1 0,-4 0 1 0,2 0-4 15,0-2 11-15,0-2 7 0,-1-3-1 16,-1-4 0-16,3-1 0 0,-2-6-2 0,1-2-10 16,2-4-5-16,-4-2 0 0,4-4-1 0,-2-2 1 15,-2 0 6-15,4-6 2 0,-2-2 1 16,3-4 2-16,0-5 0 0,5-7 0 0,-1-5-7 15,2-3-9-15,4-10-23 0,-1-3-55 16,4-9-69-16,0-4-84 0,3-10-168 0,0-8-299 16,3-12-314-16,0-11-275 0,2-13-186 0,0-11 145 15,3-12 637-15</inkml:trace>
  <inkml:trace contextRef="#ctx0" brushRef="#br1" timeOffset="30086.74">6920 5761 5 0,'1'3'258'15,"-1"-1"197"-15,0 0 216 0,-1 0 33 16,-1 1-73-16,1-1-79 0,-1 1-67 0,-2 1-37 16,2 2-53-16,-1 0-57 0,1 2-65 15,-1 1-54-15,-2 2-44 0,2 2-41 0,1 0-20 16,-1 2 1-16,0 0 26 0,-1 4 17 0,-1-2 3 15,3 4-8-15,-3 0-10 0,2 3-21 0,-2 0-29 16,2 0-22-16,-2 3-12 0,1 0-3 16,-1 0-12-16,0 2-7 0,-1 2-7 0,1 1-4 15,-2 1-5-15,0 1-4 0,-1 1 4 16,0 2 0-16,-1 2-1 0,-1 1 0 0,-3 4-1 16,1 0-2-16,-1 1 4 0,-1 0 0 15,1 0-2-15,-1 1 0 0,0 1 0 0,1-1 2 16,-1 1-12-16,1-1-3 0,-2 1 0 15,2 1-2-15,-1 0-1 0,1-2-3 0,0 1 10 0,1-3 3 16,-1 3 1-16,1-1-2 0,-1-1-1 16,3 4-1-16,-2-4-6 0,1 2-1 0,-2-1-1 15,4-1 0-15,-3 0 1 0,2-3 1 16,0 4 0-16,0-2-2 0,2 1 1 0,-2-2-1 16,0 0-1-16,2 1 0 0,0-1 1 15,-1 1 1-15,1-2-1 0,0 0 1 0,-1 0 0 16,0-3-1-16,1 1 0 0,-1-2-1 0,1 0 0 15,0-1 2-15,2 0 0 0,-3-4 3 0,1 4 2 16,1-3 1-16,-1 1 2 0,1-2 0 16,0-1 0-16,1-1-1 0,-1-2-1 0,1 2-1 15,0-1-2-15,1-2-1 0,0 1 0 0,1-1-1 16,-1-1-1-16,0 0 0 0,2-2 0 16,-2 0-2-16,2 0 0 0,-2-1-1 0,2 2 0 15,-2-1-1-15,2-1 1 0,-2 2-1 16,-1-1 1-16,3-1 0 0,-2 2 0 0,0-2 2 15,1 0 0-15,-1 0 0 0,0 0 1 0,-1 1-1 16,1-2 0-16,-1 4-1 0,1-2 1 16,0 2 0-16,-1 0 0 0,0 2-1 0,1 1 0 15,-1 0 1-15,1 0 0 0,-2 0 0 16,0-2-1-16,2 0-1 0,0 1 1 0,0-3-1 16,-1 0 0-16,0-1 0 0,1-1 0 0,0 0 1 15,1 0 1-15,-1-1 0 0,-2 1 1 0,1-1-1 16,0 1 0-16,1-1 1 0,-1 2 0 15,-1 0 0-15,0 2 1 0,0 1 0 0,-1 0 1 16,0 1 0-16,-1-1 0 0,3 1-1 16,-1-4-1-16,2 2 0 0,-4-4 0 0,4 2 0 15,1 0 0-15,-3-2 1 0,2 2 0 0,2-5 1 16,-3 3-1-16,1-3 2 0,1 3-2 16,0-2 1-16,-2-1 0 0,1 3-2 15,0-3 1-15,-2 3-1 0,2-1 0 0,-1 2-2 16,-1 0 0-16,-2 1-1 0,1 4-1 0,-2 1 1 15,1 3 0-15,-4 0 2 0,2 2 0 16,-1-1 2-16,0 1 0 0,1-1 0 0,-3 0-2 16,3 0 1-16,-3-1 0 0,3 0 1 0,0-5 0 15,-2 1 1-15,2-2 0 0,1-3 0 16,1 0 1-16,1-5 0 0,0-1-1 0,-1-2 0 16,4-1-1-16,0 1-1 0,1-2-1 15,0 0-1-15,1 0-2 0,-2 0 1 0,4-1-1 16,-2 0 0-16,1 1 1 0,1-1-1 0,1-1 2 15,-2 1-1-15,2 0 0 0,0-1 1 0,0 0 0 16,0-2-1-16,0 2 1 0,0-2 0 16,0 3 1-16,0-3-1 0,0 4 0 0,0-3 1 15,0 3-1-15,0 2 1 0,0-2 0 0,-1 3 1 16,-1-1 0-16,2 2 1 0,-2 0 1 16,1 2 0-16,-1-3 1 0,-1 2 0 0,1-2-1 15,-1 0 1-15,0 0-1 0,-2 1 1 16,1-1 1-16,-1-3 0 0,3 0 0 0,-1-4-1 15,0-3 1-15,1 1-1 0,1-3-1 0,-1 1-1 16,2-4 0-16,-2 2 1 0,1-4-2 0,-1 5-1 16,1-4 0-16,-1 0 0 0,2-1-2 0,0 1 0 15,-3-1 0-15,3 3-1 0,0-3 1 16,0 0-2-16,0 0 0 0,0 0 0 0,0 2-3 16,0-2-3-16,0 2-8 0,0 0-11 0,0-1-14 15,0 0-22-15,3 2-30 0,-3-1-72 0,3-1-76 16,-3-1-130-16,2-1-207 0,-2-4-306 15,1 1-338-15,-1-4-220 0,-1-3-63 0,-2-2 469 16,-2-2 601-16</inkml:trace>
  <inkml:trace contextRef="#ctx0" brushRef="#br1" timeOffset="31403.1">4297 11801 360 0,'-6'4'752'0,"1"-3"332"16,2 2 68-16,0-3-285 0,1 2-230 0,0-1-146 15,-1-1-104-15,3 2-85 0,0-2-63 0,0 0-60 16,0 1-54-16,3-1-44 0,1 1-38 0,2 3-22 16,0-2-10-16,7 2-4 0,-2 2 3 15,6-1 13-15,1 3 5 0,2-2 3 0,2 3-1 16,2-1 0-16,2-1 6 0,0 2-12 0,1-2-6 15,2-1-3-15,-1 3-1 0,0-3-2 16,1-2-8-16,-1 0 0 0,-4-1 0 0,3-1 1 16,-3-1 1-16,-1 1-2 0,-5-1-54 15,-1 1-57-15,-4-2-98 0,-4 0-175 0,-1 2-297 16,-3-2-329-16,-3 0-266 0,-2 0-177 16,-4-2 240-16,-2-1 617 0</inkml:trace>
  <inkml:trace contextRef="#ctx0" brushRef="#br1" timeOffset="31680.62">4678 11869 61 0,'8'6'271'0,"2"0"152"0,2 2 164 0,2-2-33 16,5 0-47-16,2 2 33 0,0-1 30 15,2 2-12-15,2 0-57 0,-1-2-86 0,3 2-90 16,-3 0-96-16,3 0-77 0,-2-1-12 0,0 0 19 15,-1 2 12-15,-5-1 6 0,-2 0-3 16,-1-2 0-16,-4 4-30 0,-2-2-35 0,-2 1-22 16,-5 0-20-16,-1 3-13 0,-2-1-13 15,-5 0-11-15,-4 0-13 0,-3 1-12 0,-5-1-16 16,-3 2-51-16,-4-1-66 0,-5-2-114 16,-4-1-183-16,-1 0-298 0,-3-2-328 0,1-1-287 15,-2-5-154-15,0-2 328 0,0-2 625 0</inkml:trace>
  <inkml:trace contextRef="#ctx0" brushRef="#br1" timeOffset="32447.82">4318 12084 24 0,'1'7'341'0,"1"-2"249"0,-2 1 208 0,1-2 40 16,1-1-130-16,-2-1-120 0,0-1-95 16,0-1-48-16,0 0 12 0,0 0-23 0,0-1-74 15,0-2-76-15,-3-2-50 0,1-2-36 16,-1-2-63-16,-2-1-42 0,0-3-24 15,0 0-9-15,-2-1-10 0,2-2-11 0,-1-2-6 16,1-1-8-16,-2 0-9 0,0 0-5 0,2-1-3 16,0 1-2-16,2-1-1 0,-2 2-1 0,2 0-1 15,0 4-1-15,1-2 0 0,2 3 1 16,-1 1-2-16,-2 1 1 0,3 2-1 0,-2 2-1 16,2 0 0-16,0 1-1 0,2 1 1 0,-2 0 0 15,3 1 0-15,-2 1 0 0,1-2 0 16,1 2 1-16,2 0-1 0,3-2 0 0,0 3 0 15,4-1 0-15,0-1 0 0,3 0 0 0,0 2-1 16,3-3 0-16,0 2 1 0,1 0-1 16,3-1 1-16,-3 0 1 0,3-1-1 15,0 2 0-15,-3-2 0 0,2 1-2 0,-4 0 6 16,1 0 4-16,-3-1-1 0,0 2 1 0,-1 0-5 16,-5 0-26-16,1 1-79 0,-1 2-89 0,-4 0-188 15,-2 2-290-15,0 1-330 0,-6 2-355 16,-2 1-199-16,-4 2 191 0,-2 2 718 0</inkml:trace>
  <inkml:trace contextRef="#ctx0" brushRef="#br1" timeOffset="33514.25">1895 13652 306 0,'8'4'839'16,"0"-4"326"-16,-3-2 11 0,3-2-206 0,-1-2-294 15,3-2-214-15,0-2-121 0,2-4-52 0,1-1-38 16,1-1-46-16,-1-6-60 0,4 2-43 0,1-5-17 16,2 0-18-16,2-6-1 0,2 0-5 15,3-5-7-15,3 1-6 0,0-3-11 0,3-1-8 16,2 0-12-16,-2 1-7 0,2 1-4 0,-2 1-4 15,-3 3-2-15,0 3-1 0,-3 5-1 0,-5 0-1 16,0 6-9-16,-7 5-21 0,-1 1-50 16,-6 7-68-16,-5 1-164 0,-3 5-269 0,-3 5-303 15,-7 3-344-15,-4 3-285 0,-5 2-9 0,-5 2 679 16</inkml:trace>
  <inkml:trace contextRef="#ctx0" brushRef="#br1" timeOffset="33740.86">1979 13273 58 0,'5'4'475'0,"1"-3"313"15,2 2 171-15,0 1 97 0,2 1-321 0,4-1-235 16,0 0-103-16,3 4-7 0,5 1-8 16,1 2-78-16,5-1-59 0,-1 2-50 0,3 2-40 15,0 1-52-15,0-1-40 0,2 4-20 0,-1 0-14 16,-1 2-10-16,0 3-5 0,-1 1-7 15,-1 0-2-15,-1 3 2 0,-3 0-14 0,-5-1-63 16,1 3-59-16,-7 0-144 0,-1-4-203 0,-3 1-311 16,-5-4-322-16,1-1-226 0,-5-3-78 0,0-2 483 15,-3-5 538-15</inkml:trace>
  <inkml:trace contextRef="#ctx0" brushRef="#br1" timeOffset="34530.89">2918 13140 222 0,'2'-6'860'16,"-1"0"476"-16,-1 3 93 0,2 1-200 0,-2 1-444 16,0-1-298-16,2 4-158 0,-1-1-107 15,-1 4-81-15,2 4-53 0,-1 2-40 0,1 7-19 16,3 5-2-16,1 3 2 0,-3 5 12 0,3 4 4 15,-2 4 6-15,-1 1-1 0,3 2-8 0,-3 0-7 16,3 0-15-16,-1-1-10 0,0-2-5 0,0-5-2 16,0-4-2-16,-1-2 0 0,1-6 1 0,-2-5 1 15,0 0 0-15,-1-7 0 0,-2 0 8 16,0-3 10-16,0-2 4 0,-2-4 1 0,-1-2 1 16,-1-4-1-16,-1-2-8 0,-2-4-8 0,1-3-4 15,1 0-2-15,-4-4 0 0,1-1-1 0,-2-5-5 16,1-1-3-16,-2 0-3 0,3-2-2 15,0 0-2-15,-1-1-1 0,4 0 5 0,3 2 1 16,-1 3 1-16,3-1 1 0,3 3-1 0,2 0 0 16,4 3 1-16,-1-2 5 0,5 4 5 0,3 0-4 15,0-1 1-15,4 2-1 0,2 3-1 16,-1-2-5-16,3 5-3 0,-1 1 3 0,-1 2 2 16,-1 0 1-16,1 2 0 0,-1 1 1 0,-4 3 0 15,2 0 1-15,-3 3 0 0,-2 1 1 0,-1-2 2 16,-2 3 2-16,-2 0 1 0,-4 0 2 15,0-1 3-15,-2 4 2 0,-3-2 2 0,-3 4 1 16,-4 0-1-16,-2 2-1 0,-2 0-3 0,-3 3-2 16,-4 1-3-16,1 2-3 0,-2-1 1 0,1 1-3 15,1 1 0-15,0 0 3 0,1 1 3 16,2 1 0-16,1 0 1 0,3 0-1 0,0 2 2 16,3-2-6-16,1-2-2 0,3 2-1 0,-1-1 0 15,3-2-1-15,1-2-1 0,1 1-1 0,3-4 0 16,-1 1 0-16,3-4 0 0,1-1 0 0,2 0 0 15,0-2 0-15,3-1-1 0,0-1 1 0,1-3 0 16,4 1 1-16,-1-3 0 0,3-3 1 16,0 1-2-16,3-3-7 0,0-1-17 0,2-1-26 0,-2-2-76 15,2-1-78-15,0-1-158 0,-1-1-264 16,-2-1-316-16,1-1-363 0,-2-1-216 0,1 0 25 16,-2-1 644-16</inkml:trace>
  <inkml:trace contextRef="#ctx0" brushRef="#br1" timeOffset="34770.32">3647 13183 136 0,'0'0'801'15,"-3"3"544"-15,2 2 77 0,-1-1-192 0,0 1-394 16,2 3-341-16,-1-2-170 0,1 2-112 0,1 1-60 16,-1 5-46-16,2-1-39 0,1 4-25 0,3 1-17 15,-3 3-5-15,2 4 3 0,-2 0-2 16,2 2-2-16,0 5-4 0,-2 0-2 0,2 2-6 15,1-4-11-15,0-2-22 0,1-2-69 0,-1-3-64 16,-1-7-95-16,-1-2-150 0,-1-6-198 0,-1-3-311 16,1-3-226-16,-3-4-184 0,-3-4 77 15,1-5 446-15,-1-3 431 0</inkml:trace>
  <inkml:trace contextRef="#ctx0" brushRef="#br1" timeOffset="35018.14">3634 13059 27 0,'5'-14'282'16,"0"2"166"-16,1 3 148 0,-1 3 2 0,3 2-162 16,0 1-108-16,3 1-58 0,-2 2-25 0,4 3-16 15,-1 0-10-15,3 3-26 0,1 3-25 0,-2 2 13 0,3 1 15 16,-1 4 8-16,0 2-2 0,-2 3-5 16,2 4-7-16,-3-2-20 0,-2 5-15 15,1 2 4-15,0 1 19 0,-2-1 27 0,0 1 10 16,-2 2-3-16,-3-3-13 0,-2 0-26 0,-3 4-34 15,0-3-39-15,-2 0-28 0,-1-3-20 16,0 1-16-16,-2-2-13 0,0-3-11 0,-1-1-7 16,0-4-14-16,0-2-53 0,-1-6-70 0,2 0-116 15,-1-4-186-15,-2-1-300 0,2-2-340 0,1-3-285 16,0-1-144-16,-1-3 344 0,1-1 624 16</inkml:trace>
  <inkml:trace contextRef="#ctx0" brushRef="#br1" timeOffset="35804.26">4591 12989 272 0,'5'-8'691'0,"0"0"338"15,-1 1 120-15,-2 2-251 0,-1 1-250 0,1-1-154 16,1 4-80-16,-3-1-56 0,2 0-50 0,-1 2-46 16,-1 0-37-16,2 0-55 0,-2 2-53 15,0 0-37-15,1 0-20 0,1 4 0 0,0 4 1 16,-1 5 2-16,1 4 3 0,0 6 3 16,-1 6-4-16,-1 5-10 0,0 6-10 0,-1 3-10 15,-1 3-7-15,0 3-7 0,-1 1-7 0,-2 2-6 16,2-2-3-16,-2 0-4 0,2-2-1 15,-1-1-1-15,-1-5 1 0,2-1-1 0,-1-4 1 16,1-3 0-16,0-5-1 0,0-4 0 0,1-4-1 16,1-5 0-16,-1-3-1 0,2-4-2 15,-3-3-4-15,2-2-7 0,1-1-14 0,-2-4-20 16,2-4-31-16,2-2-66 0,-1-5-61 0,2 0-89 16,-1-7-149-16,1 2-236 0,0-3-293 15,0-3-220-15,4 1-185 0,-2-2 115 0,-1 0 525 16</inkml:trace>
  <inkml:trace contextRef="#ctx0" brushRef="#br1" timeOffset="36166.89">5094 13086 319 0,'9'-2'688'16,"-2"1"299"-16,-1 1 138 0,-1 1-252 16,0 2-214-16,1 1-120 0,0 4-69 0,-1 4-69 15,1 4-75-15,-1-2-67 0,3 6-51 16,-2 1-63-16,-1 3-43 0,1 1-26 0,-1 3-16 15,1 2-9-15,-1-1-10 0,-2 3-10 0,0-2-9 16,2-2-10-16,-2-2 1 0,2 1-1 16,-2-4-2-16,2 2-1 0,-2-4-2 0,-2-2 0 15,1-2-9-15,0 1-15 0,-2-5-34 0,-2-1-69 16,-1-1-72-16,0-4-140 0,-3-2-209 16,-1-3-310-16,-1-3-314 0,0-2-213 0,-1-3-51 15,1-3 474-15,-2-4 549 0</inkml:trace>
  <inkml:trace contextRef="#ctx0" brushRef="#br1" timeOffset="36382.3">5013 13153 358 0,'3'-12'857'0,"-1"2"304"0,1 1-8 0,0 1-320 16,1 2-288-16,0 0-235 0,4 0-135 0,3 0-67 15,0 2-34-15,5-2-15 0,0 3-18 0,4-2-18 16,2 2-8-16,2 0-8 0,-1 1 0 15,3 0-6-15,1 2 0 0,0-2-2 16,3 1-4-16,-2 1-4 0,1 0-27 0,-1 0-86 16,-4 0-147-16,3 1-182 0,-2 1-285 0,-3 0-267 15,0 0-183-15,-1 1 140 0,1 0 416 0</inkml:trace>
  <inkml:trace contextRef="#ctx0" brushRef="#br1" timeOffset="36665.08">5723 13006 188 0,'-2'2'770'16,"-4"-1"417"-16,0 2 84 0,0 0-116 0,1 2-346 16,-2 1-274-16,3 2-156 0,-4 3-85 0,3 0-54 15,-3 4-69-15,3 1-58 0,-1 2-37 16,0 4-18-16,0-1-9 0,-1 3-8 0,2 4-5 16,2 0-4-16,0 2-5 0,0 1-5 15,0-4-5-15,1 4-4 0,2-3-4 0,0-1-4 16,2-2-1-16,4 1-4 0,-3-2-1 0,2-1 0 15,1-1-1-15,1-3 0 0,2 4-1 16,1-6 0-16,1-1-2 0,1-1 0 0,3-1 3 16,0-4-1-16,3-2 2 0,2-2-1 15,1-4 0-15,1-2-4 0,0-2-14 0,3-4-26 16,-1-2-65-16,-2-2-59 0,2-4-76 0,-4-1-146 16,0 1-237-16,-2-3-295 0,1-2-227 15,-3 3-195-15,0-1 25 0,-2 0 502 0</inkml:trace>
  <inkml:trace contextRef="#ctx0" brushRef="#br1" timeOffset="36941.25">5658 13030 288 0,'-9'0'1054'0,"4"3"430"15,-1-2-104-15,3 4-271 0,1-5-488 0,4 0-278 16,2 0-178-16,4-5-66 0,5 4-32 0,3-4-10 16,4-1-4-16,2 0-6 0,5 1-4 15,0-3-18-15,5-1-9 0,-2 2-5 0,4-2-4 16,-2 1-1-16,-2 2-2 0,0-1 1 0,-1 2 0 16,-4 2-15-16,0 1-54 0,-4 1-57 15,-7 2-118-15,0 1-185 0,-6 2-303 0,-3 2-314 16,-2 1-243-16,-6 4-123 0,-2-3 361 0,-6 3 564 15</inkml:trace>
  <inkml:trace contextRef="#ctx0" brushRef="#br1" timeOffset="37145.83">5685 13233 211 0,'-6'14'885'0,"0"0"443"0,1-2-14 0,2 0-214 0,1-3-452 16,2 2-315-16,2-2-164 0,2-1-86 15,1 0-36-15,4 1-12 0,3-3-9 0,2 1-8 16,5-1-5-16,3 0-1 0,0-1-2 0,5-1-3 16,3 1-5-16,0 0 1 0,2-1-3 15,1-1-19-15,3 2-36 0,-4-3-123 0,-1 0-244 16,-1 1-278-16,0-3-286 0,-4 3-272 0,-2-3-105 16,-4 2 432-16</inkml:trace>
  <inkml:trace contextRef="#ctx0" brushRef="#br1" timeOffset="38610.05">6362 13184 45 0,'0'0'333'0,"1"0"271"16,-1-1 296-16,0 1 49 0,0 0-157 0,0 0-155 16,0 0-101-16,0 0-74 0,0 0-64 15,0 0-72-15,0 1-56 0,2-1-41 0,-2 2-38 16,0 1-48-16,1-3-46 0,1 2-32 0,-2 4-16 16,0 1-12-16,0 3-8 0,0-1-5 15,3 7 1-15,-3 2 3 0,2 2 2 0,0 3 7 16,-1 4 5-16,2 2 4 0,-1 1-1 15,0 3-5-15,-1 1-7 0,2 2-9 0,-3-3-5 16,2 2-8-16,2-2-3 0,-2-2-2 0,-2-2-2 16,3-4-2-16,-3-3 0 0,2-3-2 15,-1-4 1-15,-1-3-1 0,2-3 6 0,-2-2 5 16,0-2 8-16,0-3 4 0,-2-2 0 0,2-4 1 16,0-2-5-16,-1-4-4 0,1-5-6 15,-2-2-4-15,2-6 0 0,-2 0-2 0,1-6 0 16,1-1-1-16,-2-2 0 0,-2-5-2 15,2-1-1-15,-1-2 1 0,0 0 0 0,1 1-1 16,1 0 1-16,-1 3-1 0,2 3 1 0,0 4 0 16,0 2-1-16,0 5 0 0,0 3 0 15,0 5 1-15,0 2 0 0,0 1 0 0,0 4 0 16,0 1 0-16,0 1-1 0,0 1 0 0,2 1-1 16,-2 1 0-16,0 2 0 0,1 0-1 15,-1 0 1-15,4 2 1 0,-1 2 1 0,0 4 2 16,3 1 2-16,0 2 2 0,1 3 3 15,-1 1 1-15,2 2 0 0,-2 3 1 0,1-3-2 16,-1 3-1-16,2-1-1 0,1 0-3 0,-1-2-1 16,0-1-1-16,0 1-1 0,3-6-1 0,-3-1 0 15,3-1 0-15,0-5 0 0,0 0 0 16,3-4 0-16,-1-4 0 0,0-4 1 0,1-3 1 16,2-4-1-16,1-4 1 0,2-1-1 15,-3-2-1-15,3-3 0 0,-2 2-1 0,2 1-2 16,-3-2 0-16,1 5 1 0,-2 0 0 15,-1 4 0-15,-1 3-1 0,-3 1 1 0,2 2 1 16,-4 5 1-16,1 0 0 0,1 4 1 0,-2 2 2 16,-2 2 2-16,3 6 0 0,-1-1 1 15,-3 6 1-15,1 1 3 0,-1 3 1 0,1 4 0 16,-3 3 2-16,1 0 0 0,-3 3-1 0,1 3-2 16,-2-1-5-16,0 1-1 0,0-1-3 15,-2 0-2-15,2 0-2 0,0-3-1 0,0 1-2 16,-1-4-2-16,1-1-1 0,0-1-13 0,0-5-22 15,-2-1-49-15,2-3-75 0,-2-2-133 16,1 0-233-16,-1-1-303 0,-1-2-353 0,-1-2-324 16,-1 2-97-16,0-3 521 0,0 1 680 15</inkml:trace>
  <inkml:trace contextRef="#ctx0" brushRef="#br1" timeOffset="44595.93">1674 14808 45 0,'8'-15'520'16,"-5"1"456"-16,-3 1 236 0,0 1-13 0,0 1-293 15,-2 2-237-15,4 2-173 0,-2 2-105 0,-2 1-67 16,-1 0-63-16,3 2-80 0,-4-1-53 0,2 2-38 16,0 1-27-16,1-2-20 0,1 2-15 0,0 2-9 15,-2-1-7-15,2 2-4 0,0 1-4 0,0 5 0 16,0 3-1-16,0 3 0 0,0 1 0 0,0 6 1 16,0 0 5-16,-1 4 2 0,-1 1 2 0,-1 3 1 15,0-1 0-15,-2 3-1 0,2-1-4 0,-3 3-3 16,-1 0-4-16,1 1 0 0,-1 1 0 0,1 0 0 15,-2-2 1-15,2 3-1 0,-2-4 1 0,1 3 0 16,3-4-1-16,-2-2-2 0,1-3 0 0,3-3 0 16,1-4 0-16,-1-3-2 0,2-3-1 15,2-1 0-15,1-5 0 0,2 0-1 0,2-4 1 16,0-1 0-16,2-4 2 0,3-2-1 0,3-5 1 16,-2-5 1-16,6-2-1 0,-2-6 0 0,2-4 0 15,0-3 0-15,2-3 0 0,1-2 1 0,0-4 1 16,2 0 1-16,-4-2 1 0,4 0 0 0,-2 0-2 15,-3 2 1-15,3-1-2 0,-5 4 0 0,1-1 0 16,-2 4 0-16,-2 2 1 0,-2 1 0 0,0 1 1 16,-4 2 1-16,1 2 0 0,-3 2 0 0,-1 1 0 15,-3 1 2-15,1 4 8 0,0 0 5 0,-3 3 7 16,2 3 7-16,-2 0 6 0,0 5 4 0,1-2-2 16,-1 3-5-16,0 1-6 0,-1 2-9 0,-1 0-5 15,-1 5-6-15,-2 1-5 0,0 6-2 0,-1 4-2 16,-2 1-1-16,0 8 1 0,0 3-1 15,-1 2 1-15,-2 6 0 0,1 2 0 0,-2 1-1 0,4 1 0 16,-2 2 1-16,1-1 0 0,0-1 0 0,2-3 1 16,1 1 0-16,1-3-1 0,2-3 0 0,1-4 0 15,-2-2-2-15,4-1-2 0,1-4 0 0,2-3 0 16,0-3-1-16,2 0 0 0,0-3 0 0,1-4-1 16,1 2 2-16,2-6-6 0,-1 1-7 0,3-4-11 15,0-1-16-15,2-1-22 0,1-4-51 16,-1-1-71-16,-1-2-110 0,2-2-180 0,-1 0-288 15,1-2-341-15,-1-1-303 0,1-3-153 0,-3 1 328 16,-1 0 659-16</inkml:trace>
  <inkml:trace contextRef="#ctx0" brushRef="#br1" timeOffset="45140.23">2221 15027 235 0,'0'4'768'0,"0"-1"386"0,-2 3 61 0,1 1-230 0,-1 1-284 15,2 1-213-15,0 1-125 0,2 3-70 16,1-1-52-16,-1 0-43 0,1 1-46 0,0 0-57 0,3-1-44 16,0 1-25-16,-1-3-10 0,3-1-7 15,-1-2-3-15,2-2-5 0,-1 0 1 0,2-2 3 16,0-3 1-16,1-3 1 0,1-4 3 0,0 0 2 16,1-3-8-16,-1-1-4 0,1-4-3 15,-2 1-3-15,0 1-3 0,-1-2 1 0,-2 3 4 16,1 2 3-16,-4 0 4 0,1 2-1 0,-3 4 6 15,1 0-3-15,-1 3 4 0,-2 1 6 16,3 2 7-16,0 5 4 0,-2 4 0 0,1 3 6 0,0 4 2 16,0 6 1-16,0 1-8 0,2 3-5 15,2 2-3-15,0 0-5 0,1 1-3 0,0 0-9 16,0-2 0-16,3-2-2 0,0-3-1 0,-1-4-1 16,4-4-2-16,-1-3 0 0,1-3-3 15,0-5-1-15,0-8-3 0,2 0-3 0,-2-8-5 16,1-3-2-16,0-2 0 0,-2-5 1 0,0-2 3 15,-1 2 5-15,-2-3 1 0,1 4 4 0,-2 0 3 16,-2 2 3-16,-1 1 1 0,3 3 3 0,-4 1-3 16,0 4 0-16,0 0-2 0,1 3-1 0,-1 3 0 15,1 0 1-15,0 5 0 0,-1 0 3 16,2 3-2-16,-1 4 1 0,0 3 1 0,-3 3 1 16,2 5 3-16,-2 2 1 0,-1 4 4 0,-2 4 2 15,0 1 1-15,0 2-6 0,-2 5-6 16,-1-1-1-16,-2 4 1 0,-2 0 0 0,-3-2 1 15,2 3 6-15,-2-5 4 0,-4-1 0 0,3-2-3 16,-3-4-3-16,3-5 3 0,-3-2 0 0,4-6-7 16,-1-4-33-16,-1-5-64 0,4-5-68 0,-2-6-148 15,4-5-220-15,-2-5-316 0,3-2-308 0,0-8-224 16,2-4-51-16,2-6 495 0</inkml:trace>
  <inkml:trace contextRef="#ctx0" brushRef="#br1" timeOffset="45423.33">2912 14830 272 0,'3'-3'1089'0,"-2"3"483"0,-1 5-112 15,0 1-284-15,-1 3-470 0,1 2-282 0,1 0-184 16,1 3-93-16,0 0-47 0,1 2-34 0,3 2-26 16,2-2-18-16,3 3-10 0,-1-1-7 15,5 4-2-15,0 1-3 0,2 0 2 0,-1 2-1 16,1 0-1-16,-1 3 2 0,0 0-1 0,-2 0 1 15,0 2 2-15,-4 0 0 0,-2 0 3 16,-2 3-1-16,0-2-1 0,-6 1 0 0,0 1-1 0,-4-3-5 16,1-2-6-16,-2 0-24 0,-3-3-50 15,0-4-60-15,-1-4-72 0,1-6-142 0,0-2-187 16,1-4-302-16,0-5-256 0,2-3-219 0,2-5-42 16,-2-4 430-16,3-3 503 0</inkml:trace>
  <inkml:trace contextRef="#ctx0" brushRef="#br1" timeOffset="45605.97">3193 14802 245 0,'8'-23'1080'15,"-3"8"517"-15,0 2-116 0,1 3-300 16,-3 6-462-16,2 3-287 0,-2 2-191 0,0 7-92 16,2 4-42-16,-2 4-25 0,4 7-23 0,-1 3-14 15,-2 8-12-15,1 3-4 0,0 5-5 16,0 5-6-16,1 1-2 0,2 3-3 0,-2-2 0 15,2 0-21-15,0-5-50 0,1-1-76 0,-2-1-150 16,-1-7-251-16,1-1-311 0,0-6-375 0,-4-3-338 16,1-3-61-16,-3-6 633 0</inkml:trace>
  <inkml:trace contextRef="#ctx0" brushRef="#br1" timeOffset="45794.79">3198 15073 80 0,'-16'-22'719'15,"5"2"559"-15,-2 7 114 0,1 3-201 0,2 1-387 16,2 3-382-16,1 4-199 0,5 0-114 0,2 2-58 16,5 2-26-16,2 4-11 0,5-1-2 0,3 2-6 15,0 0 0-15,5 2-5 0,1 3-18 16,4 2-35-16,-3-1-77 0,0 2-162 0,-1 2-295 16,1-2-278-16,-2 1-280 0,0 0-206 0,0 1 161 15,-1-3 576-15</inkml:trace>
  <inkml:trace contextRef="#ctx0" brushRef="#br1" timeOffset="46946.49">3748 15258 8 0,'-9'1'530'0,"1"-1"517"0,-5 0 255 0,-2 0-10 15,0 3-297-15,-4-2-334 0,3 2-211 0,-3 4-114 16,-1-3-75-16,2 4-75 0,1-2-60 0,1 5-40 16,1-1-29-16,2 2-20 0,0 0-10 15,5 1-8-15,0 2-8 0,2 0-6 0,4-1-4 16,1-1-2-16,1 1-2 0,1-2-2 0,2-3 0 16,4 2 0-16,1-4 1 0,0-3 1 0,4 2 1 15,1-2 0-15,1-3 2 0,1-1 0 16,0 1 0-16,1-1-1 0,3 2-1 0,-3 0 2 15,1 0 4-15,-2 3 6 0,2-1 1 0,-3 1 1 16,0 1 0-16,-1 1 2 0,-2-1-8 0,0 1-3 16,-1-1-2-16,-1 0 0 0,1-2-2 0,-1-1-2 15,-1-2 3-15,3-2 1 0,-1-2 0 16,-1-5 0-16,2 0 1 0,-1-5 0 0,-2-2 0 16,4-3-2-16,-4 1-1 0,0-5 1 0,1 2 0 15,-1-2-1-15,-3 1 0 0,2-1 1 16,-3 1 2-16,2 0 1 0,-2-1 0 0,-1 0 0 15,-2 0 3-15,1 0 0 0,1-3-1 16,-1 0 1-16,-2-3-1 0,1 0 0 0,1 0-8 16,0-5-3-16,-1-3-4 0,-1-2-2 0,2-2 6 15,1-3 3-15,1 0 7 0,-2-2 4 0,1 2 8 16,-3 4 6-16,3 3 2 0,-3 7 5 16,2 6 3-16,-2 5 3 0,0 2-5 0,0 6-4 15,0 1-7-15,0 4-5 0,0 4-5 16,0 5-2-16,0 8-6 0,0 6-4 0,2 8-1 15,-1 6-1-15,2 10 3 0,1 3 10 16,0 11 13-16,1 6 7 0,3 4 5 0,-2 3 3 16,1 0-5-16,1-2-13 0,2-1-10 0,2-7-7 15,3-5-5-15,1-9-7 0,6-8-1 0,2-10 3 16,4-7 2-16,0-10 7 0,3-7 2 16,4-10 3-16,-4-9 1 0,4-7-2 0,-3-6-1 15,-1-3-3-15,1 0-1 0,-5-2-2 16,0 0 1-16,-5 5 2 0,-3 4 0 0,-1 4-1 15,-3 5-1-15,-4 4 0 0,2 5 0 0,-4 3 0 16,1 8 2-16,-1 4-1 0,-2 6 2 0,-1 2 1 16,-1 6 1-16,1 3-1 0,-1 1 2 15,-1 2-1-15,1 4 0 0,0-3-2 0,0 3-1 16,0-4-1-16,1-3-1 0,-3 0-6 0,3-3-10 16,-2-4-18-16,-3-2-32 0,2-1-73 15,-4-5-101-15,-1-4-184 0,-1-3-285 16,-2-3-337-16,0-3-377 0,-4-5-198 0,1-2 230 15,0-5 739-15</inkml:trace>
  <inkml:trace contextRef="#ctx0" brushRef="#br1" timeOffset="47092.62">4561 15156 252 0,'3'-8'812'16,"-1"3"356"-16,1 1 23 0,-1 2-227 0,2-1-384 15,-1 3-286-15,0-1-151 0,4 0-70 0,1-1-39 16,1-2-36-16,2-2-96 0,2-2-154 0,-1 0-303 15,1-3-260-15,4-1-250 0,1-3-142 16,1-2 241-16,6-3 466 0</inkml:trace>
  <inkml:trace contextRef="#ctx0" brushRef="#br1" timeOffset="47307.76">5078 14643 670 0,'3'-3'1464'0,"-4"3"184"0,-1 4-269 0,-3 1-368 16,0 4-423-16,1 1-250 0,-1 4-135 15,2 2-64-15,1 4-30 0,2 2-20 0,2 4-15 16,3 5-11-16,2 2-10 0,-2 6-9 16,3 1-16-16,0 6-12 0,3 1-8 0,-3 5-4 15,0 0-2-15,3 4-2 0,-2 0-1 0,1 2-7 16,-2-3-18-16,1 1-36 0,-4-6-77 0,-2 0-108 16,-1-3-187-16,-2-5-297 0,-2-6-346 15,-3-5-380-15,-1-3-177 0,-5-6 274 0,-2-6 716 16</inkml:trace>
  <inkml:trace contextRef="#ctx0" brushRef="#br1" timeOffset="47507.67">4792 15116 616 0,'-2'-17'1516'16,"-2"2"157"-16,2 4-325 0,1 2-325 0,2 3-491 15,1 2-293-15,4 1-124 0,3-1-49 0,3 2-19 16,6-3-8-16,6 1-2 0,6-2-4 15,6-2-4-15,2 1-11 0,5 1-6 0,1-1-6 16,1 2-6-16,4 1-3 0,-2 4-27 16,-1 5-78-16,-3 1-103 0,1 5-198 0,-6 3-287 15,0 2-343-15,-3 3-362 0,-4 4-159 0,-2 1 298 16,-4 2 706-16</inkml:trace>
  <inkml:trace contextRef="#ctx0" brushRef="#br0" timeOffset="51161.92">13128 6494 256 0,'-20'7'645'0,"0"-3"405"0,1 0 154 16,3-2-272-16,0 0-122 0,5-1-139 0,0 1-176 15,0-1-124-15,5-1-82 0,-1 2-67 16,4-2-80-16,-2 1-51 0,5-1-28 0,-4 2-22 16,4-2-12-16,4 0-8 0,-1 1-5 15,2-1-1-15,3 2 1 0,6 1 3 0,-1 0 6 16,8 1 3-16,-2 1 1 0,6-1-7 16,2 0-6-16,5 1-4 0,-1-2-7 0,2 2-4 15,4-2-4-15,-1 0 4 0,0-2 2 0,-1 0 0 16,-2 2 1-16,-3-1-1 0,-4 0 0 15,-5 1 5-15,-6 0 6 0,-2 3 6 0,-5-2 3 16,-5 5 2-16,-8 1 1 0,-3 6-4 16,-6 0-5-16,-7 4-2 0,-2 2-2 0,-4 2 0 15,0 2-2-15,-2-1-2 0,2 1-2 0,-1 1-3 16,4-2-2-16,2-2-2 0,3 4 1 0,2-4 1 16,3 2 0-16,1-2-2 0,5-1 0 0,3-1 1 15,0-1-1-15,5-3 1 0,2 1-2 16,3-4 1-16,1-1 0 0,4 0-1 0,4-6-1 15,0-1-1-15,5-3 2 0,3-3 0 16,1-3 0-16,4-3-7 0,3-1-16 0,1-6-26 16,2 3-72-16,-1-4-81 0,0-2-143 15,-2 0-221-15,-2-3-312 0,1 1-354 0,-3 2-224 16,-2-4-39-16,1 1 509 0,-4 0 591 0</inkml:trace>
  <inkml:trace contextRef="#ctx0" brushRef="#br0" timeOffset="51310.22">13801 6797 16 0,'3'2'494'15,"-1"4"483"-15,-4 3 277 0,-1 3 16 0,-2 4-294 0,-1 3-292 16,1 5-200-16,-3 2-126 0,0 5-86 16,0 1-82-16,0 3-74 0,-1-2-47 0,3 2-32 15,3-3-22-15,-1-3-2 0,4-4-1 16,4-3-7-16,-1-4-37 0,3-5-66 0,2-4-90 16,0-7-174-16,-2-4-295 0,2-7-331 0,1-4-321 15,-4-2-193-15,2-6 184 0,-1-2 651 16</inkml:trace>
  <inkml:trace contextRef="#ctx0" brushRef="#br0" timeOffset="51490.44">13796 6603 9 0,'-6'-9'508'0,"-1"3"460"0,1 3 211 0,0 0-67 16,3 3-337-16,1 3-345 0,2 1-219 15,2 4-109-15,4 2-49 0,3 2-27 0,1 3-12 16,6 2-21-16,1 1-61 0,5 1-109 15,-1-1-140-15,3 5-271 0,3-2-263 0,-1 2-214 16,1 1-14-16,2-2 291 0,-1 0 375 0</inkml:trace>
  <inkml:trace contextRef="#ctx0" brushRef="#br0" timeOffset="51827.38">14403 6990 27 0,'-1'0'579'0,"1"-2"552"0,-8 2 366 16,2-3-95-16,-4 3-382 0,-2-1-363 15,-1 1-215-15,-2 0-128 0,-3 1-113 0,0 4-69 16,-1 1-46-16,-1 2-29 0,2 5-18 0,-2 0-13 16,2 2-10-16,4 1-6 0,-2 1-3 0,7-1-5 15,1 1-3-15,4 0-3 0,3-3-1 16,2-2-1-16,8-3-1 0,2-3 1 16,6-6 0-16,5-6-4 0,4-5-13 0,4-6-13 15,1-4-17-15,4-1-14 0,-4-4-9 0,-2-1 1 16,-2 4 11-16,-2-1 16 0,-6 4 23 15,-4 2 18-15,-3 2 21 0,-4 6 15 0,-2-1 12 16,-1 4 7-16,-2 3 0 0,-3 2-5 0,0 2-8 16,-3 3-9-16,-2 5-8 0,1 0-8 0,-5 7-1 15,0 2-1-15,3 3-2 0,-1 1-3 16,-1 1 0-16,4 2-3 0,-2 0-1 0,3 1-4 16,1-3-14-16,0-1-48 0,2-3-71 15,4-3-100-15,-3-2-176 0,5-4-298 0,-1-1-335 16,3-5-295-16,2-3-165 0,0-5 245 15,2-2 646-15</inkml:trace>
  <inkml:trace contextRef="#ctx0" brushRef="#br0" timeOffset="52123.27">14720 6981 377 0,'4'5'763'0,"0"3"323"0,-1 2 81 16,-2 4-303-16,1 3-250 0,-2 2-173 15,0 4-114-15,0 3-92 0,-2-1-37 0,2 3-35 16,0 0-34-16,0-2-30 0,0-2-19 15,2-1-14-15,2-2-35 0,1-7-18 0,2 2-6 0,-3-7-4 16,3-2 4-16,0-3 0 0,0-6 1 16,-1-5 4-16,2-1-7 0,0-4-3 15,1-4 2-15,-1 0 6 0,-1-4 8 0,-1 1 9 16,0-3 16-16,-1 0 5 0,1-3 4 0,-2 0-4 16,1-4-6-16,-2 1-11 0,0-4-11 15,3 3-5-15,-3-2-7 0,2 5-3 0,0 1-2 16,0 2-2-16,1 4-2 0,1 5-4 0,2-1 1 15,-3 4-3-15,6 1 1 0,0 3-3 16,-1 3-42-16,3 1-55 0,-1 0-68 0,1 3-134 16,0 0-214-16,2 1-316 0,0 1-271 15,1 1-214-15,-1 0-30 0,3 1 460 0</inkml:trace>
  <inkml:trace contextRef="#ctx0" brushRef="#br0" timeOffset="52607.92">15108 7377 635 0,'-14'16'1420'0,"1"-5"166"16,3-4-260-16,2-4-332 0,3-4-458 0,3-7-256 16,4-5-131-16,4-7-60 0,4-2-30 15,7-9-21-15,3 0-17 0,5-4-11 0,1-3-6 16,1 1-4-16,3 0-2 0,-3 3 0 0,-2 1 1 15,-3 4 7-15,-4 6 8 0,-1 3 7 16,-4 3 6-16,-1 4 5 0,-4 2 3 0,-1 5 7 16,-4 4 10-16,0 2 4 0,-3 4 1 0,-1 5 2 15,-3 4-1-15,0 4-9 0,-3 3-11 0,2 2-7 16,-2 1-4-16,0 2-5 16,1 3-2-16,0 0-4 0,0-2-2 0,2 0-4 0,1-4-5 15,3-4-2-15,3-1-5 0,3-5 0 16,2-3-1-16,5-6-1 0,4-4 2 15,3-9-1-15,3-3 1 0,4-5-2 0,2-2 1 16,1-2-1-16,-2 0 1 0,0 2 0 0,-1 0 0 16,-3 2 1-16,-2 4 1 0,-3 1 0 0,-3 3 0 15,1 2 1-15,-4 3 0 0,-1 3 0 16,-3 3 2-16,-3 2 1 0,-1 5 1 0,-2 0 0 16,1 6 1-16,-4 2 0 0,0 1-2 0,-4 4-1 15,2 1-1-15,-1 4-2 0,2-2-1 16,-1 0-2-16,2 0-2 0,2-1-8 15,2-2-19-15,2 0-42 0,-1-3-78 0,2-2-107 16,-1-4-186-16,4-2-297 0,0-1-340 0,3-3-340 16,1-4-150-16,4-3 281 0,2-2 677 15</inkml:trace>
  <inkml:trace contextRef="#ctx0" brushRef="#br0" timeOffset="52777.25">16131 7317 483 0,'4'5'1002'0,"-1"5"268"0,-2 0-39 15,1 1-275-15,-2 3-281 0,0 1-228 0,0 2-121 0,0 1-75 16,0 0-56-16,0 0-66 0,3 1-66 16,0-3-59-16,1 0-84 0,3-3-72 15,-2-1-128-15,1-3-168 0,3-3-210 0,1-3-247 16,0-3-207-16,1-4-161 0,1-3 183 0,1-1 412 16,1-3 355-16</inkml:trace>
  <inkml:trace contextRef="#ctx0" brushRef="#br0" timeOffset="52941.87">16298 7467 163 0,'18'-21'391'0,"0"-1"367"0,1-5 339 16,1-4 41-16,1-3-135 0,3-2-192 0,1-5-176 15,-2-3-169-15,-2 1-127 0,0 0-117 16,-7 2-86-16,-5 1-41 0,-4 5-22 0,-3 5-11 16,-5 6-8-16,-5 5-5 0,-5 8-3 0,-1 5-4 15,-5 6-6-15,1 6-5 0,-2 5-8 16,-2 2-5-16,0 5-7 0,1 3-6 0,2 2-4 16,2 1-21-16,-1 0-68 0,4-4-112 0,-2 2-252 15,5-3-284-15,-1-1-374 0,2-3-449 16,0 0-232-16,-2-3 476 0,1 0 899 0</inkml:trace>
  <inkml:trace contextRef="#ctx0" brushRef="#br0" timeOffset="152548.84">16987 5647 175 0,'3'-12'310'0,"0"-1"125"15,0 0-2-15,1 1-23 0,-3-1-2 0,4 0 39 16,-2 1 53-16,0 1 35 0,-1 1-16 16,2 0-45-16,-2 2-18 0,-1-1-9 15,1 4-43-15,1 2-56 0,-1-2-41 0,0 4-37 16,-2 0-51-16,1 2-59 0,-1 2-39 0,0 6-25 16,2 0-18-16,-1 5-13 0,1 4-14 15,0 3-12-15,-2 5-10 0,0 2-8 0,1 1-7 16,-1 5-5-16,0-1-4 0,0 1-2 0,2-3-1 15,-1 0-2-15,-1-1-2 0,2-4 0 16,2-2-1-16,-2-3-4 0,-1-1-13 0,1-4-20 16,1-2-34-16,-3-2-72 0,2-4-90 0,-4-4-163 15,2-1-275-15,-3-5-312 0,1-2-344 16,2-3-200-16,-1-3 123 0,-1-3 648 0</inkml:trace>
  <inkml:trace contextRef="#ctx0" brushRef="#br0" timeOffset="153034.1">17401 5551 78 0,'3'-1'473'0,"2"-4"356"16,-3-1 275-16,-1-1-48 0,4-2-212 0,-4-3-147 15,2-3-139-15,-1-2-105 0,1-2-96 0,-3-5-64 16,2-2-72-16,0-4-77 0,-2-4-41 0,-4-3-24 16,3-6-14-16,-1-1-15 0,-1-8-11 15,0 1-8-15,-2-1-1 0,2 1-2 0,2 1-1 16,-3 6-1-16,4 3 1 0,-1 3-1 15,-1 6-3-15,2 6-2 0,0 2-3 0,0 4-3 16,0 4-4-16,0 2-2 0,2 4-3 0,-1 1 0 16,3 3 0-16,-1 4 1 0,3 0 1 15,0 4 1-15,1 6 0 0,2 3 0 0,4 2-1 16,-4 5-1-16,2 5-1 0,3 5-1 0,1 3-1 16,0 6-1-16,0 2-1 0,0 4-1 15,0-1-1-15,2 3-1 0,-2-2 1 0,0-1-2 16,0 0 1-16,-2-1 0 0,2-3 0 0,1-6 1 15,-4 0-1-15,1-6 1 0,0-2 0 16,0-2 0-16,-3-2 0 0,-2-6-1 0,0-2-1 16,-1 0-6-16,-1-5-11 0,-2 0-17 15,-2-1-25-15,-4-5-62 0,-1 1-75 0,-4-2-110 16,-3-2-175-16,0 1-296 0,-5-1-324 0,0-2-261 16,-3 2-128-16,-2-4 303 0,2-1 613 15</inkml:trace>
  <inkml:trace contextRef="#ctx0" brushRef="#br0" timeOffset="153246.67">17418 5164 36 0,'-1'-9'508'15,"-2"3"427"-15,1 0 231 0,2 2-25 0,0-1-336 16,0 2-235-16,5-1-124 0,1 0-76 0,1 3-58 16,2-2-45-16,4 0-50 0,1 0-62 15,2 0-58-15,0-1-38 0,4 1-22 0,-1 0-15 16,3 0-10-16,0 1-2 0,0-1-5 0,-1 3-1 15,1 0-2-15,0 1-3 0,-1 1-15 16,-1 1-65-16,1-1-62 0,-7 1-120 0,2 0-174 16,-5 0-307-16,0-2-323 0,-2 2-239 15,0-3-128-15,-3 0 340 0,0-3 566 0</inkml:trace>
  <inkml:trace contextRef="#ctx0" brushRef="#br0" timeOffset="153762.38">17801 4795 376 0,'-1'-7'776'0,"-1"1"325"16,0 2 69-16,1 4-302 0,1 0-191 15,1 2-127-15,3 3-112 0,-1 2-88 0,2 2-66 16,1 3-47-16,3 1-70 0,1 3-54 16,-1 5-28-16,4 0-16 0,-2 4-11 0,0 2-11 15,3 2-9-15,-2 1-9 0,1 1-9 0,-1 2-7 16,0-3-5-16,-1 2-3 0,1-4-2 15,-2 1-1-15,0-4-2 0,0 0 1 0,-4-5 0 16,1-1 0-16,0-2 0 0,-4-3 0 0,2-3 1 16,-3-3 0-16,-1 0-1 0,1-4 0 15,-4-1 0-15,2 0 0 0,-3-3 0 0,0-3-1 16,-2-1 0-16,-2-2 0 0,0-3-1 0,1-1 1 16,-2-4 0-16,-1-3 0 0,-1-2 1 15,0-2-1-15,0-5 1 0,0-2-1 0,-2-3-1 16,1-3 1-16,-1-3-2 0,1-3 1 15,-2 2-1-15,2-1 0 0,5 2 0 0,-2 3 2 16,-2 3 0-16,6 2 0 0,-1 4-1 0,2 4 1 16,3 0-1-16,0 6 0 0,0 0 1 0,3 0 1 15,2 3 1-15,1 3 1 0,2-2 1 16,0 3 1-16,1 1 0 0,4 1 0 0,-1 0 0 16,1 2 0-16,3 1-1 0,1 1-1 0,-3 2-1 15,4 0 0-15,-4 2 0 0,3-1-2 16,-1 1 0-16,2 1 1 0,-6 1-1 0,4-1 0 15,-5 0-2-15,2 2-1 0,-2 0-6 16,-2-2-16-16,-2 2-27 0,-2 3-68 0,-4-2-67 16,-1 1-108-16,-1 1-159 0,-4-1-228 0,-2 1-306 15,-1 0-224-15,-2 2-156 0,-2-2 169 16,0 2 501-16</inkml:trace>
  <inkml:trace contextRef="#ctx0" brushRef="#br0" timeOffset="153965.35">17852 4997 63 0,'-4'12'564'0,"0"-1"433"0,2-2 212 15,-1 0-46-15,3-1-329 0,3-1-239 0,-1 1-154 16,4-2-89-16,0-1-67 0,2-3-57 16,2 0-65-16,2 0-64 0,0-4-42 0,3-1-25 15,1 0-15-15,3-3-9 0,-1 1-8 16,2-6-3-16,0 4-54 0,1-3-67 0,-2 1-138 15,0 0-234-15,-1 0-297 0,-1 0-350 0,1 0-275 16,-3 2-68-16,1 1 513 0</inkml:trace>
  <inkml:trace contextRef="#ctx0" brushRef="#br0" timeOffset="155091.7">18495 4770 148 0,'-6'-5'402'0,"3"1"233"16,-2 2 237-16,0-3-66 0,2 3-113 0,-2-2-103 16,2 3-78-16,-3 0-58 0,3 1-51 0,0 1-59 15,-1 3-55-15,1-2-37 0,0 4-26 16,0-1-35-16,0 3-45 0,1 2-41 0,0 3-23 16,0 5-15-16,0 3-14 0,2 0-8 0,0 6-6 15,2 2-4-15,0 5-4 0,2 2-3 16,0 0-3-16,0 3-4 0,0 0-3 15,1 0-5-15,0-3-3 0,3-2-4 0,-2 0-1 0,0-6-2 16,-1-5 0-16,0-1 0 0,3-5 0 16,-2-3 1-16,-1-3 0 0,0-3 3 0,0-2 2 15,-1-5 0-15,1-2 3 0,-1-5-1 16,-2-2 0-16,1-3-2 0,0-3 0 0,-1-3-2 16,-2-4 0-16,0-2-2 0,0-3 0 0,-2-4 0 15,-2 1-2-15,-1-4 1 0,-3-1 0 0,-1-3-1 16,-1-3 1-16,-1 1-1 0,0-1 0 15,3 3-2-15,-3 1 5 0,5 5 2 0,1 4 3 16,0 5 2-16,0 2 4 0,2 6 0 16,2 1-2-16,-3 2-3 0,4 5-2 0,0 2-2 15,0 2-3-15,4 6 1 0,0 2-1 16,1 2 1-16,0 5 0 0,1 2-2 0,4 3 1 16,-2 3-1-16,0 1-1 0,1 2-1 0,4 3 0 15,-4 1 1-15,4-2-1 0,-4-1 0 16,4 0 0-16,1-3 0 0,-1-2-1 0,2-1 1 0,-2-6-1 15,5-5 0-15,-4 0 1 16,2-7 0-16,-2-2-1 0,3-5 1 0,-4-4 1 16,4-6-2-16,-4-5 1 0,3-1-1 0,-2-5 0 15,-1-3 0-15,1-2-2 0,-3 2 1 16,2-1 0-16,-5 2 0 0,0-1 0 0,-2 5 0 16,0 0 1-16,-3 5 0 0,0 3 1 0,1 3 2 15,-3 3 1-15,2 3 2 0,-1 3 2 16,1 4 2-16,0 5 1 0,2 0 1 0,1 7 2 15,1 1 0-15,-1 2-1 0,1 4 1 0,2 2-2 16,0 1-1-16,-1 3-2 0,2 4-1 16,1-2-2-16,-2 2-2 0,-1 4-2 0,3-2-1 15,-3 1-1-15,0-1-2 0,-1 0-1 0,0-1-2 16,1-2 0-16,-1-3-4 0,-1 2-10 16,2-5-16-16,-4 2-27 0,0-3-62 0,-3 4-95 15,-2-5-172-15,-3 3-281 0,1-3-332 0,-2 2-394 16,-4-1-277-16,0 3 145 0,-1-2 755 15</inkml:trace>
  <inkml:trace contextRef="#ctx0" brushRef="#br2" timeOffset="-179433.55">22228 1836 50 0,'2'0'234'0,"1"0"104"0,-1 0 54 0,-1 0-92 15,1 0-102-15,-1 2-71 0,-1-1-19 16,4 0-2-16,-4 1 4 0,0 1 21 0,0 1 18 16,0 0 11-16,0 1 15 0,0 1 37 15,0 0 43-15,0 0 31 0,0 0 21 0,0 1 32 0,0 0-10 16,0 0-31-16,0 1-40 0,0 1-44 15,0-2-31-15,0 2-47 0,0 1-23 0,0 1-21 16,0 1-20-16,-2-1-7 0,0 1-13 0,2-1-9 16,0 3-2-16,-1 0 3 0,1-1 12 15,-2 0 4-15,2 1 18 0,0 0 15 0,-1 1-2 16,1-1 3-16,0 4-4 0,-2-1-4 0,2 1-21 16,-2 2-13-16,1 0-10 0,1 0-6 0,-2 3-6 15,0 1-5-15,1 0-3 0,-1 1 2 16,1 1 0-16,-4 2-5 0,4 1 1 0,-1-3 1 15,-1 5 0-15,1-3-3 0,-1 2-3 0,1 0-1 16,1 1-4-16,-1 0-3 0,2-3-2 0,-1 2-2 16,1 1-2-16,0-1 2 0,0-1-1 15,0 1-2-15,1 0-1 0,-1-1 0 0,2 0 0 16,-1 2-2-16,1-3-2 0,-2 1 2 0,2 0 3 16,-1 1 2-16,-1-1 0 0,0 1 2 15,0-1 2-15,0 1 1 0,0-3-2 0,0 3-1 0,0-2 1 16,0 0-1-16,0 1-1 0,0-1-1 15,0 0 0-15,0 0-2 0,2-2 3 0,-2 4-1 16,2-2-1-16,-2 0-1 0,0 3-1 16,0-3 3-16,0 2-4 0,-2 1 2 0,0 1 0 15,2-2 0-15,-1 2 3 0,-1-1-1 0,0-1 2 16,2 1-1-16,-1-2 3 0,-1 0 2 0,1 3-2 16,1-4 0-16,0 0-1 0,0 1 2 15,0-2-1-15,0 1-2 0,0-1 0 16,1-1 0-16,-1 2-1 0,2 1-2 0,-2-4 0 15,1 2 1-15,-1 0-2 0,0 0 0 0,2 2 0 16,-2-2 0-16,0 0 3 0,0-1-1 0,2 2 0 16,-2 0 1-16,1 1 0 0,-1-3-1 15,0 4 0-15,0-4 2 0,0 3 1 0,0-2-1 16,0 1 0-16,0 1 2 0,0 1 0 16,0-1-2-16,0 0 3 0,-1 2-1 0,-1 1 2 15,0 0-1-15,1 1 1 0,-1 0-2 0,1 1-1 16,-3 1-1-16,4 1-1 0,-3 0 1 15,3-1 1-15,-1 5-1 0,-4-1 0 0,4 1 2 16,-1 2-2-16,1-1 0 0,-1 1-1 0,-1 1 1 16,1 4 0-16,-1-1 0 0,0 2-1 15,-1 4 0-15,0-2-2 0,-2 6-1 0,1-1-1 16,0 3 0-16,0 1 0 0,0 1 2 16,1 2 1-16,-2 2 2 0,-1-1 0 0,2 1 0 15,2 3 0-15,-2 0-1 0,1 1-2 0,0-1-3 16,-2 1 0-16,3-1 0 0,0-1 2 0,0 0 0 15,1 1 0-15,-1-3 3 0,1 0 0 16,-3-1 0-16,4 2-2 0,-2-4-1 16,0-1 0-16,1 0-1 0,-1-3-1 0,2-3 0 0,-1-2 1 15,0-2-1-15,2-2-2 0,-1-5 4 16,-1-2-4-16,2-4-7 0,0-8-23 0,0-3-65 16,0-6-68-16,-1-7-130 0,-3-4-209 15,1-8-306-15,-3-7-324 0,-3-8-230 0,-3-8-77 16,-2-11 437-16,-2-12 583 0</inkml:trace>
  <inkml:trace contextRef="#ctx0" brushRef="#br2" timeOffset="-178496.18">22016 1902 125 0,'-1'7'372'0,"-3"-2"216"0,3 0 188 16,-1-3-113-16,1 1-107 0,1-1-64 16,-3-1-50-16,3-1-30 0,0 1-53 0,3-1-59 15,-3-1-58-15,1 0-48 0,2-1-23 0,1-2-4 16,1-1 18-16,-1-1-7 0,4-3-10 0,0 0-10 16,-2-1-19-16,4-2-36 0,-2-2-31 15,4-1-12-15,-2-4-4 0,2 0-8 0,3-1-4 16,-1-3 2-16,2-1 1 0,1-1-2 0,-1-1-3 15,1-1 1-15,1 0-2 0,1 0-5 0,-5 1-10 16,3 2-5-16,-2 3-4 0,-3 1-2 0,-1 3-3 16,-1 2-3-16,-2 5 3 0,-4 1 1 0,1 1-1 15,-2 4-2-15,2 1 5 0,-2 6 1 0,-1 0 0 16,4 3-1-16,-3 3 0 0,0 1 0 16,2 4-7-16,-2 1-4 0,2 3 0 0,-1-2-2 15,-1 2 1-15,3 1 1 0,-3 0-1 16,2 2 0-16,-1-2 0 0,1 2-1 0,-1 0-2 0,0-1 0 15,2-1-1-15,1 2-2 0,-2-1-1 16,-1-1-9-16,3 4-21 0,-1-2-53 0,-2 2-75 16,1 0-154-16,-1 1-279 0,-1 4-308 0,-2-1-368 0,-1 5-306 15,-1 1 1-15,-2 2 690 0</inkml:trace>
  <inkml:trace contextRef="#ctx0" brushRef="#br2" timeOffset="-176463.76">21768 7356 124 0,'-2'4'396'0,"1"-3"222"0,-1 3 150 16,2-3-138-16,0 0-201 0,0-1-132 0,0 2-92 15,0-2-69-15,2 2-14 0,1-1 45 16,0 1 22-16,2 1 28 0,2-1 31 0,2 1 6 15,-1 1-22-15,0 1-63 0,1-2-23 16,4 2-33-16,-2-1-31 0,4 0-15 0,-2-1-12 16,4 1-5-16,0-1-19 0,1 0-10 15,2-1-11-15,2 0-5 0,-2-1-5 0,1 0 2 16,1 1-3-16,0-2 0 0,0 1 1 0,-1 1-1 16,1 0 3-16,-2 1-6 0,1 1 4 0,-1-2-2 15,1 3-2-15,-2 0 4 0,0 0-2 16,1-1 2-16,-2 3-1 0,1-1-3 0,-2 0 2 15,4 0-2-15,-2 0-4 0,-2-1 2 16,5 1 1-16,-1-1-2 0,-4 0 3 0,4 1 6 16,-4-1 1-16,4 0 0 0,-1 0-1 0,-1-1 2 15,0 2-1-15,2-1-3 0,-4 0 0 16,4-1 2-16,-4 1 2 0,2-1 1 0,-2-1-2 16,1 2 0-16,-1-1 0 0,-1 0-1 15,1-1 1-15,1 2 1 0,-1-2 0 0,1 0-2 16,-1 2 0-16,2-4-2 0,-3 2 0 15,3 0-3-15,-3-1-1 0,3 0 43 0,1 1 58 16,-1-2 25-16,3 0 10 0,0 3 5 0,2-4-5 16,-2 2-37-16,4 2-47 0,-3-3-19 15,1 2-14-15,1 0-9 0,2 1-4 0,-2 1 2 16,2 0-4-16,0 0-3 0,0 1 2 0,-1 0 2 16,2 2 4-16,1-2-4 0,-1 0 4 15,2 2-1-15,0 1 2 0,2-1 0 0,-1 0-1 16,1 1-2-16,1-2-2 0,2 2 1 0,-1 0 1 15,1-1-3-15,0 3-2 0,-2-3 1 0,2 1 1 16,-2 1 0-16,2-3-5 0,-2 2 2 16,2 0-1-16,0-2 3 0,-1 3 1 0,0-4-1 15,1 4 1-15,-1-1 2 0,0-1-1 16,1-1 1-16,-1 0-2 0,2 1 2 0,1-1 1 16,-2 1-1-16,1-2 3 0,2 1 0 15,1-1-1-15,-1-1 2 0,2 1 0 0,0 2 0 16,-1-4-1-16,1 1-5 0,-1 3-1 0,2-2 0 15,-1 0-4-15,1 0-2 0,1 2 2 0,0-3 3 16,-1 2 0-16,1-1-1 0,1 0 3 0,0 0 2 16,1 1 1-16,1-1 1 15,2 0 2-15,-1 2-3 0,3-2 0 0,-2 0-1 16,4 2-4-16,-3-1 1 0,2 0-3 0,0 1 0 16,-2 0 0-16,2-1 1 0,1 0-3 0,-3 1 5 15,2-3-1-15,0 3 2 0,0-1 3 16,2-1 2-16,1-2-1 0,1 0 1 0,3 1 0 15,3-2-4-15,0 0 2 0,2-1-3 16,0 0 3-16,1 0-6 0,0 0 0 0,1-1 5 0,0 0-2 16,0 1 5-16,2-1-1 0,0 1 1 15,2-2 5-15,0 1-5 0,2 0 0 0,1 1-5 16,-1-1 0-16,1 1 0 0,0 1-5 0,-2-1 5 16,-1-1 5-16,2 1 3 0,-1-1-1 15,3 1 1-15,-3 0 0 0,5 0-6 0,-2 0-4 16,-1 0-3-16,-1 2 1 0,0 1 0 0,0-2 1 15,-3 4 3-15,1-3 0 0,-2 4 5 16,-1-3-2-16,-1 1 1 0,3-1-1 0,-1 1-1 16,1 0-2-16,-1 2-2 0,2-2 0 0,-3 0 0 15,0 0 0-15,0-1-2 0,-4 2 4 16,3-1 3-16,-3 2-1 0,-1-2 3 0,0-2 2 16,0 1 1-16,0 2-3 0,-1-1-1 0,-2-1-2 15,-1 0-2-15,-1 1 0 0,-2-1-2 16,-3 0 0-16,2-1 0 0,-4 2 0 0,-1-1 2 15,-2-1 0-15,-2 0 0 0,-2 0 2 16,-2-2 1-16,1 0 2 0,-3 1-2 0,-1-2 1 16,-3 0 5-16,2 1-4 0,-4 0 4 0,-1-1-3 15,-1-1 2-15,0 2-3 0,-4-1-1 0,0 1 3 16,0-2-4-16,-1 1 0 0,-2-1 1 0,0 2 2 16,0-2-2-16,-1 0-1 0,1 1 2 0,-1-1 4 15,1 0-1-15,-3-1-1 0,1 1 2 16,0 0 1-16,0-2-1 0,0 2-5 0,-2-1 1 15,1-1-1-15,0 1-3 0,-3-1 3 0,-1 1-3 16,0-1 1-16,-1 2-1 0,-1-2 0 0,-4 1 1 16,0 1-1-16,-1-1 0 0,0 1 2 0,-1 0-1 15,-2-2 0-15,1 2-2 0,-3 0 0 16,2 0 2-16,-1 0 0 0,0 0 0 0,-1 0 0 0,0 0 2 16,-1 0 0-16,-1-1 2 0,4 1 0 15,-5 0 6-15,3 0 7 0,-3 0 5 0,0-2 7 16,0 2 5-16,0 0 4 0,0-1-2 0,0 1-6 15,0 0-5-15,0 0-5 0,0 0-4 16,0 0-7-16,0 0-4 0,-2 0-2 0,1 0-2 16,-1-1-5-16,-1 1-16 0,0 0-42 0,-2-2-63 15,0 2-84-15,-4-2-152 0,0 2-258 0,-4 0-309 16,2 0-291-16,-3 2-202 0,1-2 74 0,-1 0 554 16</inkml:trace>
  <inkml:trace contextRef="#ctx0" brushRef="#br2" timeOffset="-176093.18">30701 8196 226 0,'2'-8'722'0,"-1"1"364"0,-1 0 67 0,0 1-226 15,0-1-342-15,0 3-245 0,0 2-162 0,0-2-81 16,2 4-40-16,1 0-20 0,1 0-3 0,2 3-1 15,1 0 9-15,5 3 7 0,-1 0 2 0,5 3-6 16,0-1-9-16,2 5 0 0,3-1-9 0,0 3-10 16,2 0-2-16,1 0 4 0,1 0 62 15,2 1 32-15,-1-2 21 0,2 5 27 0,0-4 10 16,-1 0-3-16,0 1-55 0,-2-2-33 0,-1 0-19 16,-5-1-27-16,2-1-13 0,-7 0 3 15,0-1 6-15,-4-2 9 0,-2 3 5 0,-4-1 6 16,-2-2 2-16,-8 2-8 0,-1-2-7 0,-1 4-11 15,-5-3-8-15,-4 3-5 0,-2-1-8 0,-2 2-2 16,-4-3-4-16,2 4-1 0,-4-1-2 16,0 0 0-16,1 0-2 0,0 2-11 0,-1-2-25 15,2 3-60-15,3-2-58 0,2 0-98 0,1-1-164 16,5-1-300-16,2-1-295 0,2-1-236 16,4-1-163-16,4-2 222 0,2 1 578 0</inkml:trace>
  <inkml:trace contextRef="#ctx0" brushRef="#br2" timeOffset="-174728.07">31326 9619 295 0,'6'-7'790'0,"-1"-2"368"16,-4 0 53-16,-1 0-284 0,-1-2-269 0,-4 2-141 15,4 0-125-15,-4-1-70 0,-1 1-48 16,-3 0-34-16,-1 0-40 0,-2 0-65 0,-3 3-34 16,0 1-25-16,1-2-16 0,-3 3-13 0,0 4-10 15,-3 2-10-15,5 1-7 0,-3 5-7 0,3 1-4 16,-2 5-2-16,2 0-3 0,2 7-1 15,1 2-3-15,0 3 0 0,4 3-1 0,-1 0 0 16,6-1-1-16,2 2 0 0,1-5 1 0,3-3 0 16,3-1 1-16,2-6 0 0,1-2 0 15,7-5 1-15,-2-5 1 0,3-6 2 0,4-6 0 16,1-5 2-16,4-5 0 0,-1-5 1 0,0-3-1 16,-1-3-1-16,0-1-1 0,-2-5-1 0,-3 4 0 15,0-3-2-15,-6 2 0 0,1 0 0 0,-5-1 0 16,-1 2-1-16,0-1-1 0,-5 3 1 15,0 0-2-15,0 2-1 0,-1 3 1 0,0 0 1 16,-2 6 1-16,0 2 0 0,1 4 1 0,-1 1 0 16,0 4-3-16,0 2-2 0,0 1-2 0,2 5 3 15,-2 3 0-15,2 5 1 0,-1 0 2 0,1 9 4 16,-2 0-1-16,1 4 1 0,-1 6 0 16,0 3 1-16,0 6 0 0,-1 3-2 0,-2 5 0 15,-1-1-2-15,3 4-1 0,-1-1-2 0,2-2-1 16,2-2 0-16,1-3 0 0,3-5 0 0,7-2 0 15,-2-5 0-15,4-5-1 0,2-3 1 16,0-3-10-16,-1-6-17 0,3-1-43 0,-3-3-70 16,-1-6-66-16,0 0-108 0,-3 0-163 0,-1-5-293 15,-4 1-273-15,-1-2-204 0,-3 0-135 16,-3-1 248-16,-8-1 544 0</inkml:trace>
  <inkml:trace contextRef="#ctx0" brushRef="#br2" timeOffset="-173461.45">20889 9007 101 0,'-3'-10'687'0,"-3"2"490"16,-4 1 182-16,-2-1-81 0,-1 0-392 16,-4-2-325-16,-3 3-167 0,-2 1-94 0,-1-2-71 0,-4 4-66 15,-2-1-37-15,-1 3-30 0,5-2-20 16,-5 4-18-16,3 0-13 0,0 0-10 0,3 2-12 16,2 0-7-16,5-1-6 0,1 2-4 15,3-2-4-15,4 2-2 0,0 0-2 0,2 2-3 16,4 1 1-16,1 1 0 0,4 1 0 0,1 0 0 15,2 3 1-15,1-2 0 0,7 2 0 16,1 1 0-16,3 0-1 0,4 0 2 0,0 1-1 16,4 1 1-16,2-1 0 0,-1 2-1 0,1 0 1 15,2-2 2-15,-4 3 1 0,1-1 0 16,-4 1 2-16,0 0 1 0,-5 1 0 0,-1 0 0 16,-3-1-1-16,-4 1 1 0,0-3 0 15,-4 3 0-15,-5 0 0 0,-1-2 0 0,-4 1 0 16,-3 0-1-16,0 0 0 0,-3-1 0 0,-3 0-1 15,1-2 1-15,-1 1-2 0,1-2 1 0,-1-2-1 16,0-2-1-16,1-2-1 0,1-2-1 16,1-3-3-16,2-1-13 0,0-5-23 0,1-3-59 15,5-4-71-15,0-4-108 0,3-7-170 16,3-1-266-16,2-2-323 0,6-2-258 0,-2 0-159 16,4-1 217-16,3 1 574 0</inkml:trace>
  <inkml:trace contextRef="#ctx0" brushRef="#br2" timeOffset="-173296.03">21009 9064 264 0,'13'18'644'0,"-5"3"350"16,-2 0 156-16,-1 5-255 0,-2 0-233 15,0 2-129-15,-1 0-94 0,1 2-86 0,-3 1-78 16,0-2-54-16,-3 0-47 0,3-2-57 0,0-4-54 16,3 0-32-16,-2-8-20 0,2-1-52 0,1-4-51 15,-3-5-83-15,3-7-152 0,-1-2-255 16,0-7-308-16,-1-2-265 0,1-6-211 0,-2-3 93 15,1-1 549-15</inkml:trace>
  <inkml:trace contextRef="#ctx0" brushRef="#br2" timeOffset="-172641.36">20993 8863 172 0,'-6'-7'731'0,"0"2"404"0,1 3 71 15,-1 0-165-15,1 2-411 0,2 0-294 0,-1 2-162 16,2-1-80-16,2 2-42 0,2 0-24 0,2 1-15 15,2-1-5-15,2 2-4 0,2-1-1 0,4 0-2 16,-1 0-20-16,4-2-43 0,0 0-65 16,2 0-84-16,1-2-102 0,1-2-109 0,1 2-92 15,2-3-61-15,-2 3-20 0,1 0 33 16,-2 0 79-16,0 0 102 0,-2 1 113 0,2 3 121 16,-4-2 116-16,-1 2 102 0,-1 3 96 0,-2-2 93 15,-2 3 110-15,-1-1 113 0,-4 2 104 16,-3 1 41-16,0 1-24 0,-4 1-51 0,-2 1-42 15,-1 2-57-15,0 2-91 0,-4 1-68 16,0 2-50-16,-2 2-42 0,2-1-53 0,-2 1-54 16,2 1-32-16,-1-1-23 0,5 0-12 0,-2 1-11 15,3-4-7-15,1 0-5 0,4-3-5 16,1 0-2-16,3-3-3 0,2-2 2 0,1-3-1 16,5-2 0-16,-1-3 3 0,3-1 1 0,5-4-1 15,-3 0 0-15,3-2 1 0,3 0 0 16,0-2-3-16,-1-1 0 0,2 0 1 0,-1 1 0 15,2 1-1-15,-3-1 2 0,2 4 3 0,-2-2 0 16,1 3 0-16,-2 0-1 0,-2-1 0 16,-1 2-1-16,2 2-1 0,-5-2 0 0,1 1 0 15,2-1 2-15,-5-1-1 0,3-3-1 0,-2 0 0 16,0-2 1-16,1-2-1 0,1-1-1 16,-2-5 0-16,1 0 2 0,0-1 0 15,-2-3 1-15,-2 0 1 0,-2-1-2 0,-1 2 2 16,-1-2 1-16,-3 1 1 0,-3 1 1 0,-2 0 0 15,-4 3 11-15,-2 2 9 0,-2 1 6 16,-3 4 6-16,-2 2 10 0,-4 5 10 0,1 5-2 16,-3 4 0-16,-1 4-1 0,1 3-5 0,-2 6-6 15,1 2-6-15,1 3-7 0,2 3-4 0,0 1-5 16,2 4-1-16,2 1-2 0,1 1-2 16,4 4-2-16,1-2-4 0,2 0-1 0,5-3-4 15,5-2-3-15,3-3-2 0,5-3-2 16,3-3-1-16,4-4-2 0,4-2 0 0,3-3-9 15,6-3-17-15,0-3-38 0,2 0-80 16,0-4-149-16,-2 1-270 0,0-5-310 0,-1 2-381 16,-2-1-397-16,-3 1-32 0,-1 2 703 0</inkml:trace>
  <inkml:trace contextRef="#ctx0" brushRef="#br2" timeOffset="-169843.59">20133 8063 255 0,'-3'-6'534'0,"0"0"324"0,-2 1 221 0,1-1-224 0,-3-1-177 16,1 3-127-16,-2 0-90 0,-1 1-100 15,0 1-76-15,-2 4-57 0,-1 2-41 16,-1 3-32-16,-2 4-32 0,0 2-29 0,-2 6-29 15,-1 2-22-15,1 4-9 0,1 4-7 16,-1 2-6-16,2 4-3 0,1 1-1 0,3-1-5 16,0 3-4-16,3-3-3 0,3-5-1 0,2-2-2 15,3-5-3-15,0-5-3 0,3-3 1 16,2-5-1-16,3-4 0 0,1-4 0 0,1-7 0 16,1-4 2-16,0-6 1 0,2-2 2 0,-1-6 4 15,1-2-1-15,-2-6 0 0,0 1 5 16,0-1-3-16,-3-1-1 0,0 2-4 0,-3 1 0 15,0-1 3-15,-2 5-4 0,-2 0 1 0,3 7 0 16,-4 0 2-16,1 3 0 0,-1 4-3 16,0 0 0-16,2 5 0 0,0 2-2 0,-2 2-2 15,0 4 1-15,1 4 1 0,2 2-1 0,3 1 1 16,-3 6 2-16,2 0-1 0,2 3-2 16,-1 2 0-16,0 6 1 0,0 1 0 0,-1 2 0 15,-2 2 4-15,1 3 3 0,-1-1 2 0,-1-1-1 16,-2 1-1-16,0 0 1 0,0 0-2 15,-2-3 0-15,-1-2-2 0,-1 0 2 0,1-6-2 16,-2-1 1-16,2-4 0 0,-3-2-1 0,2-3-1 16,-5-5-6-16,3 1-28 0,-2-7-56 0,-1-1-55 15,-1-6-95-15,2-3-148 0,1-4-213 16,0-2-281-16,4-5-232 0,0-1-188 16,1-2 110-16,2-2 455 0</inkml:trace>
  <inkml:trace contextRef="#ctx0" brushRef="#br2" timeOffset="-169482.63">20178 8106 175 0,'9'4'449'0,"0"2"284"0,1 2 253 0,-2 2-120 16,3 3-167-16,-2 4-123 0,0 1-102 0,1 1-90 16,-2 2-99-16,2 2-84 0,1 0-60 15,-2 0 2-15,1-1 8 0,1-2-18 0,-2 2-9 16,1-3-8-16,-2 1-9 0,0-2-33 15,-2-4-35-15,0 2-16 0,-2-4-10 0,0-2-5 16,-2 0-1-16,2-3 6 0,-2-3 17 0,0 1 17 16,-2-4 6-16,0-1 0 0,-2-3 2 15,0-3-11-15,-2-2-14 0,2-6-15 0,-2-2-6 16,0-2-1-16,1-2-5 0,0-6 1 0,0-3-1 16,0 2 0-16,1-5-1 0,0 2 0 15,2 3 0-15,0 1 0 0,0 3-1 0,0 6-1 16,0 2 1-16,0 3-5 0,0 2-1 0,2 3-2 15,0 3 0-15,1 1-2 0,2 3 0 16,-1 1-6-16,1 2-28 0,4 3-55 0,-2 2-52 16,2 0-72-16,-1 3-129 0,2 0-165 0,-1 1-256 15,1 1-234-15,2 1-217 0,-1 0-67 16,1 0 317-16,2 2 468 0</inkml:trace>
  <inkml:trace contextRef="#ctx0" brushRef="#br2" timeOffset="-169080.93">20691 8249 195 0,'4'-12'506'0,"-3"-1"347"0,1 0 255 16,-4-2-187-16,1 1-129 0,-3 2-76 15,3 2-120-15,-3-1-125 0,1 4-112 0,-3 1-78 16,0 1-84-16,-1 5-77 0,-1 1-46 0,-4 5-31 16,2 5-19-16,-1 4-12 0,-1 4-7 15,1 3-3-15,1 2-1 0,2 1-3 0,2 2 1 16,1-3-1-16,4 2 1 0,1-6 0 15,1 1-1-15,2-2 0 0,2-4-2 0,2-2 0 16,2-6 0-16,0-1-2 0,3-4 3 0,2-6 1 16,-1-4 2-16,4-4 1 0,-1-3 2 0,1-4-1 15,2-2 0-15,-3-2-1 0,1 1 0 16,-3-1 2-16,-1 1 0 0,0 2-1 0,-5 1 2 16,-2 4 0-16,2 4 2 0,-5 2-2 15,-2 1-1-15,1 3-3 0,-2 3 0 0,-2 4 0 16,1 2 0-16,-2 5-3 0,-2 3 2 0,1 3 0 15,0 4 1-15,-1 0-2 0,2 1-2 16,2 1 0-16,1 2-2 0,0-3-2 0,0-3-20 16,1 0-60-16,2-3-61 0,2-3-70 0,0-4-123 15,4-3-172-15,-2-4-265 0,2-3-232 0,2-4-200 16,0-4-78-16,2-2 294 0,1-4 471 16</inkml:trace>
  <inkml:trace contextRef="#ctx0" brushRef="#br2" timeOffset="-168925.02">21065 8203 227 0,'-4'23'688'0,"-2"1"370"0,-2 1 121 15,2-1-214-15,-2 3-302 0,0 0-227 0,0 0-151 16,0-1-89-16,0-4-68 0,3 1-46 16,2-5-35-16,0-4-24 0,0-1-26 0,8-6-30 15,-4-3-63-15,1-4-141 0,1-4-195 0,0-3-293 16,2-6-260-16,2-2-228 0,-3-4 27 15,2-4 425-15</inkml:trace>
  <inkml:trace contextRef="#ctx0" brushRef="#br2" timeOffset="-168757.32">21017 7774 423 0,'-6'-17'991'0,"-4"4"302"0,1 2-59 0,-2 6-277 15,1 3-425-15,1 4-244 0,1 1-126 16,2 2-74-16,2 5-42 0,1 0-25 0,3 3-8 15,3 3-2-15,2 0-23 0,2 2-35 0,0 1-101 16,1 0-172-16,0 2-296 0,3 0-281 16,-1 2-259-16,1-1-147 0,1 2 287 0,-1 0 521 15</inkml:trace>
  <inkml:trace contextRef="#ctx0" brushRef="#br2" timeOffset="-168312.68">21280 8458 527 0,'-5'18'1107'0,"1"-4"371"16,0-3-86-16,-1-3-375 0,2-1-385 0,3-5-232 15,-1-4-138-15,1-5-111 0,1-2-68 16,7-4-34-16,-2-5-21 0,2-2-11 0,5-5-2 16,3 1-4-16,-2-2-3 0,2 3-4 0,-2 1-2 15,3 1 1-15,-2 5-3 0,-1 0 1 16,-1 5 2-16,-1 2-2 0,-1 2 2 0,-1 3 5 15,0 2 5-15,-1 3 5 0,0 4 7 16,-1 2 7-16,-2 2 1 0,1 4-3 0,-3 1-4 16,1 1-5-16,0 2-6 0,-1-3-5 0,1 3-3 15,-2-4-3-15,4-1-1 0,-1-1-2 16,1-2-1-16,3-2-2 0,2-4 0 0,2-3 2 16,0-4-1-16,3-3 1 0,3-7 1 15,0-3 2-15,3-2-1 0,-2-2 0 0,3-2 1 16,-4 4-2-16,1-1 0 0,-2 4-1 0,-2 1-1 15,-4 2-1-15,-2 4-1 0,2 5 0 0,-5 1 0 16,-2 2 2-16,2 3 3 0,-4 4 2 16,1 3 2-16,-1 6-1 0,-3-1-1 0,1 4-2 15,-1 4-3-15,1 0-1 0,0 0-5 0,-1 2-26 16,4-1-82-16,1 1-140 0,-1-4-263 16,1 3-296-16,2-3-373 0,5-1-406 0,-1 0-51 15,4 0 634-15</inkml:trace>
  <inkml:trace contextRef="#ctx0" brushRef="#br2" timeOffset="-161348.34">20840 1198 39 0,'5'-3'526'0,"-4"-1"465"0,1 1 245 15,-1 0-51-15,-1 0-313 0,0-1-236 0,0 4-163 16,2 0-99-16,-2-1-63 0,0 1-47 0,0 0-61 16,0-1-57-16,0-1-34 0,0 2-24 0,0-1-16 15,0-1-8-15,0 2-7 0,0-1-9 0,0 0-7 16,0 1-5-16,0-2-4 0,0 2-5 0,0 0 0 15,0 0 1-15,0 0 1 0,0 0-3 0,0 0 1 16,0 0 0-16,0 2-4 0,0-2-2 0,0 1 0 16,0 0-2-16,0 1-3 0,0-2-4 15,0 1-1-15,0-1-5 0,0 2-2 0,0-1-1 16,0-1 0-16,0 1-2 0,0 1 1 0,0 3 1 16,2-1-1-16,-1 5 2 0,-1 4-1 0,0 1 1 0,0 5 0 15,0 1 0-15,-3 4 1 0,3 5-2 0,-2 0 0 16,-1 5-2-16,2 0 1 0,-4 2-1 15,2 2 1-15,-2-2 0 0,1 0 1 0,0 0 2 16,-1-5-4-16,2-1-1 0,0-1 0 16,1-5 0-16,-1-3 0 0,3-6 0 0,-1 2 0 0,-1-6 0 15,2-2 0-15,-3-3 0 0,3 0 0 16,0-1 0-16,0-4 0 0,0-2 0 0,-1-4 0 16,-1-4 0-16,2-1 0 0,0-7 0 0,0-3 0 15,0-2 0-15,0-3 0 0,0-5 0 0,2 0 0 16,-1-3 0-16,-1-3 0 0,3 0 0 0,-1 0 0 15,-2-2 0-15,1 2 0 0,2 1 0 0,-1-1 0 16,0 4 0-16,-1 1 0 0,1 1 0 0,-1 5 0 16,1 1 0-16,-2 3 0 0,3 2 0 0,-3 1 0 15,2 4 0-15,0 2 0 0,-1 2 0 16,-1-1 0-16,2 4 0 0,-1-1 0 0,-1 2 0 16,3 2 0-16,-3-1 0 0,2 0 0 0,-2 3 0 15,0 1 0-15,1-3 0 0,-1 3 0 0,0-1 0 16,0 0 0-16,0 2 0 0,0-1 0 0,2 1 0 15,-2 1 0-15,1-1 0 0,3 4 0 0,0 1 0 16,1 0 0-16,3 3 0 0,3 2 0 0,-1 4 0 16,1 2 0-16,3 3 0 0,0 5 0 15,2 1 0-15,0 1 0 0,3 5 0 0,0 0 0 0,-2 1 0 16,4 1 0-16,-2-2 0 0,1 2 0 0,2-3 0 16,0-2 0-16,-2-2 0 0,0-2 0 15,-1-1 0-15,0-4 0 0,0-2 0 0,-1-2 0 16,-1-2 0-16,-3-2 0 0,-2-2 0 0,0-3 0 15,-3 0 0-15,0 0 0 0,-2-3 0 0,-2-2 0 16,0 1 0-16,-2-4 0 0,0 1 0 16,1-7 0-16,0 0 0 0,-3-4 0 0,2-4 0 15,1-4 0-15,-1-2 0 0,2-6 0 0,-4-4 0 16,4-4 0-16,1-6 0 0,-1-5 0 0,1-2 0 16,1-5 0-16,1 0 0 0,-1 0 0 0,1 0 0 15,0 1 0-15,-3 6 0 0,3 1 0 0,-5 6 0 16,0 5 0-16,-1 6 0 0,-2 5 0 15,0 4 0-15,0 5 0 0,-4 2 0 0,3 3 0 16,-2 1 0-16,-2 3 0 0,2 2 0 16,2 1 0-16,-3 0 0 0,1-1 0 0,1 2-233 15,-1 1-310-15,3 1-345 0,0 0-440 0,2-3-499 16,-1-1-102-16,4 2 813 0</inkml:trace>
  <inkml:trace contextRef="#ctx0" brushRef="#br2" timeOffset="-155802.6">22143 7392 16 0,'0'1'189'0,"1"0"101"0,-1 2 46 15,0-3-33-15,0 0-52 0,4 0-45 16,-4 0-34-16,1 2-17 0,1-2-16 0,0 0-9 15,-2 0-1-15,1 0-1 0,-1 0-5 16,0-2-2-16,2 2 4 0,-2 0-5 0,0-3-2 0,0 1 1 16,0 1 5-16,0-4 8 0,0 3 6 15,1-1 0-15,-1 0-4 0,3-1-12 0,-1-3-19 16,-1 1-18-16,1 1-19 0,1-2-17 16,0-1-12-16,0-1-9 0,2-1-5 0,0 1-7 15,3-1-6-15,-2-2 1 0,-1 2-4 0,1-2-4 16,-1 1-2-16,3 0 2 0,-4 0-3 15,0 3 0-15,1 1 0 0,-4-1 4 0,2 2-2 16,1 2 2-16,-3 0 2 0,-1 0 4 16,3 3 0-16,-3-1 7 0,0 1 4 0,2 1 2 15,-2 0-2-15,3 0-3 0,-3 0-1 0,1 1-9 16,-1-1-7-16,3 2 1 0,-1-1-2 16,0-1 0-16,1 0-2 0,0 2 1 0,0-2 1 15,1 0 0-15,0-2 1 0,2 2-1 0,-1 0 3 16,3-1-2-16,-1 1 1 0,1-2-2 15,-1 2 0-15,3 0 0 0,-1 2-2 0,2-1 1 16,0-1-2-16,-1 4 2 0,2-3-3 16,0 0 0-16,-1 1 1 0,1-1 1 0,-2 1 4 15,1 1 1-15,-2-2 2 0,-1 2 1 16,-1-1 2-16,0-1 2 0,-2 0 16 0,-2 1 35 16,1 0 41-16,-3-1 25 0,2 1 14 0,-3-1 7 15,0 2-14-15,0 0-35 0,-3 0-34 16,2 1-23-16,-3 0-18 0,1 1-9 0,0 1-3 15,-1-1-1-15,0 1 0 0,0 0-4 16,0 2-1-16,1-1-1 0,0 4-2 0,1-3-6 16,-1 4-1-16,1-2 1 0,1 2 3 0,-1 1-2 15,1 1 2-15,-2-1 1 0,1 1-1 16,2-1 0-16,-1 2-6 0,-1-3 3 0,2-2-2 16,2 1-2-16,-1-1 4 0,-1-1-3 0,5-1 1 15,-4-2-40-15,-1 0-98 0,2-3-135 16,-1 1-219-16,-1-3-279 0,4 0-257 0,-3-2-123 15,-1 0 202-15,2-3 408 0</inkml:trace>
  <inkml:trace contextRef="#ctx0" brushRef="#br2" timeOffset="-155000.58">23700 7830 44 0,'2'-8'265'0,"-2"2"144"0,0 0 130 0,0-1-63 16,0 3-128-16,0-2-69 0,1-1-32 16,-1 3-4-16,0 0-3 0,2 0-6 15,-1 2-21-15,-1-2-26 0,4 3 23 0,-3 1 28 16,-1 0 27-16,3 2 12 0,1 1-4 16,-3 3-9-16,3 4-53 0,-3 2-54 0,-1 3-54 15,0 4-35-15,0 4-28 0,-3 3-17 0,0 2-10 16,-1 4-6-16,0-3-6 0,0 0-4 15,0 2-2-15,-1-2-2 0,4-2 1 0,-1-4-3 16,0 0-19-16,1-2-62 0,-2-4-127 0,-1-3-174 16,0 0-293-16,0-3-267 0,0-4-226 15,-4-1 11-15,2-1 381 0</inkml:trace>
  <inkml:trace contextRef="#ctx0" brushRef="#br2" timeOffset="-154579.9">23401 8719 106 0,'0'5'360'16,"0"-3"172"-16,0 2 125 0,0-3-131 15,0-1-190-15,0-1-98 0,2-3-34 0,0 0 10 16,1-3 34-16,0-2 30 0,2-3 19 0,2-3-1 16,1-3-26-16,0-2-19 0,2-3-31 15,2-3-39-15,0-1-39 0,2 0-28 0,-2-2-20 16,4 2-28-16,-3 2-19 0,-2 4-10 16,1 1-11-16,0 4-11 0,-6 3-8 0,2 2-1 15,-4 4-6-15,1 1 8 0,-1 5 4 0,-1 1 2 16,0 5-1-16,-1 0 0 0,-1 5 1 15,-1 1-7-15,-1 3-5 0,1 1 0 0,-2 1 2 16,0 3-1-16,-1 0 3 0,3 2 1 0,-3 1-1 16,0 2-5-16,3-2 2 0,-4 1-3 15,3 2 1-15,-1-1-1 0,1 0-6 16,1-2-19-16,-3-1-61 0,1-3-106 0,2-3-132 0,0-3-177 16,0-4-297-16,0-1-246 0,2-3-105 15,1-4 194-15,0-2 369 0</inkml:trace>
  <inkml:trace contextRef="#ctx0" brushRef="#br2" timeOffset="-154261.56">23741 8651 78 0,'8'15'260'0,"2"-1"114"15,1 3 97-15,-2-1-142 0,4 2-118 0,-4 0-66 16,4-1-34-16,0-1-29 0,-2-2-11 15,2-1-30-15,-1-4-16 0,-1-1 9 0,3-5 5 16,1-3 11-16,-3-5 14 0,-1-2 18 16,-1-5 25-16,1-6 23 0,-3-1 20 15,-2-6 23-15,-3-2 21 0,1 2 21 0,-3-4 7 16,-2 0-15-16,-4 1-16 0,-2 1-26 0,-1 0-31 16,-2 2-36-16,-2 4-33 0,1 1-28 0,-1 4-16 15,0 4-13-15,2 4-5 0,2 2-7 16,0 6-36-16,1 6-89 0,2 0-122 0,3 8-266 15,2 2-234-15,2 2-169 0,3 3-2 0,6-1 247 16,5 1 312-16</inkml:trace>
  <inkml:trace contextRef="#ctx0" brushRef="#br2" timeOffset="-153617.58">25401 7976 159 0,'-3'-5'413'0,"-2"0"198"0,-1 4 147 16,2 2-155-16,-3 2-171 0,1 3-97 16,-1 3-70-16,1 4-49 0,3 4-44 0,-2 2-43 15,2 3-49-15,2 2-33 0,-3 0-20 0,4 3-15 16,0 1-7-16,0-1-3 0,4 4-4 15,-1-3-2-15,-2 0-2 0,4-1 3 0,-2 2 2 16,3-6-41-16,-3 2-73 0,2-1-96 16,-1-3-168-16,-3 0-263 0,-1 0-180 0,0-1-21 15,-1-2 170-15,-3 3 258 0</inkml:trace>
  <inkml:trace contextRef="#ctx0" brushRef="#br2" timeOffset="-153251.6">25176 8817 99 0,'2'-4'337'0,"-2"2"161"16,4-3 136-16,-1 0-100 0,2 0-131 0,-1 0-65 15,3-3-26-15,4 1-20 0,-2 0-24 0,4-2-49 16,3 0-7-16,0 4-35 0,2 0-36 16,1 1-18-16,1 1-15 0,-3 0-11 0,-1 3-41 15,-1 1-10-15,-2 1 31 0,1 2 16 16,-6 1 16-16,0 3 10 0,-1 1 4 16,-3 1-13-16,-2 3-40 0,-2 3-20 0,-5 2-21 0,2 3-13 15,-3-1-7-15,-1 3-4 0,-1 0-5 16,1-2-1-16,-1 0-3 0,1 0-2 0,2-3-2 15,4-2-10-15,-3-1-26 0,4-5-60 16,-1 0-85-16,1-4-100 0,1-4-114 0,3 0-142 16,-1-4-209-16,2-1-163 0,1-6-5 15,1 2 166-15,2-2 256 0</inkml:trace>
  <inkml:trace contextRef="#ctx0" brushRef="#br2" timeOffset="-153020.03">25523 8974 140 0,'15'8'300'0,"-2"3"136"0,2-1 17 16,-1 3-86-16,0-1-83 0,-1 2-44 15,3-2-20-15,-3 0-6 0,1-3 21 0,-1-2 15 0,0-1 40 16,0-4 28-16,0-2 11 16,0-5-6-16,-4-2-23 0,3-3-31 0,-2-7-48 15,0 2-48-15,-1-5-38 0,-3-1-25 0,1 0-18 16,-2-2-8-16,-5 3-7 0,0-1-3 0,-5 3-13 16,-2 1-11-16,-1 2-17 0,-2 0-13 0,-2 3-14 15,0 3-5-15,1 3-6 0,-1 4-16 16,3 3-22-16,0 1-46 0,1 5-110 0,1 4-152 15,1 1-283-15,5 1-263 0,2 1-245 16,5 2-97-16,2-1 292 0,5 0 463 0</inkml:trace>
  <inkml:trace contextRef="#ctx0" brushRef="#br2" timeOffset="-152116.33">27428 8132 168 0,'2'-2'399'16,"-1"-2"179"-16,1 2 110 0,0 0-211 0,-2 1-175 16,0 1-101-16,1 0-24 0,1 1 33 15,0 2 44-15,1 3 17 0,-2 4 0 0,3 0-22 16,-1 5-48-16,0 0-65 0,3 4-65 0,-1 0-35 15,0 1-22-15,-1 1-14 0,1 0-10 0,0-1-4 16,-1 3 1-16,3-4 0 0,-4 1-27 16,0-1-78-16,-1 0-104 0,-2 1-142 15,0-3-279-15,-3 2-214 0,-1-1-83 0,-2-2 152 16,-2 0 289-16</inkml:trace>
  <inkml:trace contextRef="#ctx0" brushRef="#br2" timeOffset="-151703.52">27139 8989 195 0,'-3'-4'429'0,"0"-1"195"15,-2 1 148-15,0 4-187 0,0-2-143 16,-1 2-80-16,2 0-59 0,-1 0-51 16,2 0-49-16,-2 0-61 0,1 2-52 0,3 2-43 15,-1-1-26-15,2 2-14 0,0 1-7 0,2 1-6 16,3 2 2-16,-2 2 0 0,3-1-2 16,1 2-1-16,2 2 1 0,1-1-1 0,1 0-3 15,1 3 2-15,-1-2 2 0,1 3 2 0,0-2 2 16,-1 0 2-16,2 0 3 0,-4-2 4 15,1 0 0-15,-2 2-1 0,-1-3 1 0,0 0 0 16,-2-1 6-16,-4 0-3 0,1-2 4 0,-2 0 2 16,-2-1-2-16,1-1 1 0,-2 1-5 15,-1-3-3-15,-2 2-3 0,-2-1 2 0,0-3-9 16,0-1-39-16,-1 0-60 0,-4-2-81 16,2-3-101-16,-1-1-171 0,0-4-255 0,1 1-134 15,-1-5 28-15,1-2 182 0,1-3 248 0</inkml:trace>
  <inkml:trace contextRef="#ctx0" brushRef="#br2" timeOffset="-151479.7">27147 8932 121 0,'9'-6'338'0,"-2"2"149"16,-1 0 106-16,1 0-136 0,2 2-136 0,-3-2-41 15,6 1 14-15,-2-1 4 0,1 2 1 16,1-3-45-16,3 2-36 0,-2-1-68 0,3-1-64 15,-2 1-38-15,3 1-22 0,-2 0-12 0,0 0-9 16,-2 0-2-16,3 0-3 0,-5 2-1 16,0-1-5-16,2 2-37 0,-4 0-73 0,-2 0-98 15,0 3-151-15,0-1-265 0,-2 1-187 16,-2 0-33-16,2 0 160 0,-2-1 259 0</inkml:trace>
  <inkml:trace contextRef="#ctx0" brushRef="#br2" timeOffset="-151186.54">27650 9101 227 0,'6'31'358'0,"1"-3"121"0,-3 3-29 16,4-4-174-16,-2-2-103 0,1-3-61 0,1-2-28 15,1-5 0-15,1-5 20 0,-2-2 23 16,1-5 13-16,2-5 19 0,-1-4 18 0,-1-4 14 15,4-4 2-15,-4-4-14 0,-1-3-11 0,3-3 8 16,-5-1-6-16,1 0-21 0,-4-1-22 16,-1 0-16-16,-4 1-12 0,-3 0-36 0,0 2-23 15,1 2-17-15,-4 3-6 0,-1 1-12 16,-1 5-5-16,2 3-7 0,-3 3-35 0,1 5-64 16,1 1-87-16,0 4-115 0,2 4-231 0,1 1-239 15,1 2-114-15,2 2 56 0,3-1 232 0,0 1 268 16</inkml:trace>
  <inkml:trace contextRef="#ctx0" brushRef="#br2" timeOffset="-150477.45">29801 8254 66 0,'4'4'329'0,"-3"1"186"0,3 1 143 16,-3 3-41-16,1 0-167 0,-1 3-65 0,-1 2-20 15,4 1 3-15,-4 3-5 0,0 4-43 0,-2 3-60 16,0 1-65-16,-1 4-64 0,-2-1-54 15,2 4-29-15,-3 1-19 0,0 2-10 0,-2-1-8 16,1 0-3-16,-1-1-6 0,2-3-34 16,0-3-68-16,1-2-104 0,0-2-136 15,0-5-261-15,4-2-258 0,-5-2-162 0,4-3 40 0,-1-3 285 16,2-1 333-16</inkml:trace>
  <inkml:trace contextRef="#ctx0" brushRef="#br2" timeOffset="-150085.23">29482 9342 66 0,'2'-6'305'0,"0"-2"158"16,-1-1 136-16,4-2-63 0,-1-2-133 0,1 0-43 16,2-2 18-16,1-1 30 0,1-2 12 0,-1-1-26 15,2-1-45-15,2 0-64 0,-2-1-67 16,1 0-62-16,-1 1-43 0,-1 4-34 0,-1-1-24 16,-4 6-15-16,2 1-9 0,-3 3 1 0,1 0 2 15,-3 5-1-15,-1 2 0 0,0 2-5 0,-1 5-6 16,-3 4-8-16,-1 2-14 0,0 5 3 15,-3 1-1-15,0 4 0 0,1 0 0 0,0 3-1 16,-1 0 8-16,3-1-4 0,2 1-3 16,-1-2 0-16,4 1-3 0,0-3-12 0,4 0-16 15,-3-2-34-15,4-6-69 0,0-1-94 16,1-2-115-16,2-4-121 0,2-2-193 0,-1-5-247 16,0-5-113-16,3-1 90 0,-3-2 259 0,4-3 286 15</inkml:trace>
  <inkml:trace contextRef="#ctx0" brushRef="#br2" timeOffset="-149738.33">29816 9191 42 0,'3'1'254'15,"0"1"126"-15,-1 3 113 0,0 0-104 16,-2 3-126-16,2-1-90 0,0 2-31 0,-2 0-11 16,2 0-7-16,-2 1-2 0,0-1-17 0,1 0-14 15,-1-1-29-15,2-2-24 0,-2 1-14 16,1-2-11-16,1-2 17 0,0-2 20 0,-1 1 18 15,1-4 10-15,-1-2 5 0,4-1 5 16,-2-3-20-16,1-3-22 0,2-2-20 0,-3 1-12 16,0-2-4-16,0-1-5 0,-1 0 4 0,-2 0 3 15,0-1 32-15,0 2 50 0,-2 1 59 16,-1 1 46-16,0-1 32 0,-5 5 8 0,3-1-26 16,-1 3-40-16,0 4-52 0,-2 0-45 15,-2 4-36-15,2 2-18 0,0 2-15 0,0 2-4 16,1 1-3-16,-1 3 0 0,0 0 0 0,1 1 0 15,1 2 0-15,2-1 2 0,-1 1-2 16,2 0-21-16,-2 0-37 0,3-1-51 0,0 2-66 16,2-3-82-16,0 1-98 0,4-2-126 15,-1 0-231-15,2-2-127 0,3-1 14 0,-1-2 163 16,5-2 240-16</inkml:trace>
  <inkml:trace contextRef="#ctx0" brushRef="#br2" timeOffset="-149435.6">30210 9256 103 0,'8'12'325'0,"0"0"153"0,-2 2 114 16,-2 0-157-16,1 0-156 0,-2 0-88 16,2-1-45-16,-2-4-25 0,1 1-14 0,0-3 18 15,-1-1 22-15,0-4 41 0,1 0 49 0,-1-4 49 16,-2 0 32-16,3-4-2 0,-1-3-23 0,-1-3-46 15,-1-2-48-15,-1-1-47 0,0-2-36 0,-1 2-32 16,-1-4-24-16,-1 2-18 0,-2 1-20 0,-2 1-10 16,1 2-7-16,-3-1-2 0,-1-1-1 15,1 5-3-15,-4-2 1 0,2 4-1 16,-1 3-2-16,-1 0-13 0,0 2-25 0,-1 3-40 0,-1 2-69 16,0 0-102-16,2 0-125 0,-2 1-180 15,3 0-259-15,-2 0-175 0,3-1-5 0,0 0 223 16,0-2 320-16</inkml:trace>
  <inkml:trace contextRef="#ctx0" brushRef="#br2" timeOffset="-147416.41">22626 7329 153 0,'0'0'298'15,"0"-1"127"-15,0-1-4 0,0 0-82 0,0 2-77 16,-1-2-30-16,-1 2-2 0,1-3 9 15,1 1 18-15,-3 1 19 0,1-4 20 0,2 2 8 16,0-2 0-16,0-2-17 0,5-4-23 16,-5 1-33-16,3-5-36 0,0-2-38 0,2-2-42 15,0-4-33-15,0 0-28 0,1-3-18 0,1 0-11 16,-2 3-9-16,0-3-5 0,0 3-3 16,-2 1-5-16,0 3 8 0,1 5 5 0,-2 0 3 15,0 4 3-15,-2 1 3 0,2 3 1 0,-2 1-11 16,0 3-3-16,0-2-7 0,0 4-1 15,0 0-4-15,0 2 5 0,1 1-2 0,1 0 0 16,3 3 1-16,-1 0-1 0,3 0 0 0,-1 1-1 16,7-1 1-16,-4 2-2 0,5-1 2 15,-1 1 2-15,3-2-3 0,-2-1 2 0,3 1-1 16,-1-2 3-16,1 2-6 0,1-3 1 16,1 1 0-16,-1 0-3 0,0 0-2 0,0-1 2 15,-1 1 0-15,0-1-1 0,0 1 1 16,-4 3 2-16,0 0 0 0,0 0 0 0,-5 2 14 15,-2 4 3-15,-1-1 14 0,-3 2 14 0,-2 3 7 16,-2 2 3-16,-4 0-9 0,-1 3-7 16,-4 1-14-16,-1 5-11 0,-1-1-5 0,-3 4-4 15,2-2-3-15,-2 1-1 0,2 2 1 16,0-3-3-16,2 1-7 0,2-2-5 0,3-3 4 16,2-3-2-16,4-3-12 0,1-3-24 15,3-6-49-15,0-3-96 0,4-4-132 0,0-8-170 0,1-2-287 16,4-5-249-16,1 0-128 0,0-5 162 15,1-1 366-15</inkml:trace>
  <inkml:trace contextRef="#ctx0" brushRef="#br2" timeOffset="-146943.15">23343 7372 74 0,'1'-12'301'0,"3"-3"166"0,-3-1 170 16,-1-2-55-16,2-3-94 0,0-2-37 0,1-2-13 15,-2 0-21-15,4 0-42 0,-1 1-55 16,0 2-72-16,1 1-64 0,-1 1-56 0,1 1-43 15,0 5-32-15,1 1-23 0,-1 1-11 16,1 3-9-16,-1 3-5 0,1 2-2 0,3 0-1 16,1 2 4-16,0 4 0 0,2 2 2 15,1-2 1-15,3 3 0 0,0 1-1 0,2 0-1 16,0 0-2-16,2 0-2 0,2 0-2 0,-1 0 2 16,0 0-1-16,-1 1-5 0,-1 1 1 15,0-3 3-15,-3 3 24 0,-2 0 19 0,-2 1 18 16,-2 0 21-16,-3 1 7 0,-3 2 7 0,-2 3-12 15,-4 1-10-15,-1 1-14 0,-2 3-15 16,-5 1-5-16,0 0-13 0,-3 1-9 0,1 2-8 16,-3-1-6-16,1 1-2 0,3-3-6 0,0-1 3 15,0 0-1-15,3-2-1 0,3-1-5 16,0-1-21-16,2-2-26 0,-1-2-81 0,1 0-147 16,1-3-219-16,-1 0-289 0,1-2-259 15,1 0-205-15,-1-1 108 0,1 3 463 0</inkml:trace>
  <inkml:trace contextRef="#ctx0" brushRef="#br2" timeOffset="-146252.86">23978 7622 72 0,'0'-4'310'0,"0"-1"159"0,0 1 126 16,0-3-74-16,0-4-155 0,2 1-75 15,-1-5-19-15,1-2 19 0,1-4 25 0,1-1 2 0,-1-4-6 16,2-1-29-16,-4-1-27 0,2-4-31 15,2 0-33-15,-4 0-36 0,-1-1-36 16,0 1-20-16,-1 1-23 0,-4 2-14 0,2 3-10 16,-2 1-4-16,2 6 7 0,0 1-3 15,0 5-3-15,-1-2-9 0,3 6-9 0,-1 4-15 16,2-2-10-16,2 5-10 0,1 0-4 0,2 2 0 16,3 3-2-16,3 0 6 0,-2 2-1 15,4-1 2-15,3 2 1 0,-2-4-3 0,5 5 2 16,-1-3 0-16,0 0 4 0,3 0 2 15,-2 0-1-15,2-2 1 0,0 1 2 0,-3 2-1 16,3-2-1-16,-1 1-2 0,-2 1 2 0,-3-1-2 16,0 2 2-16,0-1 2 0,-4 2 13 15,-1 1 30-15,-1 0 43 0,-1 5 27 0,-1 0 9 16,-4 2 2-16,-1 4-9 0,-4 3-26 0,0 2-34 16,-1 4-22-16,-3 1-14 0,1 5-10 15,-3 1-7-15,0 2-3 0,2 1-3 0,-1-1-2 16,3-1 2-16,-1-2-2 0,2 0-2 0,2-6-30 15,1 1-58-15,1-6-76 0,2-4-140 16,3-2-223-16,-1-4-310 0,1-3-290 0,4-5-209 16,-1 0 26-16,3-5 485 0</inkml:trace>
  <inkml:trace contextRef="#ctx0" brushRef="#br2" timeOffset="-145432.09">24628 7821 40 0,'-1'-3'306'16,"-5"1"197"-16,1-3 177 0,2 2 3 0,-2-2-154 15,2 1-79-15,-1-4-38 0,0 0-33 0,2-1-31 16,0-2-39-16,0-2-46 0,2-4-57 16,0-3-45-16,2-5-31 0,2-3-25 0,0-3-20 15,3-7-18-15,-1-4-15 0,3-3-15 16,-1-5-3-16,0-3-2 0,0-4-8 0,2-5-2 15,-2-1-5-15,0-4 7 0,-3-1-9 0,-1-3-4 16,2 0 2-16,-3-3-3 0,1 3-2 16,-3-2-2-16,1 3-2 0,-1 2 25 0,3 5 34 15,-3 5 18-15,1 4 11 0,0 3 4 16,-2 4 1-16,1 6-7 0,-1 4-20 0,2 5-7 16,-2 1-7-16,1 4-9 0,-1 4-1 15,0 1-19-15,2 3-10 0,1 2-8 0,-3 2-5 16,1 2-2-16,2 4-3 0,2-1-1 0,0 4-2 15,2 2-2-15,2 3-3 0,0 2 3 0,4 2-1 16,3 3 0-16,-2 1-2 0,7 4 5 16,-4 2 3-16,5-1-1 0,2 2 0 0,-1 1 0 15,3 1 4-15,-2 2-2 0,-1 2 2 16,3 1 3-16,-3 0 1 0,0 2 3 0,-1-1 2 16,-2 2-1-16,-2 1-1 0,-1 0 0 0,-3 0 1 15,-1 1-1-15,-4 1 1 0,-1-2 5 0,2 3 4 16,-6-1 1-16,0 1 5 0,-4 0 1 15,0 3-1-15,0 1-2 0,-4 1 4 0,0 3 2 16,-4 3-4-16,0 3 0 0,0 1 0 0,-2 3-2 16,1 2-8-16,0 1-3 0,-3 2-4 15,3 1-2-15,-1 0-5 0,4 1-1 0,1-5-3 16,-1 2-1-16,5-3 2 0,1-3-2 16,0 1-13-16,1-4-48 0,4-2-67 0,-4-3-100 15,2-3-170-15,1-2-302 0,-3-2-319 16,2-4-281-16,2 0-147 0,-1-4 251 0,-1-3 601 15</inkml:trace>
  <inkml:trace contextRef="#ctx0" brushRef="#br2" timeOffset="-144381.04">25375 7816 13 0,'-2'3'244'0,"0"-1"149"15,2-1 140-15,-1-1-45 0,-1 0-120 0,0-1-97 0,1-1-49 16,-2-1-16-16,0-2-5 0,0 0-3 16,1-4 6-16,-1-2 17 0,1-3 12 15,1-1 3-15,-1-2 9 0,1-3 8 0,1-3-7 16,0 0-26-16,0-6-35 0,0 1-26 0,0-3-32 15,0-1-30-15,0-1-27 0,3-2-19 16,-2 1-9-16,3-2-7 0,-1-1-8 0,3 2-4 16,-2 0-5-16,1 0-4 0,0 2-6 15,2 2-5-15,1 3 0 0,-2 5 0 0,-2 0 0 16,1 6-2-16,2 2 3 0,-6 3-5 16,4 4 1-16,-2 1-3 0,3 4 2 0,1 3 4 15,1 1-5-15,0 3 5 0,1 3 1 16,4 4 0-16,1-1-2 0,0 2-2 0,3 3-1 0,-1-2 0 15,3 1-1-15,0 3 1 0,0-3 2 16,2 0-3-16,-4 1 4 0,4 0-3 16,-5-2 0-16,-1 1 46 0,0-1 33 0,-1 1 41 15,-3 0 25-15,-3 1 11 0,-1 1-2 0,-3 0-40 16,-3 0-23-16,-1 5-36 0,-1 1-22 0,-6 0-17 16,1 3-4-16,-3 3-5 0,1-2-3 15,-3 1 2-15,1 1-2 0,1-2 0 0,1-1-3 16,-1-3 0-16,0-3-4 0,3 0-13 0,1-4-38 15,-1-2-46-15,5-4-41 0,-2-1-65 16,-1-2-119-16,3-3-149 0,1-2-187 0,0-1-244 16,0-1-230-16,0-5-84 0,3 0 253 0,2-2 426 15</inkml:trace>
  <inkml:trace contextRef="#ctx0" brushRef="#br2" timeOffset="-143162.54">25944 7976 228 0,'-2'5'436'15,"1"0"200"-15,-1 0 50 0,2-3-121 16,0 2-113-16,0-4-83 0,0 2-60 0,0-2-18 16,2-2-2-16,1 2-4 0,1-6-20 15,0-3-26-15,0-1-23 0,1-4-43 0,3-1-48 16,1-4-39-16,-1-2-30 0,2 0-15 16,0-3-14-16,2 2-11 0,-1-3-6 0,2 3-1 15,-4 0-5-15,3 2 0 0,-3 1-6 0,0 4 0 16,-1 1 0-16,-3 3-4 0,4 3 5 15,-2 2-5-15,-2 1 7 0,1 4 4 0,0 4 13 16,3 1 8-16,1 3 1 0,1 3 5 0,2 3 2 16,0 1-4-16,1 0-13 0,-2 3-11 15,1 0 3-15,3-1-6 0,-2 1-4 0,2-2 2 16,-2 0 1-16,0-2 0 0,-1 1-1 16,-1-1 2-16,0 0 1 0,-4 0-1 0,1 0-3 15,-3 0-13-15,-2 1-30 0,-3 0-92 0,-1-3-159 16,-1 2-299-16,-3-3-272 0,1 0-263 15,0-3-163-15,1-1 233 0,0-2 523 0</inkml:trace>
  <inkml:trace contextRef="#ctx0" brushRef="#br2" timeOffset="-142266.27">26918 8088 11 0,'-3'-2'267'16,"-1"2"170"-16,1-1 156 0,1 1-25 15,-1-2-181-15,3-1-152 0,0-1-100 0,0 0-51 16,3-7-24-16,2 3-4 0,2-4 6 0,-1-4 39 15,3-1 35-15,1 0 43 0,1-5 16 0,2 2 26 16,-1-3 10-16,0 0-19 0,2 3 2 16,-5 3-22-16,1 2-20 0,-1 0-26 0,-3 6-21 15,-1 0-19-15,-1 4-35 0,0 0-24 16,1 3-8-16,-2 2 4 0,2 1 3 0,0 2 1 16,-1 3 0-16,1 2 1 0,3-1-3 0,0 3-17 15,0-2-12-15,1 3-8 0,4-1-2 16,-4 1-5-16,4-2-1 0,1 0 0 15,1 1 0-15,-1-2 0 0,2-1 0 0,-1-1-1 16,3-1 1-16,-1-1-2 0,0 0 0 16,-1-3 1-16,3 0-1 0,-3-1 0 0,0 0-2 15,-2 0 1-15,0-1-3 0,-4 1 5 0,0-1-1 16,-1 1 3-16,-3 0 1 0,-1 0-2 0,0 0 0 16,-4 0 0-16,3 0 0 0,-3 0 0 15,1 0 0-15,-2 1 0 0,0 2 3 0,0 0-1 16,0 3-4-16,0-1 1 0,0 5 2 0,-2 0-4 15,1 3 0-15,1 3-24 0,-4 2-62 16,3 0-117-16,-3 2-156 0,0 0-291 0,0 0-269 16,1 0-198-16,0-2 26 0,0-1 339 15</inkml:trace>
  <inkml:trace contextRef="#ctx0" brushRef="#br2" timeOffset="-141746.08">27886 8163 203 0,'-4'-6'508'0,"1"-2"227"0,0 0 113 0,-2-3-196 16,0 0-174-16,4-2-107 0,-3-2-61 16,4-2-27-16,0-1-15 0,0-2-41 0,2 0-50 15,0 1-53-15,3-3-49 0,-2 3-28 0,0 1-22 16,0 2-6-16,0 0-7 0,1 4-6 15,2 1-3-15,-3 3-2 0,-2 1-2 0,4 2 0 16,-2 0-4-16,2 4 5 0,0 1 0 16,3 0-1-16,-2 1 4 0,0 2-3 0,3 2 1 15,1 1-1-15,-2 0 1 0,4-1 1 16,-2 2-2-16,3-1 1 0,-2 1 3 0,2-1-2 16,0 1-1-16,-1-1-1 0,1-2 0 0,0 0 0 15,-1-1 0-15,-1 0 0 0,2 0 0 16,-2 1 0-16,-2-3 0 0,4 2 1 0,-7 0-1 15,2-2-1-15,-1 2 2 0,-1 1-1 0,-2-1 2 16,0 2-2-16,-1 1-19 0,-2 2-65 16,-2 0-113-16,-1 1-149 0,-3 2-296 0,1 1-257 15,-4 1-190-15,2 1 41 0,-2 0 332 0</inkml:trace>
  <inkml:trace contextRef="#ctx0" brushRef="#br2" timeOffset="-140851.45">28804 8203 32 0,'8'-3'281'0,"-4"0"163"16,0-1 137-16,1-3-25 0,-2 2-152 0,2-4-65 15,-2-2-19-15,0-3 11 0,3 1 19 16,-1-3 1-16,0-1-14 0,1-2-36 0,-1-2-49 16,2 3-45-16,0-3-37 0,-2 0-42 15,-1 1-39-15,1 2-28 0,2 0-18 0,-1 3-17 16,-3 2-7-16,0 2-4 0,0 2-5 15,-1 3-3-15,-1 0-1 0,3 3-4 0,-3 0 0 16,3 3-3-16,-1 0 1 0,3 3 2 0,-2 0 0 16,1 2-1-16,3-1-1 0,-1 2-1 0,0 1 2 15,3-1-1-15,0 3-2 0,2-3 1 16,1 1 0-16,1 1 2 0,0 0-6 0,1-1-3 16,2 1 2-16,-3 0-1 0,3-1 1 15,1 0 1-15,-4 2 1 0,2-5 4 0,-5 5-3 16,2-3-1-16,-3 0 3 0,-1 1-4 0,-1-1 4 15,-4 2-2-15,2 0 2 0,-4 2 4 16,-2 1-3-16,-2 0 2 0,1 1-1 0,-5 1-1 16,1 1-19-16,0 0-40 0,-1-3-68 15,-2 2-93-15,-1-3-109 0,-1 1-123 0,2 1-159 16,-1-4-238-16,1 2-105 0,0-2 83 16,3-1 227-16,-3 2 260 0</inkml:trace>
  <inkml:trace contextRef="#ctx0" brushRef="#br2" timeOffset="-140331.37">29487 8245 70 0,'0'-6'311'0,"0"-3"164"0,0 1 142 16,0-3-70-16,3-1-139 0,0-4-66 15,0 1-9-15,2-2 11 0,2-3-7 0,1-1-17 16,2-1-40-16,0-3-53 0,1 3-42 16,2-1-38-16,-2 2-15 0,1-2-16 0,0 3-15 15,-1 2-9-15,-1 1-22 0,0 4-13 0,-2 3-21 16,1 2-8-16,-1 2-1 0,0 2 0 16,2 4 8-16,1 3 3 0,-3 1 4 0,3 4-9 15,1 2 5-15,0 3 6 0,2 0-1 16,-1 1-4-16,-1 1-6 0,2 1 0 0,1-2-12 15,-1 3-14-15,0-2-8 0,0 0 1 0,-1 1 0 16,-2 0-3-16,2 0 2 0,-4 0 3 16,2 1 2-16,-3-2-6 0,-2 3 0 0,1 1-9 15,-2-2-19-15,-1 1-52 0,-2 1-126 0,-4 0-178 16,-1-3-290-16,-1 1-271 0,-1-3-246 16,0-1-45-16,-2 4 376 0,-2-4 471 0</inkml:trace>
  <inkml:trace contextRef="#ctx0" brushRef="#br2" timeOffset="-136464.6">21873 5473 124 0,'4'-1'617'0,"2"1"387"16,-3 0 123-16,1 0-119 0,-1 0-387 16,2-2-239-16,1 2-146 0,7 0-73 0,-2 0-34 15,3 0-7-15,5 3-4 0,1-1-20 16,1 1-20-16,6 1-11 0,0-1-12 0,1 2-10 15,2-3-21-15,0 2-17 0,4 0-5 16,1-1-8-16,-2 3 5 0,2-4-4 0,1 1-16 16,-5 0-30-16,1-2-94 0,-2 1-165 0,-3 0-296 15,-5-2-280-15,0 1-256 0,-3 0-142 16,-1-1 265-16,-3 0 519 0</inkml:trace>
  <inkml:trace contextRef="#ctx0" brushRef="#br2" timeOffset="-134802.96">20201 5353 205 0,'0'3'454'0,"-1"0"229"15,-1-3 113-15,0 2-195 0,2-2-135 16,0 0-57-16,2 0-34 0,0 0-26 0,1-2-17 16,2-4-29-16,1-1-40 0,3-3-50 0,2-1-56 15,5-4-38-15,0-5-28 0,3-1-18 16,0-3-14-16,2-1-13 0,1-4 30 0,-5 1 6 16,5 1-2-16,-3 1-2 0,-3 2-4 0,0 3-3 15,-4 4-35-15,-2 3-17 0,1 3-5 16,-5 2-6-16,-1 5 0 0,-2 4 0 0,2 4 2 15,-5 5-4-15,2 4-1 0,-4 7-1 0,1 3-2 16,-3 5-2-16,0 4 0 0,-1 1-2 16,0 4 4-16,-1-4 0 0,1 3 1 0,2-1 2 15,0-4-2-15,1-1 4 0,0-3-7 16,2-1-2-16,0-6-3 0,2-3-5 0,0-2-35 16,-1-3-38-16,3-3-37 0,-3-3-69 15,2-3-109-15,2-8-133 0,-4-1-119 0,2-4-228 16,1-3-235-16,1-3-107 0,-2-4 150 15,2-2 325-15,-1 0 316 0</inkml:trace>
  <inkml:trace contextRef="#ctx0" brushRef="#br2" timeOffset="-134499.09">20614 5220 114 0,'9'14'310'0,"-1"2"145"0,-1 1 124 0,-1 2-149 0,3 2-120 15,-1-3-57-15,0 3-8 0,0-3-19 16,0 0-23-16,0-2-41 0,-2-3-42 0,2-1-34 15,0-1-22-15,-2-6 18 0,2-2 29 16,-1-3 16-16,0-6 10 0,0-2 3 0,-1-7 9 16,-1-3-13-16,0-4-4 0,-2-3 6 0,0-3 15 15,0 0 13-15,-6-1-11 0,0 1-15 0,-2 2-13 16,-3-1-20-16,-1 2-23 0,-4 4-14 16,0 1-12-16,1 5-12 0,-1 3-13 15,0 5-9-15,-1 4-3 0,1 3-9 0,0 6-4 16,0 6-3-16,-3 1-4 0,6 5-6 0,-1 5-2 15,4-1 1-15,3 3-7 0,1 1-4 16,3 0-10-16,5 1-35 0,1-1-85 0,0-4-119 16,4 1-140-16,0-3-228 0,4 0-274 0,-3-5-194 15,4-2 35-15,2-2 297 0,0-4 355 16</inkml:trace>
  <inkml:trace contextRef="#ctx0" brushRef="#br2" timeOffset="-134166.24">21046 5242 70 0,'9'5'260'0,"1"1"124"0,-2 2 120 16,1 3-114-16,0 3-59 0,1 4-1 0,2 0 25 16,-2 2 19-16,0 3 0 0,0 0-16 0,2-1-55 15,-3 2-70-15,2-5-66 0,0 0-50 16,1-5-46-16,0-2-32 0,1-4-11 0,1-3 8 15,-1-5 3-15,-1-5 4 0,2-4 0 16,-1-6 16-16,1-4 16 0,-3-5 15 0,1-4 13 16,-5 1 12-16,0-4 12 0,-4 1 4 0,-3 2 2 15,-2-1-9-15,-3 2-9 0,-3 3-14 16,-2 1-10-16,-2 4-22 0,0 3-25 0,-1 2-20 16,2 5-18-16,-3 4-6 0,1 5-8 15,-2 7-15-15,2 2-28 0,-1 6-45 0,-1 4-121 0,1 3-168 16,1 1-297-16,2 3-268 0,4 2-243 15,-1 1-78-15,4-1 352 0,4 4 483 0</inkml:trace>
  <inkml:trace contextRef="#ctx0" brushRef="#br2" timeOffset="-131618.08">21804 6957 40 0,'0'-2'307'0,"0"2"210"0,0-1 194 0,0 0-6 16,0 1-120-16,0-2-83 0,0 2-49 16,0 0-49-16,2 0-49 0,-2-2-60 0,0 2-70 15,2 0-67-15,-1 0-46 0,-1 0-31 16,4-2-20-16,-3 2-10 0,4 0-9 0,1 0 7 16,-1 0-4-16,1-3-5 0,4 3-6 0,0 0-4 15,3-1 0-15,1 1-12 0,-1-1-8 16,4 0-4-16,-1-2-3 0,3 1-3 0,-1 0-2 15,1 2 1-15,-2-5-3 0,1 4 1 0,-1-2 1 16,-1 1-7-16,-1 0-21 0,0 0-59 16,-2 0-121-16,-1 1-162 0,-2 0-288 15,-4-3-268-15,2 3-230 0,-5-2-12 0,0 0 352 16,-3 0 421-16</inkml:trace>
  <inkml:trace contextRef="#ctx0" brushRef="#br2" timeOffset="-130632.24">20734 6922 140 0,'0'1'352'0,"0"1"163"0,0-2 92 0,0 2-170 16,0-2-157-16,2 0-87 0,-2-2-46 16,1 0-2-16,1 1 4 0,0-2 5 0,2-1 3 15,-1-2 29-15,4 0 5 0,-3-2-23 0,1 1-18 16,2-3 2-16,0-1 12 0,1 0-30 16,-1-1-18-16,1 0-14 0,1 0-6 0,-3-1-21 15,2 0-14-15,0 3 3 0,-2-1 4 16,1 4 2-16,-3 0 7 0,0 1 14 0,-1 1-1 15,-1 1-9-15,-2 1-5 0,1 1-1 16,-1 1-9-16,0 1-11 0,0-2-10 0,0 2-10 16,0 2-11-16,0-1-9 0,0 4-7 0,0-1-1 15,0 4-7-15,0 1-1 0,0 1 0 16,0 1-4-16,2 0 0 0,-1 3-2 0,1 0 3 16,1-1 2-16,-2 2 2 0,2-1 3 0,1-1 0 15,-3-1 1-15,3 2-2 0,-3-4-2 16,2 2 0-16,1-4-10 0,-1 3-19 0,0-4-54 15,1-1-92-15,-4-2-122 0,3 1-146 16,-1-2-255-16,0-1-258 0,1-2-136 0,-1-2 102 16,-1 0 316-16,2-1 329 0</inkml:trace>
  <inkml:trace contextRef="#ctx0" brushRef="#br2" timeOffset="-130352.31">21055 6975 121 0,'14'11'313'0,"0"3"132"0,-1-1 124 0,3 2-174 16,-2-2-122-16,-1-1-54 0,1-2-24 0,-3-1-18 15,2-3-36-15,-1 0 29 0,-2-2 17 16,2-1 41-16,-4-6 43 0,1 1 33 0,0-3 21 16,-3-5-28-16,-1-2-36 0,-2-3-45 15,0-3-47-15,-3-2-37 0,0-1-23 0,-3 2-20 16,-2 0-12-16,-3 1-12 0,-1 2-10 15,-2 3-9-15,0 1-13 0,-3 2-8 0,-1 0-13 16,1 3-12-16,1 5-7 0,1 2-12 0,1 0-20 16,1 4-53-16,-1 5-115 0,3-1-153 15,0 6-291-15,3 1-260 0,1 1-236 0,1 2-39 16,3 2 333-16,3-1 430 0</inkml:trace>
  <inkml:trace contextRef="#ctx0" brushRef="#br0" timeOffset="-91179.68">26837 7645 96 0,'0'-4'313'16,"0"-4"171"-16,2 1 171 0,1-2-79 0,-3-2-72 15,1-1-20-15,2-1-12 0,1-4-17 0,-1 0-50 16,2-2-52-16,0-1-70 0,-1 0-64 0,1-2-48 16,-1-2-32-16,1 6-8 0,0-3-8 15,-2-1 16-15,2 4 3 0,0 0 0 0,-1 2-4 16,3 0-15-16,-4 5-20 0,0-1-30 16,0 1-19-16,1 4-14 0,-1-1-15 0,-2 4-9 15,3-1-3-15,0 1 0 0,-1 0-4 0,0 4 4 16,2-3 3-16,2 2 2 0,-3 0 1 15,1 0 2-15,4-2 5 0,-1 1 0 0,2 0 1 16,1-1-3-16,0 0-2 0,5-1-3 16,-4 1-6-16,6-2-2 0,-2-1-3 0,-1 2 2 15,3 1 1-15,1-1 2 0,-2 0-2 0,2 1 1 16,3 0-3-16,-1 2-1 0,3-1-3 16,-1 1 0-16,2 1 1 0,2 1-4 0,-1 1 2 15,1-2-1-15,1 3-1 0,1 0 1 16,-2 0-1-16,-1 0 4 0,1 1 7 0,0 1 3 15,-1 1 3-15,-1-4 3 0,0 3 0 0,0-2-2 16,2-1-5-16,-2-1-3 0,-1 0-2 0,2 1-1 16,0-2 1-16,0-2-3 0,-1 2 2 15,2-1 1-15,-2 0 0 0,2 1 6 0,0-2 7 16,1 1 7-16,2-2 0 0,4-1 1 0,-3 2-2 16,3-2-6-16,0 2-7 0,1-1-6 15,1 1-3-15,-1 1-3 0,0-1-1 0,0 2 0 16,0 0 1-16,0 0-1 0,-1 2 2 15,4-2 0-15,-2 0 0 0,1 1-1 0,-2-1 0 16,0 2 0-16,-1-1-2 0,1 2-1 16,0-2 0-16,-2 3-1 0,0-2 0 0,0 2-1 15,-1-3 1-15,0 1 0 0,1 1 0 0,-2-3-1 16,1 0 1-16,1-3-1 0,2 0 1 16,-2-2-2-16,1-1 1 0,0 0 0 0,-2-1 1 15,-2-1 1-15,-3 3 0 0,0-1 1 0,-2 0-1 16,-1 0 1-16,-2 1-2 0,-3 3 2 15,1-1 0-15,-1 3-1 0,-3 0 0 0,1 0 0 16,-2 3 0-16,0-1 0 0,0 0-1 16,-2 2 0-16,2-2 1 0,0 3 0 0,0 0 1 15,1 0-1-15,1-1 0 0,1-1 1 0,-2 1 0 16,2 0 0-16,-1 0-2 0,0 0 1 16,-1 0 0-16,3 2-1 0,-5-2 1 0,3 0 0 15,-2-1 0-15,-1 0 0 0,0-1-1 16,0-1 1-16,1 1-1 0,-2 0 1 0,2-2 1 0,0 3 2 15,3-3 3-15,-1 0 0 0,1 0 2 16,1-3-2-16,0 3 0 0,0 0-2 0,1 0-3 16,1 3 1-16,0-3-2 0,-3 1 0 15,3-1 0-15,-4 2 0 0,1 1-1 0,-2-1 0 16,1 2 0-16,-3 0 1 0,0-1-1 0,-3 1 1 16,1-1 0-16,-2 0 0 0,-2 1-1 0,-1-3 0 15,-1 2 1-15,2 0-1 0,-3-2 0 16,0 0 1-16,-2-1-1 0,2 0 0 0,-1 0 0 15,1-1 0-15,-4 1 1 0,2-1 0 16,1 1 1-16,-4 0-1 0,1-2 1 0,-1 2 0 0,0-1 0 16,2 1 0-16,-2 0 0 0,0 0 2 15,0 1-2-15,0-1 0 0,0 2 1 0,0-2-1 16,0 0 0-16,0 1-1 0,2-1 1 0,-2 1-1 16,0 1 0-16,0-2 1 0,3 3-1 0,-3-3 0 15,1 2 0-15,-1-1 1 0,2 0-2 0,-2-1 1 16,2 4-1-16,-2-4 0 0,1 1 1 15,1 1 0-15,-2-1 0 0,1 1-1 0,-1-2 1 16,2 1-1-16,0 2 2 0,-2-1-2 0,2 1 1 16,0 2 0-16,0-2 1 0,-2 6 2 0,0-4 1 15,0 4 3-15,0 0 1 0,0 1 2 0,-2 3 0 16,0 1-2-16,0 3-2 0,-2 2 0 16,0-2-1-16,0 3 0 0,0 4 0 0,-3-2 2 15,1 2-1-15,-3 2 1 0,1-1 0 16,-1-1 0-16,-1 2 1 0,2-1-1 0,-2 0-1 15,-1 0 0-15,3-4-1 0,0 0-3 0,2-3-1 16,1 0 0-16,-1-4-1 0,1-5-1 0,4 1-1 16,-3-4 1-16,3-3-1 0,-2-3-1 15,1-3 0-15,0-3 0 0,1-2-4 0,1-2-6 16,-3 1-12-16,1-3-16 0,-2 0-24 16,-3 1-50-16,1 4-80 0,-2-2-139 0,-1 4-229 0,-3 3-305 15,-1 2-358-15,0 3-334 0,-2 2-57 16,-4 0 568-16</inkml:trace>
  <inkml:trace contextRef="#ctx0" brushRef="#br0" timeOffset="-74831.12">20216 1903 172 0,'0'0'337'0,"-2"2"149"0,0 0 46 15,2-2-94-15,-1 2-51 0,-1-2 0 16,2 0 24-16,0 2 15 0,0-2-2 0,2 0-15 15,-2 2-45-15,1-1-52 0,1 4-58 0,1-3-32 16,2 4-20-16,-1-1-14 0,3 1-3 0,1 1-8 16,3-1-15-16,-2 1-24 0,4 1-25 0,1 0-24 15,2 0-22-15,1 0-14 16,5 1-2-16,-1 0-3 0,4 0-6 0,5 0-1 0,0 0-2 16,5 0-1-16,2-1-2 0,4-1-3 0,0 1 10 15,3-2 7-15,5-2 4 0,6-3-1 0,2-2-3 16,6-3-4-16,1-2-13 0,1-2-12 15,-2-1-9-15,-1 3-6 0,-2-6-4 0,-4 5-1 16,0-1-1-16,-5 1 0 0,-3-1 0 0,-3 2-1 16,-3 2 0-16,-4 0-1 0,-4 0 1 0,-3 2-3 15,-4 2-2-15,-3 0-8 0,-5 4-17 16,-2 0-35-16,-6 4-77 0,-6 1-119 0,-2 3-221 0,-4 0-291 16,-6 3-338-16,-2-2-360 0,-7 2-125 15,2 2 431-15,-7-2 703 0</inkml:trace>
  <inkml:trace contextRef="#ctx0" brushRef="#br2" timeOffset="-68262.38">21874 11059 247 0,'3'-9'428'16,"2"0"181"-16,-4 3 66 0,2-1-123 0,-1 3-62 16,0-1-22-16,-1 2-4 0,1 1-27 15,-2 0-47-15,2 2-61 0,-2 2-48 0,0 2-18 16,1 2-18-16,-1 1-20 0,0 3-20 15,0 2-18-15,0 3-22 0,0 4-38 0,0 0-30 16,2 5-14-16,-1 2-5 0,3 3 0 16,-3 4-2-16,2 5-1 0,1 3-1 0,-2 6-1 15,0 3-4-15,0 3-6 0,-1 8-6 16,-1 2-6-16,0 3-8 0,0 3-10 0,0 1-7 16,-1 2-8-16,1 0-5 0,-2-1-3 0,0 4-1 15,-2-2-2-15,-1 2 1 0,2 2-1 16,-3-2-1-16,1 6-2 0,-2 0-3 0,0-1 2 15,0-1 0-15,3 0 0 0,0 1 1 0,-1 1 1 16,4 0 0-16,-1 1-1 0,2 0-3 0,2 1-1 16,1-2-1-16,2-1 1 0,0-1 0 0,1-2 1 15,3-5 2-15,1 0 1 0,0-5-1 16,0-3-1-16,2 0-1 0,-3-6-1 0,2-4-2 16,-1-5-1-16,-1-5 0 0,-1-5-2 0,0-5-4 15,-2-8-6-15,-3-2-10 0,1-9-12 16,-3-3-18-16,-1-3-21 0,-1-6-50 0,-3-4-66 15,-2-5-78-15,-2-6-139 0,-3-3-198 16,2-7-305-16,-5-4-263 0,1-6-192 0,-2-5 24 16,0-6 469-16</inkml:trace>
  <inkml:trace contextRef="#ctx0" brushRef="#br2" timeOffset="-67641.56">21760 11231 43 0,'3'-9'327'16,"-1"1"240"-16,1-5 257 0,0 2 56 0,2-4-140 15,2-3-121-15,-3-2-99 0,4-2-83 16,-2-2-73-16,1-2-71 0,-1 0-46 0,3-1-25 15,-2-3-22-15,-1 1-24 0,1 0-31 0,-3-1-26 16,2-2-33-16,1 4-29 0,-2 0-13 16,-1 0-6-16,0 3-3 0,-1 3 1 0,3 3 1 15,-5 3-3-15,2 2-5 0,-1 6-7 0,0 0-1 16,-1 7-6-16,3 2-1 0,-1 7-2 16,2 4 3-16,-1 3-2 0,2 8-3 15,-1 0-1-15,2 6-5 0,-1 2 0 0,0 5-4 0,4 2-1 16,-1 2-3-16,-1 3-20 0,3 1-67 15,-1 3-74-15,-1 1-153 0,-1 0-266 0,3 4-314 16,-3 2-345-16,0 1-226 0,1 0 40 16,-1 4 612-16</inkml:trace>
  <inkml:trace contextRef="#ctx0" brushRef="#br2" timeOffset="-66338.51">21989 14046 239 0,'-3'-7'495'0,"-2"-1"236"15,-1 1 180-15,-1-1-186 0,2 3-124 0,0 1-85 16,2-1-72-16,-2 0-62 0,2 3-76 0,-2-2-83 16,5 2-72-16,-1 0-52 0,2 1-11 0,2 1 9 15,0-2 7-15,4 2 25 0,1 0 13 16,1 0 2-16,5 2-22 0,-1-2-20 0,6 0-10 16,0 0-23-16,2-2-9 0,4 1-5 15,2-2-1-15,3-2-11 0,1-1-8 0,6 1-8 16,2-1-6-16,2-3-5 0,0 1-2 0,5 0 0 15,-1-1-3-15,3 0-1 0,2-1-1 0,0 1-1 16,4-2 5-16,-2 3 2 0,5-3 4 16,0 0 11-16,1 1 4 0,1-2 4 0,1 1-7 15,1-2-1-15,0 2-3 0,0 2-10 0,2-3-4 16,1 1-4-16,1 3-1 0,1-1-2 16,2 1-1-16,0 1-2 0,1 0-1 0,1-1-1 15,0 3-1-15,0-2-2 0,0 2 1 16,2 2 2-16,-3 0-1 0,2 2 2 0,-1 1-1 15,1 0 2-15,0 0-2 0,0 1-1 0,-3 2 1 16,1 0-2-16,-1 0 0 0,-2 0-1 16,-2-2 1-16,1 4 0 0,-1-3-1 0,0 2 4 15,0-1-1-15,1 1 1 0,1 0 0 0,1 0-1 16,0 0 0-16,0-2-2 0,-1 0 0 16,2 1 1-16,-3-2-2 0,2 1 1 0,-1-2 1 15,-3 1 1-15,2-1 0 0,0 0 2 0,1 0 0 16,2 0 0-16,0-1-1 0,5 1-1 0,-4-2-1 15,1 1-1-15,2-2 0 0,-2 1 0 16,-2 0 0-16,2 0 1 0,1-1 1 0,-1 0 0 16,2-1 1-16,1 1 0 0,0 1-1 0,0-1-1 15,1 0 0-15,-3 1 0 0,0 2-3 16,0-3 2-16,-4 1 0 0,1 4 1 0,-3 1 0 16,-1-3 1-16,0 2 1 0,-1 2 0 0,1 0-2 15,0 1 1-15,-3 1 0 0,-1 0-1 0,-1 0-1 16,0 2 0-16,-2-2 0 0,-1-1-1 15,0 3 2-15,-1-2 0 0,-1-2 1 0,0 3 0 16,1-4 0-16,2 0 2 0,0-1-2 16,-2 1-1-16,4-3 1 0,-2 2 0 0,-1 0 0 15,1 0-2-15,-1-1 1 0,-2 0 0 16,-1 1-1-16,3 1 0 0,-4 0 2 0,-3 0 1 16,1 0-1-16,-2 0 1 0,2 0 0 0,1 1 1 15,-3-1-2-15,0 1-1 0,-2 2 1 16,3 0 0-16,-3 0-1 0,0 1 0 0,-3 1 0 15,1-1 1-15,-1 1 1 0,-4-1 0 0,2 0-2 16,-1-1 0-16,-4 1 0 0,2 1 0 16,-2-2 0-16,-1 0 1 0,-2-1 2 0,1 1 0 15,0-4 2-15,0 1 0 0,-3 1 1 0,3-4 0 16,-3 2 1-16,2-2 0 0,-1-2-1 0,0 2 0 16,-1-4-1-16,-1 4-1 0,0-3-1 0,-3 1 0 15,-2-1-1-15,-1 0-1 0,-5 1 1 0,0-1 0 16,-3 1-2-16,-5 1 1 0,-1 0-1 15,-1-1 1-15,-6 0 0 0,0 2-1 0,-3-1 1 16,-3 1-2-16,0 0-1 0,-6 0-6 0,1 0-10 16,-2 0-14-16,-4 0-23 0,-1 0-46 15,2 0-66-15,-4 0-68 0,-1-1-113 0,2-1-157 16,-2-1-263-16,2 0-268 0,-1 0-206 0,3 0-132 16,-3-1 273-16,4-2 509 0</inkml:trace>
  <inkml:trace contextRef="#ctx0" brushRef="#br2" timeOffset="-66011.63">30283 13818 166 0,'3'-3'446'0,"1"0"242"0,1 0 191 16,1 0-117-16,1-1-127 0,1 1-97 0,2 1-80 15,2-1-59-15,2-2-49 0,0 2-48 16,2 1-46-16,1 1-24 0,1 0-18 0,-2-1-20 16,2 2-21-16,-1 2-29 0,0 0-25 0,-3 3-25 15,2 0-14-15,-5 0-8 0,1 4-8 0,-2-1-3 16,-4 1-8-16,1 2-6 0,-1 0-6 15,-5 1-6-15,-1 2-7 0,-4 2-7 0,1 0-5 16,-5 0-3-16,0 2-3 0,-3-1-4 0,0 1 1 16,-4-2-4-16,0 1 0 0,-1-1-3 0,0-2 1 15,2-4-2-15,-4-1-2 0,6 0 1 16,-2-4 0-16,1-1-2 0,0-1 0 0,4-2-2 16,-3 1-7-16,3-2-14 0,5 0-25 0,-3 0-49 15,2-2-65-15,4 2-70 0,-3-1-117 0,4 1-157 16,0 0-275-16,2 1-254 0,3 3-207 15,1-2-108-15,2 3 298 0,1 0 502 0</inkml:trace>
  <inkml:trace contextRef="#ctx0" brushRef="#br2" timeOffset="-65293.53">30902 14440 18 0,'0'-6'481'0,"0"2"464"0,-1-2 260 16,-2 1-39-16,-2 2-312 0,1 1-219 0,0 0-167 15,0 2-104-15,-2-2-60 0,-1 2-42 0,0 2-50 16,-1 0-58-16,-3-1-39 0,3 2-22 0,-1-2-14 16,-4 2-10-16,4 2-6 0,-4-2-7 15,0-2-9-15,1 4-9 0,-1-2-6 0,0-1-4 16,2 3-5-16,-1 0-5 0,2 1-4 0,0 1-2 16,1 0-4-16,3-1-2 0,-1 4-2 0,4 2-2 15,0 0 0-15,1 1 0 0,2 2 0 0,2 0-1 16,1 2 1-16,0 1 0 0,1 0 0 0,2-1-2 15,2 3 0-15,-2-3 1 0,2-1 0 16,2-2-2-16,-1-3 1 0,1 1 0 0,-1-5 0 16,2-3 0-16,-1-4 0 0,1-1 0 0,0-5 0 15,0-4 0-15,-2-2 0 0,4-4-1 16,-4-2 0-16,3-3 0 0,0-4 0 0,-1-1 0 16,0 0 1-16,-1-4 1 0,-1 1 1 0,1-3 1 0,1 0 0 15,-3 0 0-15,0-3-1 0,1 2 0 16,-3 0-1-16,1 2 1 0,-2 0-1 0,-1 1 0 15,0 5 0-15,-2 3 1 0,0 0 0 16,-2 5-1-16,-2 3 0 0,2 2 0 0,-2 2 0 16,-2 5-1-16,3-1 0 0,-2 3 1 0,1 5-2 15,-1 0 1-15,0 3 0 0,1 1-1 0,0 3 1 16,1 2 0-16,1-1 0 0,0 2-1 0,0 3 1 16,0-1-1-16,1 4 0 0,3 0 1 15,-1 0 0-15,0 3 0 0,2 2 0 0,0-1 0 16,4 1 0-16,-3 2-1 0,4 0 0 0,1-1 1 15,0 2 0-15,2-2 1 0,2 0 1 0,1-2 0 16,5-1 2-16,2-1 0 0,1-1 0 0,3-4 1 16,0 0 1-16,1-4-2 0,3-2-1 15,0-3 0-15,-2-4-2 0,1 0-2 0,-4-4-2 16,0 0-6-16,-6-3-13 0,-2 1-17 0,-1-1-24 16,-8 1-46-16,0-1-67 0,-5-1-67 0,-1 0-101 15,-6-2-162-15,-1-3-269 0,-3 0-269 16,-3-4-210-16,-3-3-139 0,-5-6 242 0,-7-8 557 0</inkml:trace>
  <inkml:trace contextRef="#ctx0" brushRef="#br2" timeOffset="-63927.47">19654 10451 37 0,'0'-2'301'0,"2"-1"218"0,-2 0 236 0,2 0 42 16,-2 0-90-16,0 0-75 0,0-2-88 15,0 2-72-15,0-1-51 0,0 1-44 0,0 0-52 16,1-1-52-16,1 1-36 0,-1 1-29 15,-1-1-38-15,5 0-43 0,-5 1-30 0,1 2-15 0,1 0-10 16,-1-3-5-16,1 3-4 0,0 0 1 16,-1 0-2-16,2 3-5 0,-1-3-4 15,1 2-6-15,1 3-4 0,-3-3-8 0,2 2-5 16,-3 0-6-16,5 0-3 0,-4 2-5 16,2-3-2-16,-1 3-2 0,1-1 0 0,1-1 0 0,0 2-1 15,0 0 3-15,0 1 0 0,4 4 1 16,-2-3 1-16,2 3 0 0,0 0 0 0,1 4-1 15,1-2 0-15,1 4-2 0,0 0-3 16,0 1-2-16,2-1-2 0,0 1-1 0,-2 2-1 16,1-2-2-16,1 0 1 0,0 1 1 15,-1-1-1-15,1-1 0 0,-1 0 0 0,0-2-1 16,-1-2 0-16,0 0 0 0,-2-1-2 0,-1-4 1 16,0 0 0-16,-2-2 0 0,1-1-1 15,-2 0 1-15,-2-2 0 0,0-1 0 0,-1-1 2 16,-1-1-1-16,4-1 1 0,-5-3 0 0,0 0-1 15,1-2 1-15,-1-1-1 0,0-2 1 16,0 0-2-16,0-1 1 0,0-1-1 0,2 2 0 16,-1-2-1-16,-1 1 0 0,2-2 0 0,0 2 1 15,-2-2-1-15,1-1 1 0,2-2-1 16,-1 2 2-16,0-2 0 0,1 0 0 16,-1-2 0-16,2-1 1 0,1 0-1 0,-4 0-1 0,2-3 1 15,2 2-1-15,-2-4 0 0,2 0 0 16,-1 1 0-16,0 0 0 0,1 0 0 15,-2-2 1-15,2 1-2 0,-4 1 2 0,2-1-1 0,-1 3 0 16,-2 2 0-16,3 0 0 0,-3-1-1 16,2 5 0-16,-2 1 0 0,0 2 0 0,0 1 0 15,-2 2 0-15,2 4-1 0,-1-3 0 16,-1 5-1-16,2-1 0 0,-2 0-2 0,-1 3-8 16,2 4-14-16,-4-1-25 0,-3 1-47 15,2 3-84-15,-1 0-167 0,-1 1-271 0,-1 2-321 16,1 1-387-16,2 1-355 0,-2 0 30 0,-1 0 771 15</inkml:trace>
  <inkml:trace contextRef="#ctx0" brushRef="#br2" timeOffset="-56392.71">29440 13799 174 0,'0'0'292'15,"0"0"111"-15,0 0-46 0,0-1-85 0,0 1-66 16,0 0-36-16,0-1-12 0,0-1-9 15,-2 1-9-15,0 1-8 0,2-3-11 0,0 1 3 16,0 2 2-16,-1-3 2 0,1 1 7 16,0 1 5-16,-2-2 2 0,1 1-5 0,1 1 3 15,0 1 8-15,0-1 16 0,-2 1 9 16,2 0 7-16,-2 0 0 0,2 0-7 0,0 0-11 16,-2 0-22-16,2 0-17 0,0 0-17 0,-2 0-10 15,2 0-16-15,-2 0-12 0,2 0-15 16,0 0-9-16,0-2-5 0,0 2-10 0,0 0-5 15,0 0-6-15,0-2-5 0,0 0-4 16,0-2-2-16,0 2-7 0,0-3 3 0,2 1-1 16,0-1 1-16,-2-1-1 0,2 1 2 0,2-3 3 15,-3 0 4-15,2-1 6 0,-1 2-1 16,1-3 7-16,-1 2 8 0,-1 0 8 0,1 0 7 16,0 1 13-16,-2 0 18 0,-2 0 19 0,2 3 5 15,-2 0 3-15,1 1 0 0,-2 1-4 0,-1-3-11 16,3 3-21-16,-2 0-7 0,-3 0-11 15,2 1-10-15,1 1-10 0,-2-1-5 16,2 1-6-16,-2-2-6 0,4 2-3 0,-4 0-4 0,2-2-1 16,-3 2 0-16,3-1-1 0,-2 0-2 15,2 1 0-15,-1-2-1 0,-1 2-2 0,2-2 0 16,-3 2 2-16,2 0 4 0,-1 2-5 16,0-2 2-16,0 2-2 0,-1-1 0 0,-2 0-2 15,2 3 2-15,-1-2 2 0,1 2-1 16,-2-2 0-16,2 3-1 0,-1-3 0 0,3 1 2 15,-1-2-1-15,0 2 2 0,1 1 0 0,0 0-2 16,1-1 3-16,2 0-4 0,-3-1-1 16,3 2-2-16,-1-1 0 0,1 1 0 0,1 1-1 15,0-1 0-15,-2 1 2 0,2 1 1 16,0 1 2-16,0-1 1 0,0 2 0 0,0 0-2 16,0 2 0-16,0-1-2 0,0 0-1 0,0-2-2 15,0 0 0-15,0 1 1 0,0 0 2 16,0-1 1-16,0-5-13 0,0 4-42 0,-2-1-51 15,2-3-53-15,-1 3-107 0,-2-2-173 16,-1 1-289-16,2 1-251 0,-3 1-225 0,2 0-124 16,-2 0 280-16,0 0 523 0</inkml:trace>
  <inkml:trace contextRef="#ctx0" brushRef="#br2" timeOffset="-55343.74">28791 13758 194 0,'2'-2'333'0,"0"1"140"15,-2-1-15-15,1-1-79 0,-1 2-53 0,0-2-28 16,0 0-10-16,0 0-5 0,0 0 9 0,0-3 10 16,0 2 14-16,0-1 2 0,0-1-16 15,0-1-24-15,0 0-39 0,0 0-43 16,0-4-49-16,2 2-36 0,-2-1-27 0,0-3-21 16,1 0-10-16,1-2-3 0,0 0-8 0,1-3-2 15,-2 0-4-15,4-3 8 0,-4 0 6 0,2-2 2 16,1-2 22-16,-3-2 9 0,1 2 8 15,0-4 5-15,-2 4 0 0,-2-2-5 0,0-1-22 16,-1 4-12-16,-2 1-9 0,-1 0-14 0,-2 2-8 16,0 4-2-16,0-2-4 15,-2 4 2-15,-2 1 1 0,3 3 1 0,-4 2-1 16,2 0 0-16,-1 1-1 0,0 2 0 0,1-1-5 16,-1 2-4-16,2 1-2 0,1-1-2 0,-2 2-1 15,1-1-3-15,0 0-1 0,1 2 1 16,0-1 0-16,1 0-2 0,-3 0-1 0,1-2 0 15,2 2-1-15,-1-1-2 0,0 0-2 0,-3-1 4 16,3 0-3-16,-2-1 2 0,1-1 2 16,1 2 4-16,-4-1 5 0,4 2 1 0,-3-1 4 15,3 2 1-15,0 0 1 0,-1 2-1 16,-1-1-5-16,2 4-2 0,-3-1-4 0,3 0-2 16,0 4 2-16,-1 1-5 0,1 0 1 0,-1 2-1 15,0 3-1-15,1 1 0 0,1 1 0 16,2 5 1-16,-1 1-3 0,3 4 4 0,-2 4-2 15,2 0 2-15,3 5 0 0,1 3-1 0,0 0 0 16,1-1-1-16,4-1-1 0,1 0-3 16,1-1 0-16,-1-4-3 0,1-1-8 0,2-1-35 15,-5-5-68-15,3-1-61 0,-2-3-130 0,-2-4-179 16,-1-3-312-16,-2-1-287 0,0-3-203 0,0-2-91 16,-4-2 385-16,-1-1 523 0</inkml:trace>
  <inkml:trace contextRef="#ctx0" brushRef="#br2" timeOffset="-51159.77">27943 13573 185 0,'0'-1'405'0,"0"-2"218"0,0 0 162 0,0-2-59 16,-4-1-69-16,3-2-69 0,1 0-70 15,-4-4-71-15,3 0-79 0,-1-1-67 0,2-5-66 16,0 2-32-16,0-2-21 0,0-5-21 0,2 1-16 16,-1-3-30-16,3-3-18 0,-3 0-26 15,4-2-21-15,1-3-16 0,-1 0-14 0,0-1-10 16,1-1-5-16,1 3-5 0,-3-4-2 0,2 1 2 16,1 1 0-16,-3 1 3 0,0 0-2 15,-3 0 4-15,1 1-1 0,-2 3-1 0,-2 1 0 16,-1 3-2-16,-2 2 2 0,-1 3-3 15,-3 4 3-15,1 0 2 0,-2 6-2 0,-1 1-1 16,0 3 0-16,0 2 2 0,-2 2-1 0,2 2-1 16,-2 2 2-16,3-1 2 0,-2 2 4 15,4 2 3-15,-2-3 3 0,2 2 4 0,-1-2 3 16,0 2 4-16,0-3 0 0,1 0 0 0,0-1-1 16,-1 0-1-16,0-1-1 0,0 0-2 0,-3-3 1 15,-1 2-4-15,-1-3-2 0,1-1 0 16,-2 0-1-16,-2-1-3 0,0 0-1 0,3-1-1 15,-4-1-1-15,2 1-1 0,-2 0 2 16,1-2 0-16,0 1-1 0,3 2 1 0,-2-2 1 16,2 3-1-16,-3 0-2 0,4 1 1 15,-3 1-3-15,5-1-2 0,0 1 0 0,0 2-1 16,3-1 0-16,1 1-3 0,0 1 1 0,4 0-1 16,-2 0-1-16,2 1-2 0,-1-3-2 15,4 3-2-15,-1 0 0 0,-1 0 1 0,2 3-1 16,2-2 3-16,-2 1 2 0,1 0 1 0,-1 1 1 15,4 2 0-15,-4-1 1 0,1 0-2 16,-1 0-1-16,4 2 2 0,-4-2-1 0,1 1 0 16,1-1 0-16,-1 1 0 0,-1 1 0 15,2-1 0-15,1 0 0 0,-3 1-1 0,1 0 2 16,-1 0-1-16,2 2 1 0,-2-1 0 0,1 3 0 16,-1-2 0-16,2 3-1 0,-2 1-1 15,0 1 1-15,0 2-1 0,-2 3 0 0,2 0 1 16,-1 5 0-16,-1 1-1 0,2 3 1 0,-1 4 0 15,-4-2 2-15,4 4-1 0,-1 3 1 16,1-1 1-16,-3 5 0 0,3 0-1 0,-3 2-1 16,1 0-1-16,2 2 1 0,-3-4-1 15,3 2 1-15,-2-2-1 0,1-3 0 0,-2-1-1 16,2-2 0-16,1-2-1 0,-3-2 1 16,4-4-1-16,-1 2 0 0,-1-6 0 0,0 1-1 0,2-4-3 15,-1-4-11-15,-1-1-25 0,-1-5-64 16,0-2-74-16,0-4-130 0,-3-3-196 0,-2-4-304 15,1-4-329-15,-1-2-236 0,-3-3-81 16,2-3 419-16,-1 0 576 0</inkml:trace>
  <inkml:trace contextRef="#ctx0" brushRef="#br2" timeOffset="-50045.11">27001 13602 202 0,'-3'0'335'0,"2"0"133"15,-4 0-23-15,4 0-101 0,-1 0-71 0,1 0-28 16,-3 0-11-16,3-2-9 0,-1 2-13 16,0-2-20-16,1 2-26 0,-1-1-35 0,1-2-17 15,1 0-9-15,-2-1 11 0,0 0 26 16,2-2 23-16,0-2 19 0,0 0-4 0,0-1-13 16,2-2-27-16,-2 0-28 0,2-3-32 15,-2 0-24-15,1-4-16 0,1 0-16 0,-1 0-8 16,-1-3-6-16,0 2-1 0,0-2-1 0,-1 0-2 15,-1 0 0-15,-1 2 16 0,1-1 13 16,-1 4 12-16,-3-1 12 0,3 2 10 0,-2 2 8 16,0 1-6-16,1 0-8 0,-1 3-6 15,-2 0-6-15,1 1-2 0,2 4-4 0,0-3-1 16,0 5 0-16,-1-2-4 0,1 3 1 0,0 0 7 16,-2-1 16-16,1 2 20 0,2 0 12 0,-4 0 14 15,4 0 5-15,-2 0-8 0,-1 0-17 16,2 0-23-16,-1-2-11 0,-2 1-21 0,2-2-12 15,-4-1-8-15,5-2-5 0,-3 0-2 0,1 0-4 16,-1 0 2-16,1 0 2 0,2 0 3 16,0 1 3-16,-1 1-2 0,2 1 0 0,2 1 1 15,-3-3-1-15,4 4-4 0,-1 0-3 16,-1-1 0-16,1 2-3 0,1-2-2 0,0 2-1 16,-2-1-2-16,2 1 2 0,-3 0 1 0,3 0 2 15,0 0 3-15,0 0-2 0,0 0 1 16,-1 0 0-16,1 1-2 0,-2 1-3 0,0 2-1 15,1 1 2-15,-1 1-1 0,1 3-2 16,-3 1 4-16,3 1-1 0,-1 3-2 0,1-1 1 16,-1 4 3-16,0 3 2 0,2-1-4 15,0 3 0-15,0 1 2 0,0 1-1 0,0 1-2 16,0 0-2-16,4 0 1 0,-4-3 0 0,1 1-2 16,2-2 0-16,-3-2-5 0,4-1-29 0,-4-3-56 15,1-1-52-15,-2-4-93 0,-3-1-150 16,1-1-213-16,0-3-281 0,-2-1-231 0,-2-2-186 15,0 0 116-15,1 1 457 0</inkml:trace>
  <inkml:trace contextRef="#ctx0" brushRef="#br2" timeOffset="-48975.72">25934 13654 40 0,'2'0'269'15,"0"-2"155"-15,-2 2 142 0,0-2-67 16,0-1-104-16,0 0-62 0,0 0-16 0,0-2 4 15,0 2 4-15,1-3-7 0,1 1-31 16,-1-1-34-16,3-1-41 0,-2 0-33 0,-2-1-24 16,4 1-19-16,-4-1-13 0,1 1-17 0,-1-1-20 15,0 1-19-15,0-1-21 0,0 0-14 16,-1 1-11-16,-1 0-8 0,0 1 4 0,0-1-2 16,-2-1 1-16,1 2-2 0,-2 0 0 0,2-2-4 15,-2 0 0-15,0 2 3 0,1-1 2 16,-4 1 10-16,2-1 5 0,-1 1 14 0,-1 1 12 15,2 1 3-15,-2 0 4 0,3 0 22 16,-1 2 18-16,0 0 11 0,-2 0 4 0,2 1-3 16,-1-1-2-16,-1 2-21 0,1-1-16 15,0 1-20-15,-1 0-16 0,2-3-7 0,-5 3-7 16,3-2-8-16,0-1-4 0,0 1-3 0,-1 0-3 16,2-2 0-16,1 3-1 0,-1-2 1 0,3 1-1 15,-1 2 0-15,1-1 0 0,-1 0-1 16,2-1 2-16,-1 2-2 0,3-2 1 0,-3 2 1 15,1 0-1-15,2 0 0 0,-2 0-2 16,1 2 0-16,-1-2-2 0,2 0 1 0,-1 0 0 16,0 2-1-16,2-2 0 0,-1 0-1 15,1 0-2-15,-2 0-1 0,2 0-1 0,-2 0 0 16,2 0 1-16,0 1-1 0,-1 0 2 0,-1 1 0 16,2 1 0-16,-1 3 0 0,1 2 2 0,-4 1 0 15,4 0 0-15,-3 3-1 0,3 1 0 0,-1 2-1 16,-1 2 0-16,-1 1-1 0,3 0-3 15,-1 0-1-15,-1 1 0 0,1-2 1 0,1-2-2 16,-2-3-3-16,0 0-11 0,2-5-49 16,0-1-54-16,-1 0-68 0,1-6-130 15,-4 0-177-15,3 0-302 0,-2-6-246 0,1 0-216 16,-1-1-47-16,0-2 384 0,-2 0 483 16</inkml:trace>
  <inkml:trace contextRef="#ctx0" brushRef="#br2" timeOffset="-48029.49">24764 13573 44 0,'-1'4'322'0,"-2"0"258"0,-1-1 270 16,1 0 33-16,0-3-136 0,0 2-128 16,-3-2-117-16,3-2-111 0,-2 0-98 0,2 1-89 15,-1-4-61-15,1 1-41 0,1-2-20 0,-1 1 1 16,2-4 23-16,1 1 31 0,0 1 21 16,-5 1 5-16,5-1 3 0,-1-1-8 0,-1 3-26 15,-1 0-30-15,0-2-24 0,-1 3-15 16,0 1-15-16,-3-1-14 0,0 2-8 0,-1-3-8 15,-2 4-4-15,-1 1-4 0,-2 0-4 0,1 0 0 16,-4 3-5-16,0 2-1 0,-3-1-1 0,2 3 0 16,-2-1-1-16,0 2 0 0,0-1-1 15,1 4 3-15,0-2-2 0,2 0-1 0,-2 3 0 16,6-6 3-16,0 1-1 0,2 1 0 16,2-2-1-16,3-1-2 0,-2-1-1 0,6 1-2 15,1-1 0-15,0 2-2 0,3-3-8 0,2 1-47 16,0-2-61-16,-1 1-76 0,1-3-139 15,4 0-212-15,-4-1-317 0,2-3-264 0,-3 3-206 16,0-4 4-16,0 3 459 0</inkml:trace>
  <inkml:trace contextRef="#ctx0" brushRef="#br2" timeOffset="-47542.38">23357 13686 187 0,'-9'4'509'16,"-1"2"307"-16,2-1 195 0,1-1-167 16,0 0-208-16,4 1-144 0,1 1-112 0,1 1-95 15,2-3-74-15,4 2-47 0,3-2-38 0,4-1-32 16,1-1-18-16,8-4-14 0,2-1-12 0,6-4-15 16,0-3-8-16,7 0-7 0,3-5-7 15,1 0-1-15,1 0-29 0,-2 0-134 0,-4 0-288 16,-5 3-270-16,-1 1-275 0,-7 3-293 15,-5 2-80-15,-4 6 483 0</inkml:trace>
  <inkml:trace contextRef="#ctx0" brushRef="#br2" timeOffset="-45964.26">27590 11368 111 0,'0'-6'254'0,"0"0"107"0,1-2 7 16,-1 3-71-16,0-3-54 0,0 2-12 0,0-1 20 15,0-1 49-15,0 2 76 0,0-1 69 0,2 3 40 16,-2 0-8-16,0 0-44 0,0 2-68 0,0-1-87 16,1 3-64-16,1 2-13 0,1 1 3 15,4 2-6-15,0 4-1 0,0 4-1 16,1 2-25-16,0 1-46 0,1 4-42 0,-1 0-25 15,0 3-25-15,-2 1-13 0,0 0-5 0,1 1-4 16,-2-2-6-16,-2-1 0 0,-2 1-2 16,3-1-1-16,-4 0-24 0,0-5-60 0,-2 2-60 15,0-4-125-15,-1-3-186 0,-2-3-307 0,0-2-307 16,1-5-234-16,-2-2-98 0,1-4 379 16,-1-1 555-16</inkml:trace>
  <inkml:trace contextRef="#ctx0" brushRef="#br2" timeOffset="-45779.85">27550 11511 100 0,'0'6'482'16,"-3"1"302"-16,3 3 199 0,5 1-44 0,-1 0-258 15,1 2-190-15,5-1-137 0,1 0-70 16,1 1-67-16,3-3-62 0,4 0-55 0,-1 1-41 0,2-4-21 16,3-1-17-16,3-1-5 0,-1-2-3 15,5-5-7-15,-2-1-3 0,2-2-7 0,0 0-26 16,0-4-104-16,-2 0-165 0,-1 0-291 15,-6 0-266-15,1 3-257 0,-2 2-127 0,-3 8 287 16,-4 4 485-16</inkml:trace>
  <inkml:trace contextRef="#ctx0" brushRef="#br2" timeOffset="-45096.4">27569 13794 348 0,'4'-5'712'0,"-1"5"301"16,1-5 84-16,-2 4-271 0,-1 0-221 0,1-1-144 16,-2 2-76-16,1 0-41 0,1 0-48 15,0 0-46-15,-2 0-40 0,0 2-43 0,1 0-50 16,-1 3-42-16,0 1-29 0,0 5-15 15,-1 2-10-15,-1 4-8 0,0 2-5 0,1 3-3 16,-1 1-3-16,1 1-3 0,-1 4 0 0,-1-3-4 16,2 0-38-16,1 0-60 0,0 0-75 15,-3-3-146-15,1 1-243 0,0-2-318 0,-1-2-284 16,1 2-202-16,-1-2 44 0,-2-2 526 16</inkml:trace>
  <inkml:trace contextRef="#ctx0" brushRef="#br2" timeOffset="-44781.27">27354 14543 11 0,'-3'0'552'0,"0"0"497"0,0 0 221 16,-2 0-107-16,2 0-329 0,1 3-382 15,-1-3-219-15,3 1-107 0,0 0-61 16,5 3-28-16,-1 0-16 0,3 2-11 0,1 1-4 0,3 4-3 15,1-1 0-15,1 2 0 0,4 0-2 16,1 1 3-16,-2 4-2 0,2 0-2 0,-1-1-2 16,1 4 36-16,0-1 33 0,-1 1 19 15,-1 2 7-15,-2-3 9 0,1 4 10 0,-3-1-10 16,-2-1-19-16,-2-1-11 0,-2 1-4 0,-3-3-10 16,-2 1-11-16,-1-3-21 0,-3-3-11 15,-3-1-9-15,-2-2-39 0,-1-2-54 0,-4-5-43 16,-1-3-71-16,-2-6-128 0,-1-5-177 15,-1-5-257-15,1-5-229 0,0-4-216 0,-1-5-19 16,-1-3 353-16,2-2 443 0</inkml:trace>
  <inkml:trace contextRef="#ctx0" brushRef="#br2" timeOffset="-44566.75">27451 14409 241 0,'17'0'548'0,"-3"1"306"0,5 1 201 16,-2 0-221-16,-1-1-178 0,5 2-143 0,-5 0-127 15,3 0-108-15,-2 0-94 0,2 0-72 16,-2-2-47-16,1 2-28 0,1 0-17 0,-5-1-8 16,3-1-3-16,-1-1-3 0,0 0-6 15,0-1-1-15,0-1-6 0,0-1-27 0,-2-1-111 16,-1-2-167-16,0-2-294 0,-1 1-268 16,-3 0-261-16,0-2-122 0,-4 2 310 0,2-1 489 15</inkml:trace>
  <inkml:trace contextRef="#ctx0" brushRef="#br2" timeOffset="-44348.71">27999 14558 249 0,'19'38'637'0,"-1"3"304"0,-3-1 147 15,3 4-203-15,-1-4-256 0,-1-1-183 0,3-5-132 16,0-3-64-16,-1-6-65 0,0-6-15 16,3-5 20-16,-2-4 6 0,1-9 7 0,-4-6-10 15,3-6-13-15,-4-5-36 0,-3-5-47 0,-2-6-28 16,-2-5-24-16,-2-1-11 0,-3-1-11 15,-3 1-5-15,-3 0-6 0,-5 3-4 0,-2 5-1 16,-2-1-4-16,-2 5-2 0,-3 2-4 0,0 3-12 16,1 3-30-16,1 1-56 0,0 6-60 15,5 3-95-15,-2 5-161 0,6 0-254 0,-2 6-287 16,7 1-235-16,2 4-170 0,4-3 170 16,3-1 528-16</inkml:trace>
  <inkml:trace contextRef="#ctx0" brushRef="#br2" timeOffset="-43488.6">29678 13569 78 0,'-1'3'611'0,"-4"2"443"0,4 2 147 0,-3 3-90 15,1 2-377-15,3 3-289 0,0 3-129 16,0 2-37-16,2 2-27 0,-1 5-27 0,1 0-28 15,0 3-40-15,-1 2-50 0,4 1-48 0,-2 1-26 16,-2-4-15-16,3 2-10 0,-1 0-4 16,2-4-9-16,0 0-54 0,-2-3-60 0,1-2-132 15,-1-2-224-15,-1-2-295 0,-2-2-326 0,0-2-252 16,-2 0-78-16,-4 0 461 0</inkml:trace>
  <inkml:trace contextRef="#ctx0" brushRef="#br2" timeOffset="-43146.43">29496 14716 16 0,'4'6'524'0,"0"-1"477"0,-4-2 224 15,4-3-83-15,-4-3-345 0,0-2-312 0,1-2-182 16,3-4-64-16,-1-2-24 0,3-2-13 0,0-5-20 15,0-1-28-15,3-5-40 0,0 0-43 0,0-3-33 16,3-3-18-16,0 1-10 0,1 1-2 16,-4 3 0-16,2 2-3 0,-1 5-2 15,-4 1-2-15,3 5 4 0,-2 7-3 0,-2 1 2 16,1 6 1-16,-1 4 2 0,0 5-1 0,1 5-4 16,-2 2 0-16,0 4 2 0,-1 1-1 0,-2 3 2 15,3 2-4-15,-3-3-1 0,3 4-15 16,-1-2-45-16,3 2-43 0,-3-4-40 0,2 2-60 15,1-2-110-15,1-2-138 0,2-1-172 0,-1-2-245 16,1-2-232-16,4-2-103 0,-2-4 215 16,3-1 418-16</inkml:trace>
  <inkml:trace contextRef="#ctx0" brushRef="#br2" timeOffset="-42878.43">29973 14758 272 0,'20'3'614'0,"-2"2"280"0,-1 2 135 0,0 1-224 15,-3 0-205-15,-1 2-156 0,1-3-96 16,-1 1-63-16,-1-2-34 0,1-4-26 0,0-2-40 15,-2-4-31-15,-1-3-19 0,-1-4 4 0,-1-5-17 16,-3-2-19-16,-1-5-5 0,0-2-5 16,-4-2-4-16,0-3-25 0,-2 0-14 0,-1 0-11 15,0-2-7-15,-4 4-4 0,1-1-6 0,-3 2-2 16,1 1 0-16,-1 6-1 0,0 0 2 0,3 5-3 16,-2 2 0-16,0 5-1 0,-1 3-2 0,1 4-4 15,-2 6-6-15,-1 2-3 0,2 6-1 0,-3 1 1 16,2 4-1-16,-3 3-2 0,0 3 1 15,-1 0-13-15,-1 0-33 0,0 1-62 0,-1 0-60 16,-1-1-89-16,-4-4-152 0,4 0-222 0,-5-2-284 16,-4 2-228-16,0-1-183 0,-3 1 92 15,-10-1 475-15</inkml:trace>
  <inkml:trace contextRef="#ctx0" brushRef="#br2" timeOffset="-42022.5">25108 13534 27 0,'0'-3'545'16,"-4"0"487"-16,3 2 223 0,-3 1-81 15,0 0-332-15,0 3-311 0,1 3-148 0,2 3-90 16,-1 3-54-16,-1 6-32 0,2 1-36 0,1 7-44 16,0 1-51-16,1 4-32 0,4 2-16 15,-4 3-15-15,4 0-6 0,-2 3-4 0,4-2 0 16,-2 1-3-16,-1-2-46 0,2 0-65 15,1-3-104-15,-4-1-190 0,2-4-299 16,-4-1-328-16,-1-1-280 0,-1-2-145 0,-4-2 314 16,-2 2 626-16</inkml:trace>
  <inkml:trace contextRef="#ctx0" brushRef="#br2" timeOffset="-41019.8">24695 14745 185 0,'0'-8'739'16,"-4"0"384"-16,3 0 67 0,-1-1-140 16,2-1-473-16,0 4-257 0,2-1-137 0,3-2-66 15,-4 3-33-15,6-2-21 0,-2 3-6 0,-1 0-19 16,2 1-11-16,1 1 15 0,-4 1 29 15,2 1 56-15,-4 1 35 0,3 0 22 16,-1 0 8-16,-2 1-12 0,1 1-24 0,1 1-36 16,-3 1-29-16,0 2-19 0,0 3-13 15,-3 3-16-15,1 2-11 0,2 4-7 0,0 1-6 0,0 6-5 16,5 3-4-16,-4 0-2 0,2 5-2 16,1 0-4-16,1 0-1 0,3 0-2 0,-2 0-3 15,3-3-1-15,1-3 1 0,1-3-2 16,3-4-5-16,0-5-22 0,2-6-60 0,-1-5-66 15,2-7-109-15,-3-4-166 0,2-5-269 0,-2-9-315 16,3-2-240-16,-4-5-149 0,3-4 228 16,-2-1 547-16</inkml:trace>
  <inkml:trace contextRef="#ctx0" brushRef="#br2" timeOffset="-40774.26">25073 14797 189 0,'6'14'555'0,"2"5"360"0,-4 3 209 0,3 5-196 15,1-2-228-15,0 4-174 0,3-3-129 16,-2 1-95-16,4-1-80 0,-2-2-54 0,0-3-36 15,2-4-31-15,-1 0-32 0,1-6-2 16,1-4 9-16,1-3 8 0,0-5 1 0,-2-5 1 16,1-4 7-16,-3-7-21 0,-1-4-17 15,1-6-7-15,-3 0-5 0,-3-5-2 0,-2 0-4 0,-2-1 0 16,-2 3-3-16,-2 0-3 0,-5 4-6 16,-1 2-3-16,-4 4-5 0,-2 2-7 15,-4 4-4-15,2 2-6 0,-4 4-4 0,2 5-12 0,-1 3-29 16,-2 5-60-16,1 2-61 15,0 4-102-15,2 1-166 0,2-1-257 0,1 2-295 0,1-3-234 16,5-1-160-16,0-4 205 0,1-2 531 16</inkml:trace>
  <inkml:trace contextRef="#ctx0" brushRef="#br2" timeOffset="-31213.3">20970 520 61 0,'3'-1'282'0,"-3"-1"161"0,0 2 172 16,-2-1-20-16,1-1-22 0,-1 2 8 0,0 0-16 15,-2 0-27-15,-2 0-52 0,1-1-81 16,-2 1-56-16,1-2-50 0,0 2-44 0,-2-1-29 16,2 1-25-16,-2 0-24 0,-1 0-40 15,0-2-30-15,3 2-22 0,-2-2-13 16,1 1-12-16,-2-1-10 0,1 1-4 0,0-2-4 15,-1 2-3-15,-2-2-3 0,0 0-3 0,-5-1-1 16,3-1-2-16,-6 2-3 0,2 0-6 16,-4 1 0-16,-4 1-9 0,3 1-7 15,-8 1-4-15,1 2-2 0,-2 2-2 0,-3 2-1 16,3 2 7-16,-4 0 3 0,2 3 2 0,0-1 1 16,0 4 1-16,-1-3 0 0,1 3 5 15,2-2 1-15,0 2 0 0,1 1 0 0,0 0-2 16,4 0 0-16,-3 2-9 0,4 1-3 15,1-2 1-15,0 3-3 0,2 1 1 0,0-2 1 16,3 1-1-16,-1 0 2 0,0 0-1 0,3 1 1 16,0-1 2-16,1-1-2 0,0 2 1 0,0-1-1 15,2 2 2-15,1-1-2 0,1 1 0 16,-2 2-1-16,2-1-5 0,0 4-3 0,2-2-3 0,1 1 4 16,-2-1 2-16,5 3 1 0,-2-1 7 15,-1 0 3-15,5 3 2 0,-4 0-6 0,3 0-3 0,1 1-1 16,-1 2-2-16,1 0 2 0,0-2 1 0,-1 3 1 15,4-1 2-15,-1-1 2 0,2 0 0 16,2 0 1-16,-1 1-1 0,4-4 1 0,-1 3-1 16,1-1 1-16,2 0-1 0,-1-3 0 0,3 0-1 15,3 2-1-15,-3-5 1 0,5 2-1 16,-3-2-1-16,5-1 0 0,-2 0 0 0,4 1 1 16,-1-3 2-16,0 0 0 0,1 1 0 0,3-2 1 15,0-1 0-15,0-1 0 0,3 2-1 0,1-2 0 16,2-1 0-16,-2-1 1 0,4 0-1 0,-4-2 0 15,2 1 0-15,2-2 1 0,-1-1 0 16,-1 2-1-16,0-2 1 0,-1 1 0 0,1 0 0 16,-1-2 0-16,-1 2-1 0,0 0 0 0,2-1-1 15,-2-1 0-15,2 3 0 0,-3-1-1 0,2-1 1 16,0-1-1-16,1 2 0 0,-2-4-1 16,2 1 0-16,2-1 1 0,-2-1 0 0,1-2 1 0,2 0 1 15,0-2 0-15,1-1 1 0,0-1-1 16,2-2 0-16,2 1-1 0,-4-2-1 0,1 0-1 15,1 0 0-15,-1 1-1 0,-1-1 0 0,-1 2 0 16,0-2-1-16,1 1-1 0,-3 1 1 0,-1-1-1 16,0 1 0-16,2-2 0 0,-4 1-1 15,2-1 1-15,-4-1 0 0,1 1-1 0,2-3 0 16,-3 1 0-16,1-2 0 0,-2-1-1 0,0 1 0 16,0-2 1-16,0-1 0 0,-1-1 0 0,3-2 0 15,-2 2 1-15,0-3 0 0,-1-1 1 16,1 0-1-16,-2-2-1 0,-1 1 1 0,3-5-1 15,-1 3 1-15,-2-2 0 0,1-2 1 0,1 1 1 16,-2-1-1-16,1-2 0 0,1 0 1 0,-2 1 0 16,1-1 0-16,0 2 0 0,-2-3 0 0,1 3-1 15,-1-2 0-15,-1 2 1 0,-1-3-1 16,0 3 0-16,-2-1 0 0,2 0 1 0,-5-3-1 0,1 0 0 16,1 0-1-16,-3-3 0 0,2-1 0 15,-2-1 0-15,-1-4-1 0,1-1-1 0,-2-1 1 16,-2-3-2-16,1-1 1 0,-3-3 0 0,2 1 2 15,-3-1 0-15,2-1 1 0,0 2 1 0,-2-3 1 16,1 3 0-16,-3 1 0 0,2 1-1 0,0 0-1 16,-1 2 1-16,-2 0-1 0,0 1-1 15,0 2 1-15,-5 0 0 0,4 2 0 0,-2 0 0 0,-2-1 1 16,-2 2 0-16,1-2 1 0,-3 2-1 16,-1-1-1-16,-1 0 1 0,-2 0 2 0,1 2 0 15,-6-2 3-15,4 3 3 0,-5-1 3 16,1 2 0-16,-2 0 0 0,0 0-1 0,-1 0-2 15,-3 2-2-15,2-1-4 0,1 2 0 16,-1-1-1-16,-1 0 0 0,1 2-1 0,-1-1-1 16,0 0 1-16,-1 1-1 0,0-2-1 0,-2 2 0 15,0-1 0-15,-3 2 1 0,-1 0-1 16,-3 0 0-16,0 2 1 0,-3 1 0 16,0 0-1-16,-2 4 0 0,-2-2 1 0,-1 4-1 15,1 1 0-15,2 1-1 0,-4 2 1 16,2 2-1-16,1-1 0 0,1 4-1 0,-2 0 0 15,2 1-1-15,3 3 0 0,1 0-2 0,0 3-1 16,4 2-9-16,2 3-15 0,1 0-21 16,2 7-28-16,1-1-71 0,3 6-107 15,1 2-236-15,0 5-286 0,4 1-351 0,-2 2-420 16,2 4-208-16,-1 1 409 0,4 3 875 16</inkml:trace>
  <inkml:trace contextRef="#ctx0" brushRef="#br2" timeOffset="-29531.26">20316 10047 21 0,'2'-8'474'16,"1"1"401"-16,-6 1 222 0,-2 4-35 0,-2-3-335 15,-1 1-315-15,0 1-152 0,0-2-84 16,-5 1-30-16,5 0-7 0,-1 1 6 16,-4-2 19-16,2 1 25 0,-3-1 15 0,1 1-2 15,-2 0-4-15,0-1-13 0,0 0-33 0,-3-1-35 16,-2-1-29-16,0 2-17 0,-2-3-13 0,-3 1-8 15,2 0-4-15,-4-1-2 0,-1 1-5 0,0-1-5 16,-4 0-4-16,-2-2-6 0,-1 1-3 16,-1 0-1-16,-1-1 0 0,1 1 2 0,1 1 1 15,-3 1 1-15,3 1 0 0,1 0-3 16,-1 3-4-16,2-1-1 0,-2 4-3 0,1 0 1 16,1 2-2-16,2 2-1 0,-1 2-1 0,0-1-1 15,2 3-3-15,0 2-2 0,0 2-2 16,0 3 0-16,3-2 0 0,-1 6 0 0,1-1 0 15,0 2 1-15,2 5-1 0,1 0 1 0,0 5 0 16,-1-1-1-16,3 5-1 0,0 1 2 16,0 4-1-16,0 1-1 0,0 5-1 0,2 2 0 15,0 3-2-15,1 1-1 0,3 4 1 0,-1 0 0 16,4 3 1-16,3 1 2 0,1 4 0 16,6 0 1-16,2 4-2 0,2 0-1 0,7 3-1 15,0 1-2-15,5 1 0 0,5 3 1 16,6 0 0-16,3 1 1 0,8 4 0 0,1 1 2 15,7-2-1-15,6 1 0 0,6-2 0 0,7-5-1 16,3 0 2-16,7-9-1 0,6-3 0 0,1-5-2 16,3-8 0-16,3-8 1 0,0-7 1 15,0-8 0-15,2-8 0 0,-1-11 0 0,3-8 1 16,-5-11-1-16,0-6 0 0,-4-9 0 16,-4-10 1-16,-3-7 0 0,-2-8 1 0,-8-7 1 15,-3-3-1-15,-4-4 0 0,-9-3-1 0,-4-4 2 16,-5-1 0-16,-8-1 1 0,-6-4 0 0,-7-2 0 15,-6-1 1-15,-3-3-3 0,-10 0-1 0,-4 0 0 16,-8-1-1-16,-8-1 2 0,-8 2 2 16,-8-1 2-16,-9-2 0 0,-8 1-1 0,-8 1-1 15,-11 2-4-15,-4 3-1 0,-8 2-1 0,-3 10 1 16,1 4 0-16,-1 8 3 0,2 7 1 16,3 3 0-16,5 10 0 0,10 4-4 15,4 2-11-15,8 5-18 0,8 0-28 0,8-3-65 16,8-1-73-16,7-5-140 0,10-9-244 0,9-5-302 15,8-10-340-15,10-9-246 0,4-12-50 0,5-9 549 16</inkml:trace>
  <inkml:trace contextRef="#ctx0" brushRef="#br2" timeOffset="-27246.48">22643 377 92 0,'0'0'281'0,"0"-1"130"0,-2 0 107 16,0-1-153-16,1 1-118 0,-1-1-49 0,1 1-8 16,-1-2 11-16,0 0 20 0,1 1 12 15,-3 1 6-15,3-3 1 0,-1 4-5 0,1-1-3 16,1 1-10-16,-5 0-12 0,5 0-13 15,-1 1-18-15,-1-1-21 0,2 2-25 16,-1 0-25-16,-1-1-21 0,0 1-20 0,-1 1-17 16,2 1-13-16,-4 1-13 0,0 1-9 15,-3 1 0-15,0 4 0 0,-1 3 14 0,-5 0 6 16,-1 3 0-16,-2 2 3 0,-1 1-2 0,-4 2-5 16,0 0-12-16,1 1-8 0,0 1-4 15,-1-3-6-15,2 1 2 0,1-5-1 16,5-2-6-16,2-1-1 0,2-4 0 0,2-2 0 15,2-2-17-15,1-4-32 0,4 1-67 16,1-3-96-16,1-3-114 0,2 0-138 16,2-4-230-16,1-2-231 0,1-1-75 0,1-2 129 15,-4-2 281-15,4 1 276 0</inkml:trace>
  <inkml:trace contextRef="#ctx0" brushRef="#br2" timeOffset="-26979.32">22364 480 168 0,'-3'6'413'0,"-2"0"178"16,-1 0 107-16,1 1-194 0,-3 4-190 0,4 0-85 15,-3 4-14-15,1 2 27 0,-2 2 42 0,0 3 27 16,0-1 4-16,0 0-35 0,1 1-51 16,0 2-53-16,2 1-49 0,1-2-42 0,0-2-38 15,3 0-19-15,1-3-13 0,0-3-6 0,1 1-4 16,4-4-5-16,2-1-1 0,1 0-1 0,2-5-1 15,3-2 0-15,1-2 2 0,2-4 1 0,3-2 0 16,0-4 0-16,3-5 3 0,4-2 2 16,-1-5-10-16,2 1-55 0,-1-4-84 0,2 2-119 15,0-1-170-15,1-1-291 0,-1-3-240 16,0 2-79-16,-2-1 156 0,-4 1 330 0</inkml:trace>
  <inkml:trace contextRef="#ctx0" brushRef="#br2" timeOffset="-4801.9">24609 4816 84 0,'2'0'180'16,"0"0"17"-16,-1 0-20 0,1 0-40 0,-1 1-38 16,3-1-34-16,-2 2-20 0,0 0-10 15,1-2-13-15,0 2-13 0,1 1-9 0,-3-2 0 16,2 0-4-16,1 0 2 0,-4 1 2 0,1 1 0 16,-1-3 0-16,2 2-5 0,-1-2-8 15,-1 0-11-15,0 3-23 0,0-3-39 0,0 0-63 16,0 0-67-16,0 0 1 0,0-3 33 15</inkml:trace>
  <inkml:trace contextRef="#ctx0" brushRef="#br2" timeOffset="-4453.56">24666 4578 21 0,'0'-14'223'0,"-1"1"127"15,1 1 125-15,-2-1-50 0,0 0-68 0,2 3-23 16,-1-1 7-16,-1 3 31 0,2-2 34 15,0 4 15-15,-1-1-9 0,1 3-27 0,0-1-55 16,-2 1-58-16,2 2-59 0,-3-2-49 16,3 3-28-16,3 0 9 0,-1 1 35 0,-1 1 18 15,1 2 7-15,1 1-3 0,0 5-11 0,0 4-32 16,2 2-38-16,0 6-22 0,1 5-14 0,-1 3-9 16,0 6-10-16,-1 4-9 0,1 3-10 15,0 4-9-15,0 4-9 0,-1 0-7 16,-1 2-6-16,1-1-4 0,-3 0-4 0,3-3-5 15,-3-3-1-15,1-5-1 0,-1-3-2 0,3-5-1 16,-3-5 1-16,1-3 0 0,-1-4 0 0,-1-4-1 16,0-4 1-16,0-1-4 0,-1-5-11 15,-2-2-15-15,-1-2-30 0,-2-5-59 0,-2-3-67 16,-3-2-73-16,-2-3-110 0,-1-1-143 16,0-2-154-16,-2-1-154 0,0-3-218 0,-3 0-153 15,3 0 110-15,-1-3 334 0,3 0 347 0</inkml:trace>
  <inkml:trace contextRef="#ctx0" brushRef="#br2" timeOffset="-4221.17">24489 5017 221 0,'-6'0'493'0,"-1"1"253"0,3 4 197 16,-2 3-175-16,2 2-152 0,1 5-105 15,3 2-75-15,0 2-40 0,3 6-21 0,1 5-27 16,3-1-39-16,0 4-32 0,2 0-31 16,4 2-41-16,-1-5-55 0,3-2-41 0,4-2-30 15,-1-3-19-15,3-7-14 0,3-3-6 0,1-3-8 16,0-5-5-16,4-5-6 0,-1-5-6 15,1-3-5-15,-2-6-2 0,1-2-4 0,-1-4 0 16,2-3-2-16,-6-1-1 0,-1-1 1 16,-1-1-2-16,-2-2-7 0,0 0-19 0,-6-1-58 15,-4 2-77-15,0-1-146 0,-4 2-257 0,-2 3-310 16,-1-2-358-16,-4 4-279 0,1 0-14 16,-6 5 601-16</inkml:trace>
  <inkml:trace contextRef="#ctx0" brushRef="#br2" timeOffset="-2819.25">29990 6697 209 0,'-22'-11'450'0,"-5"0"184"0,-5-1 107 15,-4 2-239-15,-7-1-199 0,-7 3-82 0,-7-1-14 16,-7 3 10-16,-4 2 6 0,-6 0 20 0,-3 3 3 16,-5 2-16-16,-5 3-29 0,-2 0-18 15,-6 4-6-15,-1 1-18 0,-2 2-14 0,-2 2-11 16,0 3-13-16,-1 4-14 0,2 3-2 0,-1 5 16 15,0 2 12-15,1 4 7 0,2 5-3 16,1 6-3-16,1 4-11 0,2 6-23 0,3 6-26 16,-4 5-21-16,4 8-16 0,2 4-8 0,-1 5-4 15,7 8-5-15,1 4 0 0,8 9-1 16,5 6 3-16,7 5-4 0,9 6-5 0,9 4-2 16,10 4-2-16,12 7-3 0,10 3 2 0,16-2-5 15,11 3-1-15,14-2-1 0,15-7-2 16,13-9 1-16,12-8-3 0,11-15-1 0,11-13 2 15,11-12 4-15,8-16 2 0,9-14 2 0,9-16-2 16,10-13 4-16,11-14 2 0,10-11-5 16,6-12-1-16,7-10 0 0,-6-7 2 0,-4-4-1 15,-10-2-4-15,-5-3 1 0,-9-2 0 0,-6-4 2 16,-7 3-14-16,-9-3-44 0,-8 2-57 0,-9 1-64 16,-12 0-115-16,-7 0-168 0,-9-1-234 15,-8 1-268-15,-7 2-218 0,-11-2-130 0,-10-3 241 16,-7 0 471-16</inkml:trace>
  <inkml:trace contextRef="#ctx0" brushRef="#br2" timeOffset="-2345.32">28704 6504 373 0,'26'-33'864'15,"-1"0"288"-15,6-1 11 0,4 3-213 0,7 0-475 16,6 2-210-16,8 4-95 0,4 2-39 0,5 5-4 16,3 3 35-16,5 8 34 0,4 5 11 0,1 5 1 15,4 6-17-15,3 8-29 0,-3 9-38 16,5 3-30-16,-1 11-12 0,-1 4-8 0,-4 7-7 15,2 6-6-15,-2 3-3 0,-5 2-2 16,0 2-3-16,-5 4-3 0,-3 1-7 0,-5 3-3 0,-3 3-7 16,-3 0-9-16,-5 3-9 0,-6 0-7 15,-2 0-1-15,-6 0-1 0,-4-1 0 0,-4 3 0 16,-5-1 0-16,-4 3 0 0,-6 1-2 0,-2 3-3 16,-4 0-1-16,-6 1 1 0,-3-2 0 15,-4 0 1-15,-9 3 2 0,0-3 0 0,-9 3 1 0,-3-3-2 16,-6 1-2-16,-6-1-3 0,-4-3 0 0,-6 1-3 15,-7-4-6-15,-6 0-8 0,-6 2-15 0,-6 0-25 16,-8-1-60-16,-4 1-76 0,-10-6-141 16,-3 0-214-16,-3-7-302 0,-1-7-337 0,-2-8-273 15,-5-10-51-15,4-9 525 0,-3-6 592 16</inkml:trace>
  <inkml:trace contextRef="#ctx0" brushRef="#br2" timeOffset="2342.11">27693 10937 218 0,'0'-23'389'0,"-2"-1"162"0,-1 2 77 16,0-2-151-16,-1 2-59 0,-1 3 2 0,2-1 31 15,-1 4 3-15,1-1-33 0,-2 2-48 16,0 4-65-16,0-1-64 0,-1 3-60 0,0 5-29 16,0-2-21-16,1 3-5 0,-2 3-3 0,1 2 5 15,0 2-2-15,3 3-15 0,0 6-8 0,-1 3-17 16,6 3-15-16,0 6-21 16,2 8-16-16,5 1-7 0,0 5-4 0,2 3-1 0,1 3 1 15,-1 4 3-15,2 0 0 0,0 0 0 16,-2 3-5-16,3-3 2 0,-5-2-4 0,3-4-2 15,-2-2 0-15,2-5 0 0,-4-1-1 0,1-8-6 16,-3-3-2-16,1-4-4 0,-2-4-2 16,-2-4 0-16,-2-4 3 0,4-1 3 0,-5-7 1 15,-5-2 3-15,2-9-1 0,0-3-2 0,-2-5-2 16,-1-6-5-16,1-1-2 0,-4-6-1 16,2-3 0-16,-2 0-2 0,1-5 0 0,-3-1 1 15,1-1 2-15,2 0-3 0,-1-1 0 16,3 4 1-16,-1-1 0 0,2 5-2 0,0 3-1 15,4 2 2-15,-1 6-2 0,1 3 2 0,-2 5-1 16,3 2 1-16,-2 5 1 0,2 2 1 16,2 7-1-16,-2 3 0 0,3 9 1 0,-3 3 1 15,-3 5 0-15,1 4 0 0,1 7 0 16,-1 1 0-16,1 6 1 0,-3 2 1 0,3 2-1 16,-2 1-1-16,-1 4-1 0,3 0 2 0,-3 1-3 15,1-1-1-15,2 0 0 0,-4-3 2 0,4-4-3 16,1-4-1-16,0-6-3 0,0-6-9 15,0-3-12-15,0-5-23 0,0-4-44 0,0-7-56 16,-2-2-49-16,1-3-53 0,-3-4-78 16,0-2-93-16,0-4-68 0,-1-3-50 0,1 0-61 15,-1-2-39-15,1 0 30 0,-1-1 93 0,1 0 104 16,0 1 105-16,-1 1 90 0,-3 0 75 16,4 1 63-16,-3 2 56 0,1 0 55 0,-1 4 51 15,-2-1 44-15,3 2 38 0,-2 2 33 16,0-1 61-16,-2 3 76 0,2-2 86 0,2 3 59 15,-1 1 13-15,-2 0-23 0,5 0-57 0,-1 1-81 16,2 3-85-16,-1-2-65 0,4 4-42 0,0 1-13 16,4 1 3-16,-1 3 16 0,3 3 17 15,3-2 5-15,1 3-10 0,0 0-17 0,4 4-24 16,-2 1-24-16,1-1-27 0,1 1-16 16,-2 1-10-16,1 1-10 0,-1-2-5 0,-1-1-4 15,1-3-4-15,0-1-7 0,0-1-2 0,-1-3 0 16,0-3-2-16,2-2 1 0,-2-3 0 15,5-1 4-15,-4-2 4 0,6-3 0 0,-2-2 0 16,2-1 1-16,2-1-1 0,2-2 1 16,1-1 0-16,1 0-4 0,-2 1-1 0,4-1 0 15,-3 1-3-15,1 0-1 0,-2 0-4 16,0 0 0-16,-1 3 1 0,-4 0-2 0,1-1-1 16,-4 4 1-16,-2-2 4 0,-4 3 8 0,0-1 9 15,-3 2 11-15,0-1 5 0,-5 1 3 0,-2 1 1 16,-4-2-7-16,0 2-10 0,-4 2-8 15,-4-2-6-15,0 0-3 0,-5 0-3 0,-4 0-1 16,-4-2-1-16,1 1-1 0,-4-2 0 0,0-2-1 16,0 2 0-16,0-2 1 0,3 1-1 15,2 1 1-15,4 1 1 0,3-2 1 0,1 3 0 16,4 1 0-16,4-1 0 0,0 1-3 16,1-2-1-16,3 2-2 0,2 0-2 0,-1 0 1 15,3 0-1-15,-1 0 0 0,4-2 0 16,-1 1 1-16,4-2 0 0,2-3 2 0,-1-1 0 15,5-4 0-15,-3 2 1 0,3-3 1 0,1 0-1 16,0-2 0-16,-3 3 1 0,4 1-1 0,-5 1 0 16,-2 2 0-16,2 1 0 0,-4 1 0 15,0 0 0-15,0 4 0 0,0-1 1 0,-3 2 2 16,3 2-1-16,-1 1 2 0,-3 2 1 16,0 1-1-16,-3 0 0 0,-1 0 0 0,1 5 1 15,-2-4-2-15,0 0-1 0,-4 1 0 0,3-2 0 16,-4 0 0-16,1-1-1 0,-4 0 1 15,2-2-1-15,-3 2 0 0,1-2 0 0,0 0 0 16,1 1 0-16,1-2-1 0,0 3 1 0,5-2-2 16,1 0 0-16,3 3-1 0,4-1 1 15,3 3 0-15,4 0-1 0,4 1 2 0,3 2 0 16,6-2 1-16,0-1 0 0,4 3-1 0,1-3 0 16,5-2-2-16,-1 1 0 0,1-1-7 15,0-1-17-15,-1-1-34 0,-1 4-76 0,-3 0-112 16,2 2-216-16,-7 3-293 0,-1 3-338 15,-5 4-358-15,-4 3-143 0,-6 4 379 0,-6 6 722 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56E5177-936A-775A-66F7-2571953701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5CE2F66-4C1D-AD59-0317-54026FA0C0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0782942-2736-AB47-77CF-01A32FA35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10861-37DD-4105-B2D7-1864054980A3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415562A-5A45-3100-6CDF-2E492C112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F1B67BB-A5D5-CC9F-CBE1-34BF7A332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3115C-DEB2-447F-A8B5-956CA0B73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018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E7B8458-E64B-1915-4477-457320A58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AF5D554-E0AD-E185-97F6-1C54096F5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09BEA52-248C-DA6B-9166-765298200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10861-37DD-4105-B2D7-1864054980A3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F2BEA63-1208-F040-E9E8-80BBAE7E5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5BD3D74-99FF-FD4F-B3BD-9003B3708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3115C-DEB2-447F-A8B5-956CA0B73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998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B1E189D-10D3-C633-2AFF-1CBF5DF31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DB197BD2-56CB-72D0-E429-A5485741E5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2AC34A8-57BC-D9D2-F186-32E337EE7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10861-37DD-4105-B2D7-1864054980A3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BAD2C98-03AC-802B-723B-49F698DFD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6616F21-032E-BDCA-18FE-2A7C660D8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3115C-DEB2-447F-A8B5-956CA0B73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725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85C8552-2F14-6A52-E4E8-379D315B5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3DFD78C-AA78-5AA2-B09E-7C6FA58972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9833746A-4B22-C52B-9307-5E2EA242E5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1D89CA5-17D2-AEAF-F1E3-4C114E663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10861-37DD-4105-B2D7-1864054980A3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381A6202-C0AE-1D14-87C2-058E75219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6B719518-14FE-1847-D38F-653D0DD97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3115C-DEB2-447F-A8B5-956CA0B73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537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FD20BBD-277B-3FA8-8B76-D5A442C83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6D880DEC-3C59-3D26-5667-6433AF4C0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3563EB78-05DB-99CE-F634-9717E8C325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299F0F2B-1B84-B9F4-C0C8-A85568B223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600A6B8D-EDCA-5144-F1A6-C773D17385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3A47C576-FCF8-2C5D-CC42-4EDE7CE83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10861-37DD-4105-B2D7-1864054980A3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1F97B274-3F62-6216-518E-D6DC48E6D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265B31AB-D54C-B8AD-B7F7-875463DDF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3115C-DEB2-447F-A8B5-956CA0B73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845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AFC854D-0079-DFAA-D18D-2196A32A6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DA81C83B-0E0D-27EC-4B0C-BBD4D6827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10861-37DD-4105-B2D7-1864054980A3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DBEFAA3C-BE64-02AF-480B-13339B66C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3026713B-5476-765D-6CB3-A631F1DED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3115C-DEB2-447F-A8B5-956CA0B73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005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B9C80A72-E1E9-0ABD-66D2-5D4ED2C3D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10861-37DD-4105-B2D7-1864054980A3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BCB4A5E6-D76F-9585-83B7-1AD9553D8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5FF640B9-EE92-78E9-DE2A-943C2422E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3115C-DEB2-447F-A8B5-956CA0B73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716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485C3F9-1C82-9FD0-C583-2D373F4C5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26296C5-E1DE-6696-8F57-3F2C8E761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0EE8FFC-C963-192B-5F2C-4954A343FE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9D6160C5-06CB-A818-F05F-B97D86D43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10861-37DD-4105-B2D7-1864054980A3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C96CB55-7821-A0D1-BD95-4EE997119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600E14AB-4692-E433-6D75-8F7389BB9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3115C-DEB2-447F-A8B5-956CA0B73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079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BCE0E01-998A-B9A0-AF36-E2066E34C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7DBB474B-0A89-BBE0-0CB7-955F38838E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369F7CA3-868E-AD7B-BA4C-743D323F02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0CAFEDE-FA3C-EC05-9F4D-0B4B7FBBD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10861-37DD-4105-B2D7-1864054980A3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F638FA9A-ACA9-1049-A916-5B4304055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6EA77241-D75F-1201-E602-B497F38C8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3115C-DEB2-447F-A8B5-956CA0B73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692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A4F5BEB-B3A0-5024-DB7C-3D5A7EEDE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4B233296-40F8-D13C-6915-BDA9787C4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7550EDD-0ECD-B63C-7E2A-CE29F12F5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10861-37DD-4105-B2D7-1864054980A3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F0C8FC2-9B15-1674-A7C8-1283128B9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AB2B2D0-4235-C080-3EEC-87B980F21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3115C-DEB2-447F-A8B5-956CA0B73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801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E459F40A-4718-C723-0D79-1F72BD7003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0D658964-9454-066E-CF5B-FB82C1B86C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CAD6644-2B4C-6AF9-86EF-4C2CEEBEF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10861-37DD-4105-B2D7-1864054980A3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E68A496-44F2-4317-8C83-D9BA383AF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D203CAB-3B5B-2EC6-416F-8E54C9082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3115C-DEB2-447F-A8B5-956CA0B73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28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5BD383F4-CF71-A768-2F49-93085A2D1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BBBFA57-E891-BB0E-60EF-BFB08BE06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4C9EDE5-3B68-6314-9C9C-B88958A101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10861-37DD-4105-B2D7-1864054980A3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9E79F23-98FD-4450-5389-1E11E2C785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AAAC407-D42C-23B7-C692-ED53CC91EE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63115C-DEB2-447F-A8B5-956CA0B73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730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customXml" Target="../ink/ink6.xml"/><Relationship Id="rId7" Type="http://schemas.openxmlformats.org/officeDocument/2006/relationships/customXml" Target="../ink/ink7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extLst>
              <a:ext uri="{FF2B5EF4-FFF2-40B4-BE49-F238E27FC236}">
                <a16:creationId xmlns:a16="http://schemas.microsoft.com/office/drawing/2014/main" id="{23CD020F-6F7F-4919-7836-BE9B3AAD7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17" y="0"/>
            <a:ext cx="7241309" cy="333165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Pismo odręczne 5">
                <a:extLst>
                  <a:ext uri="{FF2B5EF4-FFF2-40B4-BE49-F238E27FC236}">
                    <a16:creationId xmlns:a16="http://schemas.microsoft.com/office/drawing/2014/main" id="{5890EFFE-1402-7B63-2BD5-63F3978B6757}"/>
                  </a:ext>
                </a:extLst>
              </p14:cNvPr>
              <p14:cNvContentPartPr/>
              <p14:nvPr/>
            </p14:nvContentPartPr>
            <p14:xfrm>
              <a:off x="960480" y="382680"/>
              <a:ext cx="10862640" cy="5138640"/>
            </p14:xfrm>
          </p:contentPart>
        </mc:Choice>
        <mc:Fallback>
          <p:pic>
            <p:nvPicPr>
              <p:cNvPr id="6" name="Pismo odręczne 5">
                <a:extLst>
                  <a:ext uri="{FF2B5EF4-FFF2-40B4-BE49-F238E27FC236}">
                    <a16:creationId xmlns:a16="http://schemas.microsoft.com/office/drawing/2014/main" id="{5890EFFE-1402-7B63-2BD5-63F3978B675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51120" y="373320"/>
                <a:ext cx="10881360" cy="515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5157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30FD6-F0F6-9BC7-1CC6-5AD996265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817A6913-7E94-6121-B868-203553A1D780}"/>
                  </a:ext>
                </a:extLst>
              </p14:cNvPr>
              <p14:cNvContentPartPr/>
              <p14:nvPr/>
            </p14:nvContentPartPr>
            <p14:xfrm>
              <a:off x="324360" y="209160"/>
              <a:ext cx="9608760" cy="639000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817A6913-7E94-6121-B868-203553A1D78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5000" y="199800"/>
                <a:ext cx="9627480" cy="640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0137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E5FDD-3F70-935D-CEB4-D107E94E3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1C5F1F64-8C9B-43D4-6D64-A3C87C35C8C4}"/>
                  </a:ext>
                </a:extLst>
              </p14:cNvPr>
              <p14:cNvContentPartPr/>
              <p14:nvPr/>
            </p14:nvContentPartPr>
            <p14:xfrm>
              <a:off x="485280" y="119160"/>
              <a:ext cx="10611360" cy="471708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1C5F1F64-8C9B-43D4-6D64-A3C87C35C8C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920" y="109800"/>
                <a:ext cx="10630080" cy="4735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3710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6572A-5323-1AAA-EE2F-3B2925973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2D10CE98-E165-D498-FA30-D59B297B4847}"/>
                  </a:ext>
                </a:extLst>
              </p14:cNvPr>
              <p14:cNvContentPartPr/>
              <p14:nvPr/>
            </p14:nvContentPartPr>
            <p14:xfrm>
              <a:off x="563400" y="92160"/>
              <a:ext cx="11347920" cy="598788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2D10CE98-E165-D498-FA30-D59B297B484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4040" y="82800"/>
                <a:ext cx="11366640" cy="6006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40403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F7585-6D13-4C3B-DB86-97C973B76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71074F9D-BB45-D5FE-4F4B-F7F79DD2D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119" y="0"/>
            <a:ext cx="7848600" cy="5334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1A8175F8-6906-F394-EF89-A81D73F6A82D}"/>
                  </a:ext>
                </a:extLst>
              </p14:cNvPr>
              <p14:cNvContentPartPr/>
              <p14:nvPr/>
            </p14:nvContentPartPr>
            <p14:xfrm>
              <a:off x="1388880" y="195120"/>
              <a:ext cx="10135440" cy="431352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1A8175F8-6906-F394-EF89-A81D73F6A82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79520" y="185760"/>
                <a:ext cx="10154160" cy="433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42542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78720-25CE-2AA6-12E4-E42538666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555B7B52-FE88-EB72-1FFD-1FB1DDA9C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92" y="734259"/>
            <a:ext cx="3696216" cy="45726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CAFD89E8-6513-7B86-2F65-6569384D2BEC}"/>
                  </a:ext>
                </a:extLst>
              </p14:cNvPr>
              <p14:cNvContentPartPr/>
              <p14:nvPr/>
            </p14:nvContentPartPr>
            <p14:xfrm>
              <a:off x="242280" y="221040"/>
              <a:ext cx="3144240" cy="336636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CAFD89E8-6513-7B86-2F65-6569384D2BE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2920" y="211680"/>
                <a:ext cx="3162960" cy="338508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Obraz 5">
            <a:extLst>
              <a:ext uri="{FF2B5EF4-FFF2-40B4-BE49-F238E27FC236}">
                <a16:creationId xmlns:a16="http://schemas.microsoft.com/office/drawing/2014/main" id="{AE0A62AF-40D1-D9F7-4037-8E5A2C9635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744" y="4233847"/>
            <a:ext cx="1829055" cy="219106"/>
          </a:xfrm>
          <a:prstGeom prst="rect">
            <a:avLst/>
          </a:prstGeom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7B4E8A67-4A26-45D8-9C9B-A0ADE513CA6E}"/>
              </a:ext>
            </a:extLst>
          </p:cNvPr>
          <p:cNvSpPr txBox="1"/>
          <p:nvPr/>
        </p:nvSpPr>
        <p:spPr>
          <a:xfrm>
            <a:off x="6834909" y="41587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8.39312   0.00065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49B4E528-924F-3B65-96EE-0716F21000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8624" y="800943"/>
            <a:ext cx="4525006" cy="39058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1" name="Pismo odręczne 10">
                <a:extLst>
                  <a:ext uri="{FF2B5EF4-FFF2-40B4-BE49-F238E27FC236}">
                    <a16:creationId xmlns:a16="http://schemas.microsoft.com/office/drawing/2014/main" id="{9C85DF2D-543D-C764-EB49-AFA828E6EF18}"/>
                  </a:ext>
                </a:extLst>
              </p14:cNvPr>
              <p14:cNvContentPartPr/>
              <p14:nvPr/>
            </p14:nvContentPartPr>
            <p14:xfrm>
              <a:off x="5941800" y="196560"/>
              <a:ext cx="3248640" cy="2379960"/>
            </p14:xfrm>
          </p:contentPart>
        </mc:Choice>
        <mc:Fallback>
          <p:pic>
            <p:nvPicPr>
              <p:cNvPr id="11" name="Pismo odręczne 10">
                <a:extLst>
                  <a:ext uri="{FF2B5EF4-FFF2-40B4-BE49-F238E27FC236}">
                    <a16:creationId xmlns:a16="http://schemas.microsoft.com/office/drawing/2014/main" id="{9C85DF2D-543D-C764-EB49-AFA828E6EF1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932440" y="187200"/>
                <a:ext cx="3267360" cy="239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89338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97CFD-EB12-0223-2D27-CFE2E7AB1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2E2849DC-B204-C4C5-38A6-68BC7BAB1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19" y="129310"/>
            <a:ext cx="4553262" cy="3429000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23D743A3-CBC1-8D59-C93E-DAEC0B82E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852" y="129310"/>
            <a:ext cx="7020729" cy="3695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697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97CFD-EB12-0223-2D27-CFE2E7AB1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4670FE6E-321C-0B1B-F29A-B67F170DFB21}"/>
                  </a:ext>
                </a:extLst>
              </p14:cNvPr>
              <p14:cNvContentPartPr/>
              <p14:nvPr/>
            </p14:nvContentPartPr>
            <p14:xfrm>
              <a:off x="565560" y="46080"/>
              <a:ext cx="10818000" cy="566208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4670FE6E-321C-0B1B-F29A-B67F170DFB2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6200" y="36720"/>
                <a:ext cx="10836720" cy="568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38051008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9985547ED3869409668EC440E4538BF" ma:contentTypeVersion="11" ma:contentTypeDescription="Utwórz nowy dokument." ma:contentTypeScope="" ma:versionID="bb4d534d5a380a62266c36c4db980fe6">
  <xsd:schema xmlns:xsd="http://www.w3.org/2001/XMLSchema" xmlns:xs="http://www.w3.org/2001/XMLSchema" xmlns:p="http://schemas.microsoft.com/office/2006/metadata/properties" xmlns:ns2="e3df25f3-32c1-478e-a538-0a30a0d666d9" xmlns:ns3="250ee321-c814-41fb-9823-fabd181dae05" targetNamespace="http://schemas.microsoft.com/office/2006/metadata/properties" ma:root="true" ma:fieldsID="520be763d65ea0a02d5fadccb36d1620" ns2:_="" ns3:_="">
    <xsd:import namespace="e3df25f3-32c1-478e-a538-0a30a0d666d9"/>
    <xsd:import namespace="250ee321-c814-41fb-9823-fabd181dae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df25f3-32c1-478e-a538-0a30a0d666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Tagi obrazów" ma:readOnly="false" ma:fieldId="{5cf76f15-5ced-4ddc-b409-7134ff3c332f}" ma:taxonomyMulti="true" ma:sspId="b7b31e59-74a4-4436-bc03-9931855e0d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0ee321-c814-41fb-9823-fabd181dae0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7514712-c841-4c85-bca0-25e594a903ac}" ma:internalName="TaxCatchAll" ma:showField="CatchAllData" ma:web="250ee321-c814-41fb-9823-fabd181dae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3df25f3-32c1-478e-a538-0a30a0d666d9">
      <Terms xmlns="http://schemas.microsoft.com/office/infopath/2007/PartnerControls"/>
    </lcf76f155ced4ddcb4097134ff3c332f>
    <TaxCatchAll xmlns="250ee321-c814-41fb-9823-fabd181dae05" xsi:nil="true"/>
  </documentManagement>
</p:properties>
</file>

<file path=customXml/itemProps1.xml><?xml version="1.0" encoding="utf-8"?>
<ds:datastoreItem xmlns:ds="http://schemas.openxmlformats.org/officeDocument/2006/customXml" ds:itemID="{8EDED79F-4478-433D-8F1C-32CC554D4849}"/>
</file>

<file path=customXml/itemProps2.xml><?xml version="1.0" encoding="utf-8"?>
<ds:datastoreItem xmlns:ds="http://schemas.openxmlformats.org/officeDocument/2006/customXml" ds:itemID="{0ECBB25C-3A12-4AF4-8D4C-B2F078B8BD19}"/>
</file>

<file path=customXml/itemProps3.xml><?xml version="1.0" encoding="utf-8"?>
<ds:datastoreItem xmlns:ds="http://schemas.openxmlformats.org/officeDocument/2006/customXml" ds:itemID="{FA9F8E5F-0FDD-43B0-8406-B3321C6114FA}"/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2</Words>
  <Application>Microsoft Office PowerPoint</Application>
  <PresentationFormat>Panoramiczny</PresentationFormat>
  <Paragraphs>1</Paragraphs>
  <Slides>8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 GON</dc:creator>
  <cp:lastModifiedBy>LUK GON</cp:lastModifiedBy>
  <cp:revision>4</cp:revision>
  <dcterms:created xsi:type="dcterms:W3CDTF">2025-01-13T06:59:03Z</dcterms:created>
  <dcterms:modified xsi:type="dcterms:W3CDTF">2025-01-13T09:09:02Z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0x010100F9985547ED3869409668EC440E4538BF</vt:lpwstr>
  </property>
</Properties>
</file>