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7.xml" ContentType="application/inkml+xml"/>
  <Override PartName="/ppt/ink/ink6.xml" ContentType="application/inkml+xml"/>
  <Override PartName="/ppt/ink/ink8.xml" ContentType="application/inkml+xml"/>
  <Override PartName="/ppt/ink/ink5.xml" ContentType="application/inkml+xml"/>
  <Override PartName="/ppt/ink/ink9.xml" ContentType="application/inkml+xml"/>
  <Override PartName="/ppt/ink/ink10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7:34:27.2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2621 975 45 0,'5'-9'246'0,"0"0"133"0,2 1 149 16,0 1-50-16,-1-1-32 0,2 2 4 0,3 2 25 0,0-1-5 15,-1-1-21-15,5 0-48 0,-2 1-63 16,1-1-65-16,2 1-65 0,0-1-23 0,-3-1-22 16,2 3 8-16,-2 4 22 0,1 0 15 0,-3 4 8 0,-1 1-14 15,-1 1-12-15,-1 1-27 0,-2 1-30 0,-1 2-24 16,0 1-14-16,-3 3-11 0,-1-1-9 0,-1 2-10 16,-1 0-10-16,-1 2-7 0,1 1-8 0,-3 0-6 15,1-1-5-15,-2 2-4 0,-1 0-3 0,1 1-3 16,-1 1 0-16,0-2 0 0,-1 1-1 0,-1 1 2 15,1-1 0-15,-1-1 2 0,0 0 1 0,0 2 2 16,-3-2-2-16,3 3 0 0,-2-3 1 0,1 2-2 0,1-1-3 16,0-1-2-16,0 1-1 0,-1-3-4 0,4 0-2 15,0 0-1-15,2-2-3 0,1-2-2 16,2-1-2-16,0 0 0 0,2-1-2 0,1-2 0 16,4 0 0-16,-1-2 0 0,3-3 0 0,2 1 0 15,3-3 0-15,-1-1 4 0,2-2 1 0,2-2 0 16,0-2 0-16,1-1 0 0,-1-1-1 0,2 0-5 0,-2-4-9 15,-2 3-12-15,2-1-18 0,-4 0-28 16,-1 0-65-16,-2 1-76 0,-1 0-131 0,-1 1-214 0,-2-1-305 16,-1-1-351-16,-2 2-262 0,2-1-108 0,-3-3 471 15,1 1 656-15</inkml:trace>
  <inkml:trace contextRef="#ctx0" brushRef="#br0" timeOffset="395.93">3184 877 183 0,'6'-10'450'0,"-1"2"257"0,1 2 255 16,-1-1-77-16,-2 0-147 0,-1 1-104 0,1 2-34 15,0 1-55-15,0 4-104 0,0-1-107 0,-1 2-59 16,-2-2-53-16,0 0-56 0,0 2-46 0,0-1-22 15,-2 5-15-15,2 0-9 0,-3 5-7 0,0 3-6 16,0 2-8-16,1 3-4 0,-1 4-6 0,2 2-8 16,-3 4-7-16,3 1-6 0,-1 1-4 0,2 2-6 15,0 2-3-15,0-1-4 0,2-1-1 0,-1 1-1 16,4-3-2-16,0-2 0 0,4 0-2 0,-2-2 0 0,2-3 0 16,4-4 1-16,-2 3-2 0,3-7 0 0,2-1 0 15,0-2 1-15,1-2 0 0,2-2-1 0,0-3 1 16,0-1 0-16,0-4 0 0,2-1-2 0,-1-1-1 15,-2-3-3-15,5 0-7 0,-2-2-9 0,-2-3-12 16,1 1-16-16,-1-1-16 0,-1-1-22 0,-1-1-40 16,-2 1-54-16,0-2-42 0,-4 0-51 0,0 0-106 15,-3-2-141-15,0 1-160 0,-5 1-219 0,2 0-230 16,-5 0-144-16,0-1 214 0,0 2 435 0</inkml:trace>
  <inkml:trace contextRef="#ctx0" brushRef="#br0" timeOffset="648.03">3244 911 45 0,'-5'0'556'0,"2"2"436"0,1 2 175 0,1-2-78 16,1-2-337-16,0 0-306 0,1-2-146 0,4-1-31 15,2 3 4-15,2 0-7 0,2 0-29 0,2 0-33 16,3-1-47-16,-2 0-49 0,5 0-46 0,-2-2-22 15,2 1-16-15,0-2-10 0,3 2-6 0,-3-2-5 0,3 2-2 16,0-1-2-16,-2 0 0 0,0 1-5 0,-4-1-25 16,1 0-51-16,-2 1-47 0,-3 2-69 0,-4 0-120 15,0 0-158-15,-5 4-185 0,0-1-241 0,-6 1-239 16,0 5-103-16,-2 0 227 0,-3 3 422 0</inkml:trace>
  <inkml:trace contextRef="#ctx0" brushRef="#br0" timeOffset="841.93">3306 1155 246 0,'-7'8'681'16,"-1"-4"351"-16,2 0 119 0,-2 1-220 0,2-4-303 15,1 0-206-15,2 1-142 0,1-2-90 0,1 0-68 0,2 0-47 16,1 0-29-16,1-2-24 0,5 1-10 0,1-2-5 16,4 0 1-16,0-1 0 0,4-2-7 0,2 2 5 15,0-4-4-15,2 0-13 0,1 3-9 0,-1-2-19 16,0 1-39-16,1 2-97 0,-2-2-121 0,2 0-147 15,-2 1-290-15,-1 1-253 0,0 2-146 0,0 1 121 16,-3 1 354-16</inkml:trace>
  <inkml:trace contextRef="#ctx0" brushRef="#br0" timeOffset="1483.89">3881 858 425 0,'0'-3'938'0,"0"1"268"16,0 2-46-16,0 0-305 0,-1 0-332 0,1 0-233 15,0 2-104-15,0 1-39 0,1 4-20 0,4 4 4 16,0 2 30-16,2 5 8 0,-2 2-8 0,2 2-12 16,-1 0-9-16,-1 3-24 0,2 0-39 0,-2 0-27 15,0 3-14-15,0 0-13 0,0 1-9 16,-2-2-3-16,-2 1-2 0,1-1 5 0,2 0 1 15,-4-1 1-15,0-3 0 0,-4 1 0 0,2-5-2 16,1-1-6-16,-1-4-5 0,1 0-3 0,-1-3 4 16,-1-4-7-16,0-2 2 0,-1-4-2 0,1-4 0 15,-2-2-2-15,-1-5-1 0,0-3 1 0,3-4 0 16,-2-4 1-16,2-1 1 0,1-3-8 0,-1-4-5 16,3-1-1-16,0-2 7 0,0 1 3 0,1-2 2 15,3-2 9-15,-1 3 4 0,2 0-1 0,1 0-3 16,1 2-5-16,2 2-3 0,-1-2 2 0,3 0 1 15,1 1-1-15,0 2-4 0,0 3-1 16,1 4-1-16,0 0-8 0,-1 4 1 0,1 5 3 16,-1 2 8-16,1 3 4 0,-2 3 1 15,3 1 8-15,-1 2 0 0,-2 4 3 0,0 1-1 16,-1 3 11-16,1 4 4 0,-2 1 0 0,-2 4 6 16,-3-1 3-16,0 2 3 0,-3 1-3 0,-1 3 4 15,-3-1 1-15,1 1 0 0,-1 0 2 16,-3 3 0-16,1-1 0 0,0 0-1 0,-2 0-1 15,0 0-1-15,-1-1-4 0,2 1-4 0,-1-3-5 16,0-1-6-16,2 1-3 0,0-4-6 0,0-1-5 16,2-1-3-16,0-1-2 0,1-1-1 0,-2-4-1 15,4 2-1-15,0-4 0 0,4 0 0 0,-2 1 0 16,1-2 0-16,2 2 0 0,1-2 0 0,1-1 0 16,2-2 0-16,2 2 0 0,0-3-1 0,3 1 1 15,-1-3-4-15,3-3-2 0,0 3-8 0,3-5-12 16,-2 2-18-16,1-3-31 0,0 1-54 0,-2-1-64 15,3 2-81-15,-3-5-130 0,1 2-174 0,-2 0-276 16,2-1-242-16,-2 0-213 0,0-1-18 0,0 1 392 16,0-3 485-16</inkml:trace>
  <inkml:trace contextRef="#ctx0" brushRef="#br0" timeOffset="1847.93">4591 902 113 0,'-5'6'719'16,"-1"5"457"-16,1 0 99 0,-1 3-85 0,1 2-293 16,0 3-322-16,4 4-168 0,-1 2-78 0,2-1-52 15,2 3-67-15,4 2-82 0,1-4-44 0,2 2-22 16,2-1-22-16,5-3-11 0,0 1-8 0,4-7-3 16,1 0-9-16,1-6-9 0,5-1-6 0,1-6-3 15,1-4-3-15,2-4 0 0,-1-4-2 0,2-4 6 16,-2-4 3-16,0-2 2 0,0-3 2 0,-5-2-1 15,-1-2 0-15,-3 0 2 0,-4 0 0 16,-3 0 3-16,-6 0 0 0,-2 2 1 0,-4-1 1 16,-5 1-2-16,-6-2 0 0,-3 1 4 0,-3 0 2 0,-3-1 1 15,-1 3 2-15,-4 1 0 0,0 6 0 16,-4 4-5-16,2 5-4 0,-2 5-2 0,4 4 0 16,0 5-1-16,3 3 0 0,1 2 0 0,3 3-1 15,2 2-1-15,3 4-1 0,1-1-8 0,5 2-17 16,-1-1-54-16,5 3-65 0,1-1-91 0,1-2-170 15,5 4-285-15,-1-4-325 0,3 2-280 0,2 0-190 16,4 1 162-16,-3-2 636 0</inkml:trace>
  <inkml:trace contextRef="#ctx0" brushRef="#br0" timeOffset="4009.69">14462 683 395 0,'6'-12'894'0,"-3"4"295"15,-3-2 6-15,0 2-200 0,-3 1-294 0,-2 0-204 16,-2 0-104-16,-3 0-67 0,-4 1-55 15,-4-1-71-15,-5 3-77 0,-4 2-41 0,-5 2-27 16,-2 2-15-16,-3 4-6 0,-3 1-6 16,2 4-2-16,-2 3-3 0,2 0-5 0,1 3-2 15,5 0-10-15,2 0 0 0,5-1-3 16,3 1 0-16,4-2 0 0,5 1-3 0,1-1 2 16,4-3-3-16,4-1 0 0,2 1-3 0,4 0 1 15,5-2 0-15,3 1-3 0,3 0 3 0,4-2 2 16,2-1 2-16,2 0 0 0,2 0 3 0,4-1-4 15,0-1-4-15,0 0-3 0,1 2-2 0,1-2 0 16,-2 0-3-16,1 3 7 0,-1-2 2 0,-2 2 2 16,-1 0 2-16,-5 1 1 0,2 1 1 0,-3 1 0 15,-5 1 1-15,-1 0 0 0,-2 0-1 0,-3 0 1 16,-4 4 0-16,-1-3-1 0,-4 2 2 0,-3 1-1 16,-3-1 5-16,-3 1 0 0,-1-1 2 0,-1 1 0 15,-3-3-1-15,-1 2 1 0,2-3-5 0,-2-2-3 16,1-2-1-16,1-2 3 0,0-2 1 0,1-4-1 15,1-1-1-15,2-1-8 0,2-4-11 16,1-2-29-16,3-2-58 0,2-2-59 0,1-1-64 0,1 0-112 16,2-1-161-16,3-1-232 0,-1 1-240 15,2 1-223-15,3 0-163 0,1 0 227 0,0 3 487 16</inkml:trace>
  <inkml:trace contextRef="#ctx0" brushRef="#br0" timeOffset="4259.97">14511 1171 61 0,'5'0'580'0,"-2"0"444"0,1-2 193 0,1-4-72 15,0-4-347-15,1-2-220 0,2-2-134 0,2 1-83 16,-1-3-62-16,4-4-52 0,4-4-48 16,-1-3-74-16,3-4-57 0,1-2-30 0,3-5-14 15,1-2-7-15,1-1-7 0,0-2-2 0,0 3 1 16,-4 0 0-16,-1 6-2 0,-1 0-2 0,-4 6-1 15,-4 3-3-15,-2 2-18 0,-4 4-53 16,-5 3-58-16,-3 0-74 0,-4 7-133 16,-3 3-181-16,-5 5-308 0,0 2-249 0,-5 4-225 15,-2 0-48-15,-1 5 381 0,-3 1 499 0</inkml:trace>
  <inkml:trace contextRef="#ctx0" brushRef="#br0" timeOffset="4478.42">14462 628 55 0,'3'-1'472'0,"-2"2"320"0,3 1 305 0,0-1 71 15,5 2-323-15,1 2-197 0,2 1-101 16,0 1-75-16,4 1-122 0,0 1-77 0,1-1-68 16,4 2-79-16,-4-1-52 0,4 2-31 15,-1-1-14-15,-1 1-13 0,3 5-10 0,-4-2-2 16,2 3-4-16,-1 0-26 0,-3-2-67 0,0-1-56 15,-3 3-87-15,-1-5-157 0,-4 2-247 0,-2-2-299 16,1-2-219-16,-1 0-194 0,-1 1 102 0,-1-4 508 16</inkml:trace>
  <inkml:trace contextRef="#ctx0" brushRef="#br0" timeOffset="4820">15391 553 122 0,'2'-7'704'16,"-5"3"452"-16,-2 1 117 0,-3 1-81 16,-1 1-331-16,-2-2-305 0,-5 3-165 0,2 3-95 15,-5-1-59-15,-2 2-60 0,0 4-74 16,-4 3-39-16,0 2-13 0,-2 4-7 0,0 4-5 15,1 3-5-15,1 6 2 0,2 0-3 16,1 6-8-16,4-1-3 0,1 0-2 0,6 1-3 16,0-3-6-16,6 0-7 0,2-1-8 0,6-1-3 15,1-2-4-15,3-4-2 0,3-1-2 0,3 0 4 16,2-7 2-16,1 0-3 0,5-3-6 0,-1-5-34 16,2-4-59-16,2-4-57 0,1-2-71 0,0-5-113 15,-1-3-160-15,0-5-161 0,1 0-224 0,-1-3-217 16,0 0-132-16,-4-1 181 0,2 3 406 0</inkml:trace>
  <inkml:trace contextRef="#ctx0" brushRef="#br0" timeOffset="5152.06">15567 786 221 0,'6'-9'598'0,"-1"3"349"16,-3 6 204-16,-1 4-221 0,-1 3-220 0,0 1-117 16,0 4-73-16,0 3-86 0,0 5-87 0,3 1-55 15,-1-1-52-15,0 4-65 0,3 2-56 0,-1-1-36 16,5 1-21-16,-1 0-20 0,4-3-12 0,2-1-11 15,2-3-9-15,4-5-5 0,0-3-2 16,5-6-2-16,3-3-1 0,1-8 0 0,2-5-1 16,2-4 0-16,5-8 0 0,-2 0-1 0,-1-6-1 15,0-4-3-15,0 0 3 0,-5-3 1 0,-3 1 1 16,-4-2 3-16,-7 3-3 0,-3 2-1 0,-8-1-2 16,-7 4 0-16,-4 0-1 0,-10 2 0 15,0 2 6-15,-8 3 3 0,-2 6 2 0,-8 4 0 16,1 6 6-16,-2 6 0 0,2 6-1 15,0 4-1-15,0 5-2 0,6 3-1 16,3 3-6-16,2 2-4 0,6 0-2 0,2 5-6 16,8 0-16-16,-1-1-43 0,6-1-73 0,1-3-72 15,3 0-140-15,3-3-213 0,1-2-313 0,5-4-290 16,2 2-196-16,2-2-41 0,2-1 464 0,4 0 549 16</inkml:trace>
  <inkml:trace contextRef="#ctx0" brushRef="#br0" timeOffset="5710.04">16781 445 80 0,'-3'-7'648'0,"-5"5"487"0,-3 1 163 15,-2 1 15-15,-1 1-353 0,-2 2-333 0,-1 3-194 16,0 3-106-16,-5 1-64 0,0 1-97 0,-4 4-57 15,5-2-32-15,-1 4-17 0,1 0-11 16,1-1-12-16,3 2-9 0,3 2-9 16,1-3-6-16,4 3-7 0,0-2-2 0,6 2-4 15,-1 0 0-15,7-3 0 0,0 1-1 0,3-1-1 16,1-1 1-16,2-1 1 0,4-1-1 0,-2-2 0 16,5-2 0-16,-2 2 0 0,3-3 0 0,1 1 1 15,-1-2 1-15,2-2 0 0,-1 3 2 0,0 1 0 16,-2-2 0-16,2 1 0 0,-6 0 0 0,2 0 0 15,-2 1 1-15,-6 1-1 0,2 0 0 0,-5 1 3 16,-3 0-1-16,0-1-1 0,-5 4 0 0,-1-5 1 16,0 3-1-16,-6 1-1 0,0-1 0 0,-2-1-1 15,-4 3 0-15,2-1-2 0,-2-1-1 16,-3 2 1-16,3 0 0 0,1-3 0 0,0 2-1 16,1-1 0-16,2-1-1 0,0-1-1 0,2-1-6 15,0 0-15-15,4 0-29 0,2-1-73 0,-1-2-78 16,4-1-147-16,0 0-266 0,0-1-318 0,1-1-347 15,4 0-213-15,-2 0 20 0,4 0 595 0</inkml:trace>
  <inkml:trace contextRef="#ctx0" brushRef="#br0" timeOffset="11137.85">8421 9064 99 0,'-4'-1'357'0,"3"0"206"0,-4-1 216 16,3 2-12-16,-1-2-82 0,0 1-82 0,1-1-76 15,-1 2-72-15,0-1-81 0,1 1-71 0,0-3-46 16,0 3-5-16,2 0-4 0,-3 0-15 0,1 0-17 16,1 0-32-16,-3 0-39 0,3 0-46 15,-2 0-25-15,1 0-16 0,-1 0-9 0,1 0-9 16,-1 3-5-16,1-2-6 0,-2 1-8 15,2-1-5-15,1 1-4 0,-1 1-4 0,2 2-4 16,0-1-1-16,0 0-1 0,2 2-2 16,-1 0 1-16,4 0-1 0,-2 0 0 0,0 0 0 15,2-1-1-15,0 0 2 0,0-2-2 0,1 2 1 16,0-5-1-16,0 0 0 0,2 0-1 16,-3 0 1-16,2-3 0 0,0-1 1 0,-2-1 2 15,-2 0 1-15,2-1 1 0,-2-1 1 16,-1 0 4-16,-2-1 1 0,0 1 5 0,0-1 4 15,-3 1 7-15,-1 1 3 0,1-1 2 0,-2 1 2 16,-1 2-3-16,-3 1-3 0,2 0-6 16,1 1-3-16,0 1-4 0,-2 2-5 0,2-1-2 15,-1 4-2-15,2-2-2 0,0 3-1 0,2 0-2 16,-1 2 0-16,1 1-1 0,1-1 1 16,1 1-1-16,1 1 0 0,1-2 0 0,-1 2 0 15,3-1 1-15,-1-1-2 0,2-1 0 0,-2 0 0 16,3-1 1-16,0-2-2 0,-1 0 1 15,1-1 1-15,4-2 0 0,-4-2 1 0,2-1 0 16,-1-3 0-16,-1 1 1 0,0 0 0 0,-1-4 2 16,-1 3 0-16,0-1 2 0,-3 0 5 15,0 1 4-15,0 0 7 0,0 0 2 0,-1 3 3 16,-2-1 1-16,-2 0-1 0,2 3-5 16,0-1-3-16,-2 2-4 0,2 0-3 0,-2 2-4 15,2-1-2-15,0 3-2 0,-1 0-1 0,0-1-1 16,1 2-1-16,1-1-1 0,1 1 0 15,-1 0-1-15,0 0-1 0,2-2-2 0,0 0-5 16,0-1-15-16,0 2-24 0,0-3-65 16,0-1-91-16,0 1-194 0,0-1-284 0,2 4-345 15,1-2-415-15,-1 2-271 0,1-2 186 0,-3 5 834 16</inkml:trace>
  <inkml:trace contextRef="#ctx0" brushRef="#br0" timeOffset="14917.92">3891 6972 134 0,'3'-2'307'0,"3"1"119"0,-3-1 70 0,2 1-194 16,-2-1-138-16,2 2-79 0,1-1-38 0,2-1-18 16,-2 2-19-16,4 0-8 0,-2 2-6 15,4-1 0-15,-2 1 0 0,4 2-2 0,-1 1 44 16,1 2 19-16,2 1 17 0,3-1 7 16,-2 2-1-16,4 3-1 0,-2-1-28 0,3 1-22 15,3 0-10-15,-3 1-8 0,2-1-3 0,2 2 4 16,0-1-7-16,1 2 1 0,0 0-2 15,3 0-4-15,-2 1 2 0,4 0-2 0,-2 2 2 16,0-2 23-16,3 2 13 0,-3 1 4 16,2-2 9-16,0 1 2 0,-1 2 5 0,1 0-26 15,0-1-10-15,1 0-2 0,0 1-8 0,0-2-1 16,-1 2-9-16,1-3 3 0,-1-1-1 16,3 1-4-16,-1 0-4 0,-1-1-1 0,0-1-3 15,-1-1-1-15,0 1-2 0,-1-2 0 0,-1 1-1 16,-1-2 9-16,1 0-1 0,-2-3-2 15,-2 2 5-15,1-3-3 0,0 1-2 0,-1-1-3 16,1-1-2-16,-2 0-1 0,1 0 1 0,-4 0 6 16,3-1 3-16,-1-1 5 0,0 0 1 15,-2-2 9-15,0 2-1 0,3 1 1 0,-3-1 0 16,1 1 2-16,0-2-1 0,-1 2 3 16,0 0 0-16,1 0-2 0,-1 2-4 0,0-2-4 15,-1 1 0-15,1 1-27 0,1-3-9 0,-1 2-14 16,-1 0-4-16,1 0 0 0,0-1-2 15,-1-1 25-15,1 1 9 0,0 0 9 0,-1-1 29 16,1 1 14-16,0-2 3 0,-2 1 7 16,1 1-2-16,0-1-1 0,1 1-24 0,-3-1-12 15,1 1-8-15,2 0-8 0,-4 0 3 0,2 0-2 16,1 0-1-16,-2 0-5 0,1 2 4 0,-2-1 3 16,1 1 4-16,-2-3 4 0,1 3 2 15,-1 0 3-15,-1-2 6 0,1 0-1 0,1 1 0 16,-1 1-4-16,-1-2 3 0,3 1 0 15,-2 1-2-15,-1-1-1 0,1 1-3 0,-1-1-22 16,3 1-18-16,-3 0-5 0,1-1-9 0,-1 2 1 16,0-2-3-16,0 1 23 0,1 0 11 15,-2 1 9-15,2-1 6 0,-3 0 4 0,2-1-2 16,-2 2 0-16,0 0 2 0,1-1 24 16,0-1 12-16,0 1 7 0,0 3 4 0,-2-3-1 15,3 1 2-15,-3 1-24 0,2-2-13 0,-2 1-10 16,3-1-3-16,-2 0-5 0,2 2-4 15,0-3-1-15,-1 2-2 0,1 1 1 0,1-2-1 16,0 1 1-16,1 0 2 0,-2 0-4 16,3 1 0-16,0 1-5 0,-1 0-9 0,0-1 7 15,0 1 1-15,-1 1 8 0,-1 0 5 0,3 0 10 16,-2 1 11-16,1 0 30 0,2 2 13 0,0 1 26 16,0 1 24-16,2-1 10 0,2 2 1 15,-2 0-15-15,2-2-15 0,1 4-28 0,2-2-25 16,0 0-11-16,1-1-5 0,2 2-8 15,-1-1-4-15,1-2-3 0,0 0 0 0,0 0-3 16,0 0-4-16,0 0 0 0,-1-2-1 0,-1 1 0 16,2-1-4-16,-3-1-3 0,0 1-5 15,-2-2 0-15,0 0-20 0,-4-2-35 0,1 3-50 16,-2-3-84-16,-2 3-93 0,-1 1-206 0,-2-1-147 16,-1-1-20-16,-3 2 109 0,-3-5 191 15</inkml:trace>
  <inkml:trace contextRef="#ctx0" brushRef="#br0" timeOffset="16526">3536 7291 114 0,'2'-5'272'15,"3"1"122"-15,-2-3 57 0,0-4-101 0,2 0-59 16,1-4-12-16,-1 1 14 0,1-4 25 0,2-2 29 15,0-3 28-15,5 1 7 0,-2-5-18 16,3-1-25-16,2-1-47 0,-1-2-60 0,3-3-57 16,-1 1-45-16,1-3-33 0,1 1-28 0,-2 0-17 15,1-1-6-15,0 3-6 0,-3 0-10 16,2 4-1-16,-4-1-2 0,-1 5 17 0,-2 2 27 16,0 2 66-16,-4 7 51 0,0-1 14 0,-3 3-1 15,-3 2-18-15,-3-1-31 0,-3 3-53 0,-2 1-44 16,-2 1-20-16,-4 0-8 0,0 1-7 15,-5 1-8-15,0-2-5 0,-3 1-4 0,0 2-5 16,-1-1-2-16,0 0-4 0,1 0 4 0,0-1 3 16,1 2 1-16,0-2 0 0,3 3-1 0,0-4-1 15,-1 1 2-15,3 1 3 0,-1 0-2 16,1-1-1-16,-1 1 0 0,1-2 0 0,-3 1 0 16,0 1 0-16,1-2 0 0,0 1 2 0,-2-1-2 15,0 1-2-15,-2 0 2 0,3 0-4 0,-2-1 1 16,-1 0 0-16,-1 0 1 0,0-1 0 15,1 1-1-15,-3-2 1 0,1-1 9 0,2 1 2 16,-2-2 2-16,1 1 3 0,-1 0 0 0,3 0 0 16,-1 2-15-16,0-2-6 0,3 1-2 0,2 1-2 15,-2 1-3-15,5-1-2 0,-2 3 9 0,5 0 3 16,-1-1 3-16,2 2-1 0,2 0 1 16,1 0 0-16,1 1 1 0,1 1 0 0,-1 0 0 15,3-1 1-15,1 2 0 0,-1-2 1 0,0 2-1 16,1 0 2-16,1 0-4 0,-1 0-1 0,0 0 3 15,2 0 0-15,-1 0-1 0,1 0-1 16,0 0 0-16,0 0 0 0,0 0 1 0,0 0-1 16,-2 0 2-16,2 0 1 0,0 0 1 0,-1 2 1 15,-1-2-1-15,-1 2-3 0,2-1-2 0,-3 2 0 16,1 0-2-16,0 0 3 0,-2 2-4 16,2 1 4-16,-2 1 1 0,0 3 0 0,1-2 0 15,-1 3 1-15,0-1 1 0,1 4-2 0,0-2-1 16,1 2-1-16,-2-1 2 0,1 2-4 0,1-2 2 15,1 4 1-15,-1-2 2 0,1 1-1 16,1 2 0-16,-1 0 4 0,-1 1-2 0,3 1 0 16,-3 3-2-16,-1-2 2 0,3 2 0 0,-2-1-4 15,-2-1 3-15,2-1-2 0,-2 0 2 0,2 1-3 16,-2 0 2-16,2-2-2 0,0 0 0 0,-3 0 0 16,3-1 1-16,-2 1 0 0,3-2 2 0,-3 1 0 15,1 0 1-15,0-2-1 0,1 1-2 16,-3 0 2-16,3-2-2 0,0-2 3 0,0 0-3 15,1-3 1-15,0-1 0 0,2 0-1 0,0-2-1 16,0 1-1-16,2-2 1 0,1 1 1 0,2 1-2 16,1-1 2-16,2-1-1 0,2 2 1 0,-1-2 0 15,4 0 1-15,0 0 0 0,2 0-2 16,0-1 1-16,2 0-1 0,-1 1 2 0,3 0 0 16,1 0-2-16,-1 2 2 0,3-3 8 0,0 2 4 15,-1 0 2-15,3-1-7 0,1 2-2 0,0 1-1 16,-1-2-8-16,3 1-3 0,2-3-3 0,-1 2 5 15,2-2 3-15,0-2 0 0,0 0 1 16,0 1 0-16,0-1 1 0,0-2-1 0,-1-1-5 16,-3 0-24-16,1 0-61 0,-4 0-55 0,-3 0-105 15,-1-1-153-15,-1 0-253 0,-3-1-299 0,-4 0-231 16,-3 0-184-16,0-3 180 0,-5-1 504 16</inkml:trace>
  <inkml:trace contextRef="#ctx0" brushRef="#br0" timeOffset="17170.18">3035 6159 75 0,'-6'7'334'0,"3"-2"170"0,1-1 129 15,2-2-63-15,0-6-173 0,2 2-58 16,3-6 13-16,2-2 43 0,1-4 34 0,4-3-1 16,0-3-44-16,2-4-68 0,2-5-73 0,-2-1-58 15,5-3-48-15,-1 0-53 0,4-3-10 0,-2 0 0 16,-1-2-6-16,3 1-7 0,-1 3-9 15,-3-2 6-15,0 6-19 0,-2 0-17 0,0 1-4 16,-3 5-6-16,1 2-2 0,-5 2-4 0,-1 4 0 16,0 1-4-16,-2 4 0 0,-2 1-3 0,-3 4 0 15,1 0-1-15,-4 0-19 0,-3 6-24 16,-1 0-52-16,-3 0-115 0,-6 6-152 0,-2 1-236 16,-2 4-276-16,-1 1-259 0,-4 0-126 0,0 1 254 15,-3 1 454-15</inkml:trace>
  <inkml:trace contextRef="#ctx0" brushRef="#br0" timeOffset="17406.14">2934 5772 22 0,'2'4'321'0,"-2"-1"205"16,3 0 153-16,0-1 10 0,0 0-228 15,2 2-105-15,1 0-31 0,1 0 38 0,3 4 14 16,0 0 23-16,3 2-30 0,2 1-78 0,0 2-67 15,2-1-73-15,1 1-44 0,0 3-45 0,3-2-29 16,0 0-14-16,1 1-7 0,1 0-8 16,1-1-2-16,0 1-3 0,3 0-1 0,1-2 0 15,-1 0-20-15,-2 4-80 0,-1-7-137 0,-3 3-220 16,1-3-284-16,-5 1-273 0,-3-4-206 0,-1-2 109 16,-2-4 436-16</inkml:trace>
  <inkml:trace contextRef="#ctx0" brushRef="#br0" timeOffset="17605.95">3435 5797 29 0,'5'1'297'16,"0"1"170"-16,-2 0 139 0,3-2-13 0,1 1-250 15,2-1-167-15,-1 1-82 0,3-1-45 16,0 0-22-16,3 0-10 0,2-1-6 0,-2 0-5 15,4-3-10-15,-2 2-36 0,-1-2-62 0,0 3-183 16,-3-2-193-16,-1 1-93 0,-3 0 21 0,-1 0 125 16</inkml:trace>
  <inkml:trace contextRef="#ctx0" brushRef="#br0" timeOffset="18127.55">3644 5575 246 0,'3'2'487'16,"0"-1"181"-16,0 5 102 0,2-1-194 0,0 3-143 15,1 2-68-15,2 3-30 0,3 2 20 0,0 3 1 16,-1 2-36-16,4 2-63 0,-1 4-49 16,2 2-35-16,0 2-50 0,0 2-38 0,-2 2-33 15,1-1-22-15,-3 0-15 0,1-3-7 16,-3-3-4-16,0-4-4 0,-2-4 3 0,-2-4 2 15,1-1 12-15,-3-6 24 0,0-1 15 0,-1-4 7 16,-2-6 1-16,-2-4 1 0,0-6-7 0,1-8-28 16,-5-4-11-16,3-2-8 0,-2-6-3 15,2-3-6-15,-2-2-5 0,0-1 0 0,0 0 0 16,2-1-6-16,0 4 1 0,2 3 3 16,1 0 3-16,1 3 0 0,2 1-1 0,-1 4 0 15,1 3 3-15,0 3-9 0,2 1 4 0,-2 5-3 16,2 1 2-16,-2 3 9 0,2 3-6 0,4 2 7 15,-2 0-3-15,-1 4 4 0,2 4 5 16,1 0 7-16,-2 5 18 0,-1 1 31 0,0 5 31 16,0 4 20-16,-4 5 0 0,0 1-1 15,-2 3-11-15,-4 4-24 0,0 2-22 0,-2 3-18 16,-1 0-6-16,1 2-10 0,-1-2-5 0,0 0-5 16,2-4-6-16,2-1-4 0,0-3-6 15,1-4 1-15,2-4-4 0,0-2 0 0,2-2-1 16,1-4 0-16,2 0 2 0,-1-6-1 15,4-1-1-15,0-2-1 0,0-6-30 0,0-2-63 16,4-7-53-16,-4-3-91 0,2-2-158 0,2-5-241 16,-2 0-283-16,1-3-224 0,0 1-193 15,0-2 119-15,-3 2 500 0</inkml:trace>
  <inkml:trace contextRef="#ctx0" brushRef="#br0" timeOffset="18653.9">4090 5713 75 0,'-2'4'472'0,"-1"2"310"15,1 2 197-15,-2 0 35 0,1 2-278 16,-2 2-226-16,2 2-128 0,0 3-62 16,1 2-52-16,0 2-73 0,2 1-65 0,2 1-40 15,1-3-30-15,2 1-24 0,0-1-17 0,4-4-15 16,-1 0-4-16,3-6-2 0,0-1-3 0,2-5 3 16,2-2 1-16,0-5 5 0,-1-5-3 15,2-4 3-15,-2-4 4 0,0-5-2 0,-1 0 0 16,-1-3-6-16,0 0 1 0,-4 0 1 15,1 0-2-15,-3 2 0 0,-2 1 2 0,-3 3 5 16,1 1 2-16,-4 4-1 0,1-1 0 0,-1 4 1 16,-3 2-1-16,2 1-1 0,0 3-1 15,-3 0 1-15,1 2 8 0,0 2 15 0,0 0 15 16,2 0 21-16,-2 1 22 0,1 0 5 16,1 3 3-16,0-2-10 0,-1 1-7 0,1 1-16 15,0 1-18-15,1 0-6 0,-1 2-10 0,0-1-7 16,3 1-6-16,-2-1-6 0,2 1-3 15,0 4-2-15,0-4-5 0,2 2 0 0,-1 1 0 16,1 1-2-16,1 1 1 0,2 1 0 0,-2-2 1 16,4 4-1-16,0-2-1 0,-2 0 4 15,3 3 3-15,0-3 4 0,1 1 4 0,-1-1 0 16,0-2 0-16,0-1-1 0,3-2-4 0,-1 0-7 16,-1-1-2-16,2-4-1 0,-3 0 2 15,2-5 0-15,-4-2 0 0,3 2 6 16,-4-7 1-16,2-1 1 0,-2-1 1 0,-2-2-1 15,1 0-1-15,-1-1-10 0,-3 2-5 0,0-2 2 16,0 2 2-16,0 2-1 0,-1 1 3 0,-1-1-11 16,-1 3-39-16,0 1-59 0,0 1-55 15,1 3-127-15,-3-2-185 0,2 4-296 0,-2 0-257 16,1 0-222-16,-2 2-121 0,1-2 363 16,3-2 529-16</inkml:trace>
  <inkml:trace contextRef="#ctx0" brushRef="#br0" timeOffset="19462.06">4436 5722 156 0,'-2'3'465'0,"-1"0"292"0,2-2 258 15,-3 4-104-15,3-3-187 0,-1 1-157 16,-1 5-97-16,3-1-39 0,-3 2-49 0,3 3-63 15,0 1-53-15,0 3-35 0,3 4-45 0,-1-1-58 16,1 3-55-16,2-1-32 0,-1-2-20 16,3-1-11-16,1-3-7 0,1-1-3 0,1-5-3 15,1 0-1-15,1-7 1 0,1-2 2 16,3-5 5-16,-3-3-3 0,2-5 4 0,0-4-1 16,-1 1 2-16,-3-4-2 0,2 0-3 0,-4 1 3 15,0 0-1-15,-2 2 0 0,-1 2-1 16,0 2 0-16,-3 1 1 0,1 1 1 0,-3 4 1 15,1 2 0-15,0-1 2 0,-2 4 2 16,1-2-2-16,-1 3-3 0,0 1-2 0,-1 3 2 16,1-1-4-16,-2 5-2 0,2-1 2 0,0 2 1 15,0 3-1-15,2 1-3 0,-1 1 3 0,-1 5-4 16,3-1 2-16,2 1 5 0,0 6 4 16,1 0 9-16,2 3 7 0,0 2 4 0,0 3 4 15,4 0 2-15,-4 3 2 0,2-1-5 16,2 1-3-16,-4-1-3 0,2-3-3 0,-4 0-5 15,0-3 7-15,-1-1 12 0,-3-4 15 0,-4-1 9 16,-1-3 7-16,-2 0 2 0,-7-3-6 16,-1 1-9-16,-6-2-11 0,-4 0-10 0,-3-2-4 15,-3 1-4-15,-2-1-4 0,-2-1-4 16,-2-1-4-16,-1-1-2 0,3 0-5 0,-1-3-2 16,4 0-2-16,2-1-3 0,3 0-5 0,5-3-15 15,2 0-30-15,5-2-57 0,2 1-80 16,6-4-154-16,2 1-280 0,6-2-333 0,6 0-375 15,3-1-309-15,2-2-12 0,3-3 701 16</inkml:trace>
  <inkml:trace contextRef="#ctx0" brushRef="#br0" timeOffset="21783.86">8703 8950 30 0,'0'0'204'0,"0"0"83"15,0 0 73-15,2-1-121 0,-1-1-124 0,1-1-76 16,1 0-13-16,2-1-7 0,-2-1-4 0,4-1 0 15,0 0 0-15,-2 2-5 0,3-2-1 16,0-3 1-16,-1 4 9 0,2 0 2 0,-1-2 29 16,0 1 21-16,1-1 13 0,1 1 7 0,-1-1-5 15,2-1 3-15,-1 1-32 0,1-3-24 16,1 1-13-16,1-2-8 0,-2 1-4 0,5-3-1 16,-2-1-1-16,4 1-23 0,0-4-11 15,0-1-7-15,2 0-5 0,1-1-3 0,3-3 4 16,1 0 37-16,4-1 16 0,-1-2 11 0,5-2 28 15,0-1 16-15,1 0 10 0,-1 0-34 16,2-2-18-16,1 2-11 0,-3-1-30 0,3 0-11 16,-1 1-18-16,-2 0 21 0,1 0 10 0,-1 2 28 15,-1-1 15-15,-1 1 9 0,-1 0 1 0,0 3 4 16,-1-1 7-16,-2 1-18 0,-1 1-36 16,0-2-18-16,-1 3-11 0,-1-1-8 0,1-1-6 15,0 3-6-15,0-1 21 0,2 2 13 16,-3-3 13-16,0 2 2 0,3 0 0 0,-2 1 4 15,3-3 0-15,-1 3 25 0,-1 0 9 0,1-2 3 16,0 1 2-16,-1-1-2 0,1 2 0 16,0-1-23-16,1 2-9 0,-2 0-5 0,-1-1-2 15,2 3 0-15,0-3 0 0,-2 1 0 16,2 2 0-16,-2 1-2 0,-1-2-3 0,2 2-1 16,-1 0 2-16,-2 1 2 0,3-2 2 0,-4 2 6 15,3-1 3-15,-3 2 7 0,2 0-2 0,-2-2-26 16,0 1-15-16,0 1-10 0,2-2-6 15,-3 0-6-15,2 1-2 0,1 0 23 0,-3-3 13 16,1 3 5-16,0-2 2 0,2 1 6 16,-2 0 0-16,-2 0 2 0,2 0 2 0,-1 0 2 15,0 0-4-15,-1 2 0 0,-1-4 4 0,0 5-2 16,0-2-2-16,-1 1 0 0,0 0 27 16,-2-2 15-16,2 2-1 0,-1-1 0 0,0 3 2 15,-2-3-2-15,2 2-28 0,-1 0-9 16,-2 0-10-16,3 0-5 0,-4 2 1 0,2-2 4 15,-1 0-4-15,-2 1 1 0,2 3-1 0,-4-2-2 16,1 0 2-16,0 0 8 0,0 2 4 16,-1 0 8-16,-1-1 4 0,1 1 7 0,-1-1 1 15,0 1-3-15,-2 1 1 0,1 0-5 16,-2 0-1-16,0-1-3 0,1 2 1 0,-2 0 0 16,-1 0-5-16,1 1 1 0,-2 0 0 0,-1 0 0 15,4 0-3-15,-3 2 1 0,0-2 2 0,-1 0 0 16,1 2-1-16,0-2 9 0,-1 1 9 15,1 1 2-15,0-3 3 0,-1 3 6 16,1-1 6-16,3-2-2 0,-3 1-6 0,2-1 2 16,0 0-6-16,0 0-8 0,-2 1-9 0,3-1-3 15,-3 4-16-15,2-3-27 0,-3 2-43 0,-1 2-70 16,1-1-216-16,-2 2-164 0,0 0-59 16,-3 2 56-16,-1-1 141 0</inkml:trace>
  <inkml:trace contextRef="#ctx0" brushRef="#br0" timeOffset="22687.89">11578 6357 189 0,'-3'3'390'0,"-1"0"151"16,1 1 68-16,3-1-261 0,0 2-168 0,0-1-81 16,3 2-25-16,1 1 3 0,2 1 57 0,2 1 40 15,3 1 42-15,0 3 31 0,6 2 4 16,1-2 9-16,4 4-21 0,2 0 17 0,1 2 3 16,2 0-27-16,3 1-23 0,0 0-35 0,-3 0-25 15,3 1-44-15,-2 0-46 0,-2-1-26 16,-1-2-14-16,-4 1-8 0,-1-1 0 0,0-3 10 15,-5 0 7-15,0 0 1 0,0 0 1 16,-3 0 5-16,-2-2-5 0,-2-1-15 0,-2-2-7 16,2-3-4-16,-2 1 1 0,-2-4-5 0,-1-1 5 15,-2 0 0-15,1-3 0 0,1-3 2 16,-3-2-2-16,2-2-1 0,-4-2-17 0,1-2-60 16,-3-4-117-16,0 5-149 0,-3-5-301 15,-2 2-272-15,-1 1-237 0,1 2-31 0,-2-2 332 16,-2 3 429-16</inkml:trace>
  <inkml:trace contextRef="#ctx0" brushRef="#br0" timeOffset="23612.01">11673 6491 23 0,'0'-2'264'0,"-2"-1"142"16,2-2 123-16,2 1-33 0,1-2-180 0,0-2-97 15,5-1-25-15,1-1 34 0,1-2 43 16,4-2 40-16,2-1 28 0,4-3-8 16,1-1-41-16,5-5-56 0,2-2-54 0,2-2-48 15,3-1-55-15,4-5-30 0,0-2-18 0,1 0-11 16,0 0-8-16,0-2 0 0,0 1-3 0,-3 1-4 15,-2 2 0-15,-1 0 1 0,-4 3 4 16,-1 2 0-16,-3 1 0 0,-2 4-5 0,-3 2 5 16,-5 3-1-16,0 4 7 0,-2 2 28 15,-6 3 35-15,0 2 22 0,0 3 11 0,-3-1 6 16,-3 3-9-16,2 1-25 0,-2 1-31 0,0 0-22 16,0 1-14-16,-2 0-10 0,2 1-3 15,0-1-1-15,0 0 1 0,0 0-2 0,0 0 2 16,0 0 1-16,0 0 0 0,0-1-2 15,0 1-2-15,2 0 0 0,-2 0 1 0,2-2 0 16,-1 2 1-16,1 0 1 0,-2 0-1 0,2 0-1 16,-1 0-4-16,2 0 1 0,-1 0 0 15,1 0 0-15,0 0 1 0,1 0 1 0,2 0 4 16,-3 0-2-16,2-2 1 0,1 2 1 16,0 0 0-16,2-1-1 0,-2 1-4 0,2 0 2 15,0-1 0-15,0 1-1 0,0 0 1 0,0 1 0 16,0-1 1-16,1 0 0 0,1 1 0 15,-2 1 0-15,4 1 0 0,0 0 0 0,-3 1-1 16,3 3-1-16,0 0 1 0,-1 3 7 16,1 0 3-16,1 2 0 0,1 1 2 0,-3 1 2 15,-1-1-1-15,4 2-5 0,-3 0-3 0,0-1-1 16,0 0-2-16,-1 2 5 0,1-2 7 16,-2-3 4-16,-1 3 5 0,0-2 4 0,1 0 2 15,0-3-4-15,-3 2-8 0,2-3-7 16,-1 1-4-16,-2-1 0 0,-1-2-2 0,0 0-4 15,0-2 4-15,-1-1-1 0,-2 0 9 0,1 0 28 16,0-2 55-16,-2-1 41 0,0 2 14 16,-2-2 4-16,0-2-7 0,-1 2-29 0,0-2-45 15,-2 2-31-15,0-2-16 0,0 0-10 16,1 1-9-16,-4 1-2 0,3 0-2 0,2 0-4 16,-2 1-3-16,0 1 1 0,-2 1 0 0,2 2-2 15,-1 2 1-15,1-2 2 0,-2 3 1 0,0 0-2 16,-1 3 3-16,1 1 0 0,-2 0-1 15,-2 1 0-15,1 3 1 0,-4 1 2 0,0 3 0 16,1 1 2-16,-4 1 0 0,1 2 1 16,-3 5-2-16,-1-1 1 0,0 2-1 0,-2 4-3 15,-1 0 0-15,-1-1-4 0,2 4 2 0,-2-1-3 16,-1-3-1-16,1 0 2 0,2 1 0 16,-3-2 1-16,1-1 1 0,1 0 0 0,-3-3 1 15,5 0-2-15,-2-5 1 0,2-1-3 16,2-2-7-16,0-3-38 0,5-4-53 0,-2-4-48 15,5-3-77-15,3-3-133 0,-1-4-179 0,2-4-269 16,4-2-226-16,3-4-211 0,0-2 14 0,0-4 381 16,3-3 448-16</inkml:trace>
  <inkml:trace contextRef="#ctx0" brushRef="#br0" timeOffset="24286.68">11878 5022 243 0,'-1'-9'477'0,"-1"1"177"16,0 4 94-16,4 1-189 0,1 3-103 0,0 3-15 16,4 3-2-16,2 4-10 0,1 4-19 15,2 3-76-15,0 7-78 0,3 1-73 0,1 1-52 16,2 4-34-16,-4 1-21 0,5-1-15 0,-2 1-14 15,-1 1-15-15,1-2-10 0,-2-2-7 16,0-2-7-16,-4-2-1 0,1-5 0 0,-2-1-7 16,-3-4-2-16,-1-3-17 0,-4-4-21 15,1-4-36-15,-3-5-78 0,-5-4-116 0,-1-4-136 16,-2-6-168-16,-3-1-266 0,0-1-224 0,-2-3-36 16,-3-2 228-16,0-1 347 0</inkml:trace>
  <inkml:trace contextRef="#ctx0" brushRef="#br0" timeOffset="24906.93">11831 4941 49 0,'-2'-18'265'0,"-1"1"130"0,2 3 122 16,2 1-57-16,2 1-134 0,2 2-58 0,2 1 1 15,3 0 38-15,0 4 37 0,4-2-4 16,0 3 47-16,5 2-3 0,1 0-22 0,1 2-47 16,1 2-54-16,1 3-32 0,2 0-56 15,2 6-3-15,0 1 7 0,-2 1 21 0,0 4 2 16,-2 2-2-16,-1 2-22 0,-2 2-29 0,-4 2-31 15,1 2-38-15,-7 2-21 0,0 2-15 16,-3 1-4-16,-4 3-12 0,-3 0-8 0,-3 0-1 16,-2 1-2-16,-4-2-1 0,1 1-5 15,-2-4 0-15,-2 1-1 0,-1-5-2 0,-1-3-2 16,3-3-1-16,-2-3-1 0,-1-2-3 0,1-5-3 16,1-2-1-16,2-3-1 0,2-5-11 15,-1-2-20-15,4-4-44 0,2-4-58 0,2-3-46 16,2-1-52-16,2-4-68 0,5 0-61 0,-2-2-28 15,4 0-11-15,1 1-32 0,2-2-31 16,1 2 4-16,2 2 7 0,0 0 36 0,4 0 66 16,0 2 70-16,-2 3 77 0,4-2 71 0,-1 5 90 15,-2 1 74-15,-2-1 48 0,1 2 52 16,-3 1 51-16,1 0 52 0,-2 2 46 0,-1-2 43 16,1-1 46-16,-1-2 13 0,-1-2-15 15,1-2-40-15,0-1-57 0,-1-6-57 0,-2 0-42 16,1-5-40-16,-2 0-21 0,-1-2-16 0,-3 0-2 15,-3 1 4-15,-4 0-5 0,-1 2 15 16,-2 2 15-16,-3 4 30 0,-3 1 18 0,-1 4 6 16,-4 5-16-16,2 1-22 0,-4 6-23 0,4 2-32 15,-3 3-29-15,2 6-20 0,1 0-5 16,1 6-3-16,4 0-5 0,0 2-1 0,2 3-1 16,2 3 0-16,4-1-3 0,2 2-2 0,1 2-5 15,5 0-1-15,0-1 0 0,1 1-2 16,3-2-1-16,3-2 0 0,-1-1 0 0,4-5 0 15,1 0 0-15,2-5 0 0,-2-3 1 0,4-3 0 16,2-3-3-16,-1-4 2 0,0-4-18 16,0-5-50-16,-1-7-58 0,-1-2-50 0,-2-3-90 15,-2-5-146-15,-2-2-169 0,-3 0-250 16,-1-2-224-16,-3-1-205 0,-3-2 57 0,-2 0 388 16,-4-2 430-16</inkml:trace>
  <inkml:trace contextRef="#ctx0" brushRef="#br0" timeOffset="25149.99">12509 4457 42 0,'-5'-4'451'0,"-1"2"338"0,3 2 248 0,0 2 77 15,1 4-347-15,4 2-243 0,-1 4-113 0,4 2-39 16,3 3-36-16,0 5-44 0,6 0-34 16,-1 2-34-16,2 2-38 0,0 4-43 0,4-1-36 15,0 1-35-15,1 2-22 0,2 0-13 16,-2 0-13-16,0 0-7 0,0 1-8 0,0-3-5 15,0-3 0-15,-1 1-4 0,-3-2-3 0,1-2-2 16,-4-4 0-16,1-3-1 0,-3-2-11 0,-3-2-24 16,-3-2-62-16,-2-3-56 0,-3-3-104 15,-1-3-159-15,-3-2-253 0,-2-2-299 0,-4-3-223 16,-2-1-181-16,-2-2 198 0,-5-3 520 16</inkml:trace>
  <inkml:trace contextRef="#ctx0" brushRef="#br0" timeOffset="25358.26">12446 4738 210 0,'0'-7'690'0,"2"-2"328"0,-1 0 111 15,4 0-108-15,4-3-393 0,1-1-239 0,3 0-119 16,2-2-59-16,4 0-51 0,2 1-55 16,3-1-8-16,2-2-7 0,1 0-5 0,2 3-10 15,-1 0-6-15,-1 1-3 0,2 0-31 16,-1 4-21-16,-3 3-14 0,1 3-26 0,-3 3-39 15,-4 5-59-15,-1 0-136 0,-4 5-217 0,-2 3-294 16,-2 2-262-16,-3 2-224 0,-3 1 0 16,-1 2 460-16</inkml:trace>
  <inkml:trace contextRef="#ctx0" brushRef="#br0" timeOffset="25557.03">13214 4978 541 0,'8'6'1300'0,"-2"-4"238"16,-1-2-212-16,-2 0-285 0,-1 0-473 0,0 0-242 15,-2-2-142-15,0 2-67 0,0-5-36 0,0 3-38 16,0-2-26-16,0 0-67 0,-2 1-68 16,0 0-165-16,1 0-278 0,-1 3-298 0,1 0-360 15,-7 1-270-15,3 4-5 0,-1-2 673 16</inkml:trace>
  <inkml:trace contextRef="#ctx0" brushRef="#br1" timeOffset="36373.89">4863 9058 13 0,'3'0'203'0,"0"-1"95"16,-1 1 98-16,1 0-95 0,-1 1-98 0,1-1-59 15,1 2-29-15,-1-2-16 0,1 2-12 0,-1-1-9 16,2 2-15-16,-2-1-16 0,3-1-9 0,0 2-11 16,-1-1-5-16,2-1-5 0,-1 2-1 15,0-2 0-15,2 1-3 0,-2 0 1 0,1 0-2 16,-1 0 0-16,2-1 1 0,0 1-5 15,-2-1-12-15,2-1 2 0,0 0-2 0,0 2-2 16,0-2 6-16,2 1-3 0,-1-1 10 0,-1 0-3 16,0 0 2-16,-2 0 0 0,3 0-6 15,-1 2 0-15,0-2 4 0,-1 0 0 0,0 0-2 16,1 0-2-16,-1 0 2 0,-1 0 0 16,1 0-2-16,0 0 0 0,0 0 2 0,-1 0 0 15,1 0-1-15,-3 1-1 0,4-1-1 0,-2 0 1 16,1 0 23-16,-2 2 16 0,2-2 7 15,-2 0 9-15,3 1 3 0,-2 0-1 0,1-1-15 16,0 2 8-16,-2 0 3 0,3-1 2 16,-3 2 1-16,3-1-2 0,-1-1-8 0,0 0-22 15,-1 3-11-15,1-3-6 0,2 0-7 0,-3 1-1 16,1 1-5-16,1-3-1 0,-2 0-1 16,3 2 1-16,-4-2 1 0,3 0 3 0,-1 3-1 15,0-3 2-15,-2 0 0 0,3 0 1 16,-3 0 1-16,1 0-4 0,2 0 2 0,-2 0 0 15,1 0 0-15,-1 0 2 0,-1 0-2 0,4 0 1 16,-4 0-5-16,3-3 4 0,-2 3-3 16,2 0-3-16,0 0 3 0,0-2-1 0,0 2 2 15,1 0 1-15,-1-5 1 0,-1 4 2 0,3 0 0 16,-2 0 2-16,0-3 5 0,2 3-1 16,1-1 1-16,-3 0-1 0,3 1 7 0,0 0-2 15,0-1-4-15,-1 2-1 0,2-2-1 0,-2 2 3 16,1 0-3-16,1-1 1 0,1 1-1 15,-2-1 6-15,0 1 2 0,2-2-4 0,-1 1-1 16,1 1 1-16,-2-2 2 0,2 1-6 16,-2-1 2-16,3-1-5 0,-3 0 0 0,2 1 2 15,-2 0-2-15,0 0 1 0,0-1-27 0,0 2-12 16,0-2-5-16,2 1-7 0,-4 1 4 16,3 0-7-16,0-1 27 0,-1-1 11 0,0 2 7 15,-1-1 4-15,-1 0-2 0,2 1 2 16,0 1 2-16,-1-2 0 0,2 1 0 0,-2-2-1 15,0 3 1-15,0 0-2 0,0-2 0 0,1 2 2 16,0 0 2-16,0 0 28 0,-1 0-11 16,1 0 14-16,-2 0 10 0,1 0 4 0,2 0 0 15,-2 0-26-15,1 0 13 0,0 0-15 16,0 0-12-16,0 0-5 0,0 0 0 0,0 0-2 16,-1 0 0-16,1 0 0 0,-2 0 0 0,4 0-2 15,-4 0-2-15,1 0-5 0,1 0 0 16,-2 0 0-16,1 0 0 0,-2 0 1 0,3 2 1 15,-3-2 3-15,1 0-1 0,2 0 1 0,-3 0-3 16,2 0 3-16,-1 3 4 0,-1-3 0 16,2 1-2-16,-2-1 0 0,1 0 4 0,-1 2 2 15,0-2 2-15,3 1-3 0,-2-1 3 0,-1 2 1 16,2-2-1-16,-1 0-1 0,-1 0-1 16,0-2 3-16,3 2-2 0,-3-1 3 0,0 1-3 15,0 0 3-15,1-2-1 0,-1 2 0 16,0-1-3-16,0 1-1 0,1-3 3 0,-1 3-3 15,1 0 3-15,0 0-2 0,-1 0-1 0,1 3 3 16,-1-3-1-16,0 1-1 0,0-1-1 16,2 2 3-16,0-2-3 0,-2 1 1 0,2 1-4 15,0 0 2-15,0-1 0 0,0 0-1 16,0 1-1-16,0 0 0 0,2-2 2 0,0 1 2 16,-1 0-4-16,-1 1 0 0,4 0 2 0,-3-1 1 15,0 0-1-15,2 1 0 0,-2-2 0 16,1 1-1-16,-2 1 3 0,1-2 0 0,0 1-3 15,0-1-1-15,0 0 4 0,2-1 0 16,-4 1-3-16,3-2 3 0,-2 1-1 0,2 1 3 16,-3-3-3-16,2 2 5 0,0-1-3 0,-1 0-3 15,1 1 0-15,-2 0 3 0,4-1-3 16,-4 2-1-16,1 0-1 0,-2-2 2 0,4 2 2 16,-4 0-4-16,2 0 0 0,1 2 0 0,-2-2 0 15,1 0-4-15,-1 2 1 0,1-2-4 16,-2 0 3-16,3 1-1 0,-2-1-3 0,-1 1 7 15,0-1-5-15,3 0 1 0,-3 2 1 16,0-2-3-16,1 2 2 0,-1-2 3 0,0 0 2 16,0 0 5-16,0 0 38 0,0 0 27 0,0 0 14 15,0-2 5-15,1 2 3 0,1-2-1 16,-2 2-33-16,1 0-21 0,-1-1-13 0,0 1-7 16,0-1-4-16,1 1-5 0,-1 0-3 0,0-2-2 15,3 2 0-15,-3 0 0 0,0-2 6 16,2 2 0-16,-1-1-2 0,1 1-1 0,-1 0-1 15,2-1 0-15,0 1-5 0,-1-2 2 0,1 2 2 16,0-2 1-16,0 2-2 0,1-1 2 16,-2 1 0-16,1 0 0 0,3-2-2 0,-2 2-1 15,1 0-1-15,-1 0 6 0,-1 0-6 16,3 0 3-16,-3 0-1 0,3 0-2 0,-3 0 3 16,3 0-4-16,-2 2 1 0,-1-2-2 0,1 1 1 15,-1 1 1-15,-1-2-1 0,2 2 0 16,-2-1 2-16,0 0-2 0,0 1-2 0,0-2-1 15,-2 2-2-15,3-1 2 0,-3 0 1 16,2-1 1-16,0 2-4 0,-2 0 2 0,0-1 3 16,0-1-2-16,3 1 1 0,-3 1 1 0,0-1 0 15,1 1 0-15,1-2 0 0,-2 1-4 16,0 0-1-16,1 1 5 0,-1-2-3 0,2 3 0 16,-1-3 1-16,-1 0 2 0,0 2-3 15,0-2-2-15,3 1 1 0,-3-1 0 0,2 0-2 16,0 2 1-16,-2-1-1 0,0-1 2 0,2 0-4 15,-1 2 2-15,1-1-2 0,-1 1-4 16,1-2 1-16,-1 1-1 0,1 0 1 0,-1-1 1 16,1 2 2-16,-1 0 3 0,-1-2 2 15,3 1 4-15,-1-1 1 0,-1 0 3 0,2 1 5 16,-3-1 0-16,3 2 1 0,0-2 0 0,-3 0-1 16,3 0 0-16,-2-2-2 0,1 2-1 0,-2-1-4 15,3 1 0-15,-3 0 0 0,0-1 1 16,2 1-1-16,0-2-2 0,-2 2 3 15,-1 0-1-15,2 0 2 0,1 0-2 0,-2 0-3 16,0 0 2-16,1 0 2 0,-1 2 1 0,0-2-3 16,0 1-1-16,1-1 6 0,-1 0-4 0,2 1-3 15,-1 1-2-15,-1-2 4 0,0 2 0 16,0-2-2-16,1 1-4 0,-1-1 4 0,0 0 0 16,-1 1 0-16,0-1 0 0,1 0 0 15,-1 0 0-15,-1 0 0 0,2 0 0 0,-2 0 0 16,0 0 0-16,1 0 0 0,-1-1 5 0,0 1 0 15,2-1-2-15,-3-1 2 0,2 2-2 16,-1-2-1-16,3 1 30 0,-2 0 23 0,-1-1 12 16,2 0 4-16,1 1 5 0,-2 0 1 15,-1 1-29-15,2-2-23 0,-1 1-11 0,0-1-4 16,1 2-4-16,-2 0-1 0,2-1 1 0,0 1 3 16,0 0-3-16,-2 0-2 0,2 0-1 15,0 1-2-15,-2-1-1 0,1 0 0 0,2 2 3 16,-3-2-3-16,1 0 2 0,-1 1-2 15,1 1 1-15,0-2-1 0,0 1-1 0,-1-1 1 16,1 1-2-16,-1-1 1 0,1 0-2 0,0 2-1 16,-1-2 1-16,2 0-2 0,-2 2 2 15,1-2-2-15,-1 1 3 0,1-1 5 0,-1 0-3 16,2 0-1-16,-2 0-1 0,0 0-1 16,1 1-1-16,-1-1-3 0,0 2-1 0,2-2 5 15,-3 0-1-15,3 2 1 0,0-2-3 0,-2 1 2 16,2-1-3-16,-1 0 2 0,2 0 2 15,-3 0-4-15,2 0 3 0,0 0 4 0,1 0 2 16,-1 0 0-16,0 0-2 0,0 0 10 16,0 0 0-16,2 0 1 0,-1 0-1 0,0-1 2 15,1 1-1-15,-2 0-1 0,2-2-1 0,0 2 0 16,0 0-5-16,-2 0 3 0,4 0-1 0,-2 0 0 16,1 0-3-16,0 0 1 0,0 0 0 15,-1 2 2-15,2-2 0 0,0 1-2 0,1-1 3 16,-1 0 0-16,-1 1 0 0,3 2 0 15,0-2-4-15,0 0 0 0,1 0 1 0,0 1-2 16,-2 1-2-16,1-3 0 0,2 0 1 0,-2 2-1 16,1-2 0-16,0 0 3 0,-2 3 0 15,0-3 1-15,1 0-3 0,0-3 2 0,0 3-3 16,-2 0 0-16,2-2 3 0,-2 2-3 16,0-3-1-16,0 1 1 0,1 2 1 0,-1-1 2 15,1 0-2-15,-2 0 2 0,3 1 0 0,-2-3-3 16,0 3 0-16,1 0-2 0,0 0 0 15,-1 0-1-15,2 0 29 0,0 3 15 0,-1-3 7 16,3 1 5-16,-3-1 3 0,1 0-3 0,-2 0-24 16,1 0-12-16,1 0-9 0,-2 0-7 15,1 0-1-15,-1 0 0 0,1-1 0 0,-1 1 0 16,1-3 0-16,-1 3 2 0,1-1 4 16,-2 1 3-16,2-1-3 0,-2 1 1 0,3-2 1 15,-3 2 1-15,0 0 0 0,3 0 0 16,-2 0 1-16,1 0 3 0,-1 0-4 0,-1 0-3 15,1 0 2-15,1 0-3 0,0 0-3 0,-1 0 1 16,1 0 0-16,1 0 4 0,-2 0-2 16,1 0 0-16,0 0 0 0,1-2 1 0,-1 2-2 15,0-1-3-15,-1 1 3 0,1-1 1 0,1-1-1 16,-3 0-2-16,3 2 5 0,-2-1 1 16,0 1-2-16,-1-1-2 0,0 1 0 0,1 0 0 15,-2 0-1-15,2 0-3 0,-3 0 0 16,2 0-1-16,0 0 1 0,-1 0-1 0,1-2 1 15,-2 2 2-15,1 0 0 0,1 0-2 16,-2 0 0-16,1 0 0 0,-1-1-3 0,2 1 1 16,-3 0-2-16,3 0 3 0,-1-2-2 0,-1 2 2 15,2 0-3-15,-3-1 0 0,2 1 2 16,1-2 27-16,-2 2 27 0,1-1 12 0,2-1 7 16,-2 2 5-16,0-3 3 0,0 3-26 0,0-2-26 15,-2 2-13-15,4-1-6 0,-4 1-8 0,2-1-5 16,0 1 1-16,0-2 1 0,0 2-1 15,0-1-1-15,0 1 4 0,0 0 2 16,1-2 2-16,2 2-1 0,-4-1 4 0,4 1-1 16,-2-1 0-16,0 1 2 0,1-2 10 0,-2 2 8 15,1-2 3-15,3 2 4 0,-2 0-4 16,2 0-2-16,-2 0-10 0,1 0-6 0,1 0-5 16,-1 0-3-16,1 0 2 0,-1 0-5 15,2 0-1-15,-2 0 1 0,3-1 1 0,-2 1 4 16,3 0-2-16,-4 0 1 0,3 0 1 0,0 0 0 15,1 0-1-15,-2 0-3 0,0 0 0 0,1 0 2 16,1 0 1-16,-4 1-4 0,4-1 2 16,-4 0 0-16,4 0-1 0,-2 2 0 0,1-2-1 15,-2 0 0-15,0 2 0 0,0-2 0 16,2 0-2-16,-2 0-2 0,-1 0 4 0,1 0 1 16,-1 0-2-16,1 1-2 0,1-1 6 0,-2 0-2 15,0 0-3-15,1 1-3 0,-1-1 3 16,0 2 0-16,-1-2-3 0,1 0 1 0,1 1 2 15,-1 1-2-15,1-1 2 0,-1 0 0 16,-2-1-4-16,3 2 5 0,-3 0-3 0,3-1 4 16,-4-1 1-16,3 0 5 0,-1 0 1 0,-1 0 0 15,1 0-2-15,0 0 3 0,-1 0-2 16,0 0-3-16,0 0 2 0,1 0 1 0,-2 0 2 16,1 0 0-16,-1 0 1 0,2 0 1 15,0 0 2-15,-1 2-3 0,0-2-2 0,0 1-1 16,0-1-4-16,0 0-1 0,-1 2 1 0,0-2 1 15,2 0-2-15,-3 0 3 0,2 0 1 0,0 0 1 16,-1 0 0-16,-1 1-2 0,2-1-1 16,-3 0-1-16,0 0 2 0,3 0-4 15,-3 0 3-15,0 0-1 0,1 0-1 0,-1 0-1 16,0 0-2-16,0 0 3 0,0 0 0 0,0 0-1 16,0 0 5-16,0 2 11 0,1-2 2 0,-1 0 4 15,0 1 4-15,1-1-1 0,-1 2-1 16,0-2-11-16,0 0-2 0,0 0-5 15,0 1-1-15,-2-1-5 0,3 1 2 0,-2-1 0 16,1 0 0-16,-2 2-3 0,1-2 2 0,1 0-1 16,-1 0 1-16,2 2-3 0,-3-2-2 0,0 0 5 15,2 0 0-15,-2 0 3 0,1 0-1 16,-1 0 0-16,-1 0 3 0,2 0-6 0,-2 0 1 16,0-2-1-16,0 2 1 0,1 0 2 15,0-2-5-15,-2 2 3 0,0 0 0 0,1 0 0 16,0 0-2-16,-2 0-5 0,0 0 7 0,2 0 1 15,0 0-2-15,-1 0-2 0,0 0 2 16,-1 0 3-16,0 0-2 0,-1 0 1 0,-1-1 1 16,3 1 40-16,-3 0 27 0,2 0 27 15,0 0 8-15,0 0 8 0,-1 0 1 0,-1 0-31 16,1 0-26-16,-2 0-23 0,2 0-12 0,-2 0-11 16,1 0-5-16,-1 0-1 0,0 0 0 15,0 0-2-15,0 0 1 0,0 0 0 0,0 0 3 16,0 0 1-16,0 0-3 0,0 0-1 15,0 0 2-15,-1 0-1 0,-1 0-19 0,-1 1-53 16,-2-1-50-16,-1 2-136 0,0 0-231 0,-2-2-297 16,-2 1-303-16,1-1-225 0,-4 0-58 15,1-1 477-15</inkml:trace>
  <inkml:trace contextRef="#ctx0" brushRef="#br2" timeOffset="45313.9">5623 7797 93 0,'0'2'292'0,"2"-2"142"0,-2 0 119 16,0 0-92-16,0 0-78 0,0 0-34 0,0 0-8 15,0 0 6-15,0 0 11 0,0 1-3 0,1-1-14 16,1 0-27-16,-2 1-28 0,0-1-43 0,0 0-45 15,-2 0-45-15,1 0-43 0,1 0-28 16,-2 0-26-16,1 0-6 0,-2 2-4 0,1-1 0 16,2 1 13-16,0-1 19 0,-1 0 24 15,-1 1 18-15,2 1 17 0,0 0 4 0,-1-1-10 16,-1 1-18-16,2-2-24 0,-2 1-23 0,1 1-20 16,-1-2-10-16,2 2-10 0,-3 0-5 15,3-1-1-15,-2 0-1 0,-1 2-4 0,0-2-7 16,1 3-2-16,-2-1-1 0,2 0-3 0,-1 0 1 15,0 3-1-15,0-1-1 0,-1-1 3 16,1 1 4-16,-2 2 5 0,2-1-1 0,0 0 4 16,-3 3 1-16,3-3-2 0,-2 2-4 15,2 1-3-15,-2-2-3 0,0 1-2 0,2 0-2 16,-3 0 1-16,3 1-2 0,0-1 0 16,-1 1 1-16,1 1 1 0,0-3 0 0,0 1-3 15,0 2 3-15,-1-2-1 0,0-1 1 0,2 3-2 16,-1 0 1-16,2-2-1 0,-1 1-1 0,0 1 0 15,-1-2-1-15,2 1 2 0,-1-1-1 16,0 2 1-16,2-2 1 0,-1 0 1 0,-1 0 0 16,0 1 0-16,1-1-1 0,1 0-1 15,-2 0 1-15,2-1-1 0,0 4-2 0,-2-3-1 16,2 0 2-16,-2 1-1 0,2-1 0 0,0 0-1 16,-2 1 3-16,2 0 1 0,-1 0-1 15,1 1 4-15,0-1-3 0,-2 1 0 0,2-1 0 16,0 1 0-16,-1-2 1 0,-1 3-3 15,2-1 1-15,0-2 1 0,0 2 1 0,0-2-3 16,0 1 1-16,0 1 1 0,0-2-1 0,0 1 0 16,0 0 0-16,0-1 3 0,0 0-1 0,2 1 0 15,-1 0 0-15,-1-2-2 0,0 3 0 16,2-2-1-16,-2 0-2 0,0 0 4 16,1 0 1-16,-1 0-2 0,2-2 0 0,-2 2 0 15,2-1 2-15,0 0-3 0,-2-1 1 0,2-1 1 16,-2 1-1-16,1-1 1 0,1 0-1 0,0 0 0 15,-1-1-1-15,-1-1-1 0,0 0 2 16,0 2 0-16,2-1 1 0,-2 1 0 0,3-1 0 16,-3 1 0-16,0-2 1 0,2 1-2 15,-2 1 0-15,1-2 1 0,-1 2 0 0,0 0 1 16,2 0 0-16,-2 0 1 0,2 2 5 0,-2-1 2 16,1-1 2-16,-1 2 3 0,0-1-1 15,2 1-1-15,-2-1-3 0,0 1-3 0,1-2-3 16,-1 0-3-16,2 0 0 0,-2-1 1 15,0-2-1-15,0 2-1 0,0-3 1 0,2-2 0 16,-2 4 0-16,2-2 0 0,-2-1 0 0,0 1-1 16,0 1 1-16,0-2 1 0,0 4-2 0,0 0 0 15,0-1 0-15,0 1 0 0,0 3 0 16,0 0 0-16,0-1 0 0,0 0 2 16,0 1-1-16,0-3 1 0,0 2-2 0,0-2 0 15,0 0-1-15,0-3 0 0,0 0 0 0,0 1 0 16,0-2 1-16,0 1 0 0,0-2 2 0,0 1-1 15,0-1-1-15,0 2 1 0,0-2 1 16,0 0-2-16,0 1-1 0,0-1 1 0,0 1-1 16,0 1-1-16,-2 0 1 0,0-1-1 15,2 2 0-15,0-1-1 0,-2 1 1 0,2-2-9 16,-1 1-18-16,1-1-53 0,-2-1-63 0,1-1-76 16,-3-2-142-16,3-2-196 0,-4-1-307 15,3 0-257-15,-3-1-206 0,2-1-14 0,-1-1 439 16,-1 0 503-16</inkml:trace>
  <inkml:trace contextRef="#ctx0" brushRef="#br2" timeOffset="46243.83">5963 8245 12 0,'2'-4'224'0,"-2"0"122"16,3-1 118-16,-3 2-25 0,2-2-122 15,-2 3-72-15,1-2 10 0,-1 2 23 0,0-3 66 16,0 5 43-16,0-2 32 0,0 0 8 0,0 1-26 16,-1 1-43-16,1 0-73 0,-2 0-66 15,0 3-61-15,1-1-49 0,-1 4-32 0,-1-1-20 16,0 2-5-16,0 2-1 0,2-2 4 15,-3 2-4-15,1 0 2 0,0 3 13 0,0 0-2 16,-1 0 6-16,1 1-8 0,0 1 2 0,-1 1-7 16,2 0-16-16,-1 1-13 0,1 1-9 15,1 1-8-15,1 0-4 0,0 1-1 0,0 1 2 16,1 1 0-16,1 0-5 0,1 2 4 16,0-2-2-16,3 3-3 0,1-4 0 0,-1 4-1 15,1-1 1-15,2-2 1 0,-1 0-3 0,1-1 1 16,-1-1-2-16,1-3-2 0,1 1 2 0,-2-3-1 15,1-2-1-15,1 0-3 0,-4-4 0 16,2 2 2-16,0-4-5 0,0-2 2 0,-2-1-1 16,-1-3 5-16,4 0 1 0,-4-6 0 15,3-1 3-15,-1-4-4 0,-1-1 3 0,3-2-2 16,-2-5-3-16,-1 1 2 0,1-3 0 0,0 0 4 16,-2 0-3-16,1-3-4 0,-1 0 9 15,-2 2-2-15,1-1 0 0,-3 0 2 0,2 0 3 16,-3 1 1-16,0 2-1 0,-3-1 3 15,2 0 36-15,-3 1 22 0,-1 2 13 0,1 2 9 16,-3-1-1-16,0 3 5 0,-1-1-28 0,0 2-17 16,-2 3-11-16,1 1-8 0,-1 0-4 0,2 3-8 15,-1-1-7-15,1 4-3 0,2 0 0 16,-1 0-4-16,0 2-1 0,0 1 0 0,2 0-1 16,1 1-4-16,0 3 1 0,-2 1 0 15,3-1-3-15,-2 2-1 0,2 3-1 0,0-1 0 16,1-1-3-16,-1 2-15 0,3 0-34 0,-1 1-57 15,-1 0-50-15,2 1-81 0,0 0-141 16,0-1-176-16,-2 1-277 0,4-2-221 0,-2-2-213 16,3 1 16-16,-3-2 413 0,3-4 452 15</inkml:trace>
  <inkml:trace contextRef="#ctx0" brushRef="#br2" timeOffset="46569">5932 8526 233 0,'-2'4'560'15,"-1"1"308"-15,3-2 182 0,-1 0-197 0,1 0-205 16,0-2-169-16,0 1-123 0,0 0-98 0,1-2-86 15,4 1-70-15,-1-1-38 0,1 1-24 16,0 1-17-16,3-1-3 0,1-1-2 0,1 2 5 16,1-2-4-16,1-2-1 0,1 2-1 15,1-1 1-15,1-2-7 0,0 2-4 0,1-4-7 16,0 0-1-16,0 1-1 0,3-2-2 0,-1 1-9 16,-1-2-30-16,-1 2-112 0,-1 0-168 15,-2 1-292-15,1 2-268 0,-1 2-258 0,-1 2-118 16,0 1 320-16,-1 2 490 0</inkml:trace>
  <inkml:trace contextRef="#ctx0" brushRef="#br2" timeOffset="47786.28">10419 7686 78 0,'3'0'278'0,"-1"2"137"0,2 2 141 16,1-2-113-16,-2 1-93 0,2 3-28 16,2-1-2-16,-1 1-2 0,1 2-1 0,2 1-7 15,0 0 3-15,0 1-10 0,1 1-15 0,1 0-23 16,2-1-31-16,-2 3-31 0,0-2-44 16,1 1-43-16,-2 2-22 0,4 1-7 15,-4-1 17-15,1 1 17 0,1 0 23 0,1 1 23 16,-2 1 4-16,0 0-11 0,-1 0-22 0,-1 1-23 15,0 3-27-15,-2-2-26 0,1 1-13 0,0 3-10 16,-2 0-10-16,0 1-5 0,-1 1-5 16,0 1-4-16,-2-1-6 0,0 0-3 0,1 3-1 15,-3-3-1-15,2 1 1 0,-1 1 0 16,-1-2 1-16,1 3-2 0,-1-1 0 0,-1-1 0 16,0 2 0-16,0-3-4 0,0 0 1 0,0 0-1 15,0-3 1-15,-1-1-3 0,-1-4 1 16,1 0-1-16,-1-3 1 0,-1-2 0 0,0-4-2 15,0 2 3-15,0-4-2 0,-1 0-2 0,-2-2-8 16,1 0-23-16,-4 0-37 0,3 0-48 16,-2 1-44-16,-1 1-42 0,2-1-35 0,-1 1-41 15,2-2-45-15,-1 0-53 0,-2 1-76 0,4-1-125 16,-1 1-238-16,1-2-177 0,0-2-13 16,2-1 189-16,0-3 303 0</inkml:trace>
  <inkml:trace contextRef="#ctx0" brushRef="#br2" timeOffset="48457.98">10237 8086 21 0,'-3'2'245'0,"0"-1"142"0,0 1 131 16,-1 1-18-16,0 0-130 0,0 0-22 0,0 0-11 16,-2 1 4-16,3 0 6 0,-1 3-3 0,-1-1-17 15,2 0-34-15,-2 2-29 0,2 1-26 16,-3 4-23-16,3 1-28 0,-2-2-37 0,0 7-34 16,1-2-33-16,-1 6-24 0,2 0-15 0,-2 3-3 15,4 2 0-15,1 1 2 0,1 2 5 16,2 2 3-16,2 1-7 0,0-2-12 0,1-1-11 15,2 1-10-15,3-2-5 0,0-3-4 0,0-2 0 16,5-2 0-16,-3-3-3 0,2-1 3 16,-2-6-7-16,3-1 2 0,-2-3 0 0,0-3 1 15,1-3-1-15,0-3 0 0,-2-3 3 16,1-3 0-16,-3-3 0 0,1-3 0 0,0-1-1 16,-3-4 0-16,0-1 1 0,0-2-5 0,-3 1 2 15,-1-2 0-15,-2-1 0 0,-1 0-1 16,-2-1 2-16,-2 2-2 0,-1-1 4 0,-2 2 0 15,-4 0 2-15,1 1 6 0,-2 1-1 16,-4-1 3-16,1 1-3 0,-1 2 0 0,0 3 16 16,1 1 16-16,-1 3 9 0,1 2 4 0,1 2 2 15,-1 2-3-15,3 3-16 0,-2 1-17 16,4 1-6-16,0 3-9 0,-1 1-6 0,3 0-2 16,-1-1-6-16,2 1-29 0,2 2-34 15,0-1-23-15,0-1-65 0,1 0-116 0,-2-1-131 16,2 0-151-16,-1-1-270 0,3-1-242 0,-2 0-79 15,2 2 214-15,0-3 366 0</inkml:trace>
  <inkml:trace contextRef="#ctx0" brushRef="#br2" timeOffset="48688.98">10152 8415 234 0,'4'4'467'0,"3"-1"191"0,-1 0 134 0,2 0-160 16,3 1-176-16,0 1-96 0,3 0-58 0,1-3-46 15,2 3-49-15,-1-5-83 0,4 2-51 16,2 1-30-16,-1-2-17 0,4-1-15 0,-1 2-9 16,1-1-34-16,-2 1-95 0,-1 1-133 15,-2 0-295-15,-1 1-225 0,-3 2-168 0,-2 1 7 16,-1 1 271-16</inkml:trace>
  <inkml:trace contextRef="#ctx0" brushRef="#br2" timeOffset="49459.88">8643 9561 171 0,'8'4'435'0,"-3"2"189"0,0-1 125 0,0 1-129 16,1-1-172-16,-2 2-105 0,0-2-59 0,0 0-35 15,1-1-32-15,0 3-57 0,0-1-60 16,2-1-46-16,0 1-24 0,-1 0-13 0,2 2-10 16,0-3-3-16,0 4-5 0,0-1-6 15,2-1-3-15,0 0-31 0,-2-1-77 0,0 2-107 16,3-1-196-16,-4-1-256 0,-1-2-186 0,2 1-38 15,0-2 180-15,-2 0 292 0</inkml:trace>
  <inkml:trace contextRef="#ctx0" brushRef="#br2" timeOffset="49672.83">9170 9769 125 0,'6'7'479'0,"-3"1"251"0,2-2 134 16,-2 3-84-16,2-4-349 0,1 1-217 0,-1 0-107 16,1 0-51-16,1-2-27 0,4 1-16 15,-2-3-7-15,3 2-6 0,1-3-27 0,0 2-50 16,1 0-54-16,-2-1-73 0,0 1-110 16,-1-1-220-16,0 2-148 0,-1-3-20 0,2 2 112 15,-4 0 186-15</inkml:trace>
  <inkml:trace contextRef="#ctx0" brushRef="#br2" timeOffset="49855.91">9598 10029 49 0,'8'8'309'0,"0"0"172"0,0 0 132 15,1-1-59-15,-2 2-211 0,3 0-156 0,-1 0-82 16,0-2-42-16,-1 3-28 0,2-2-21 15,2-1-48-15,-2 0-67 0,4 1-130 0,-3-1-225 16,2-1-109-16,1 0 3 0,2-2 104 0,1 1 161 16</inkml:trace>
  <inkml:trace contextRef="#ctx0" brushRef="#br2" timeOffset="50043.94">10259 10278 168 0,'19'10'414'0,"-6"1"187"0,1 1 153 0,-3 1-115 16,0-3-139-16,0 3-105 0,-3 0-63 16,0-2-45-16,0 0-60 0,1 0-78 0,-1 0-72 15,-1-3-40-15,2 0-24 0,-3 0-52 0,2-2-84 16,-1 0-100-16,-1-2-145 0,2 1-277 16,-2-3-209-16,-1 3-56 0,0-2 149 0,1-1 271 15</inkml:trace>
  <inkml:trace contextRef="#ctx0" brushRef="#br2" timeOffset="50232.19">10776 10582 80 0,'19'11'357'0,"-3"-1"190"16,0-1 151-16,-2 3-53 0,-1-4-208 0,1 3-152 15,0-1-83-15,2 0-43 0,-2-1-37 0,2 0-45 16,0 0-37-16,1 0-28 0,-1-2-50 15,1-4-67-15,1 4-82 0,-2 1-152 0,-1-3-244 16,1 1-136-16,2 2 11 0,-4-2 150 16,2 1 208-16</inkml:trace>
  <inkml:trace contextRef="#ctx0" brushRef="#br2" timeOffset="50423.92">11575 10959 164 0,'17'12'382'0,"-1"-1"157"16,-2 0 105-16,2 2-212 0,-3-5-192 16,1 2-115-16,-1-3-56 0,-1-1-31 0,1 0-15 15,-2-2-11-15,3 0-7 0,-3 0-18 16,3-3-29-16,-3 2-48 0,1-3-66 0,0 3-127 16,-1-1-174-16,2-1-70 0,-4 1 38 0,3 0 114 15,0 0 141-15</inkml:trace>
  <inkml:trace contextRef="#ctx0" brushRef="#br2" timeOffset="50619.9">12150 11251 31 0,'18'13'260'0,"0"-2"138"0,-1 1 124 16,0 0-49-16,-3-2-151 0,3 1-116 0,-2 0-67 15,0-2-33-15,0-1-23 0,0 0-28 16,0 0-20-16,0 0-18 0,0-2-2 0,2 0-6 15,-2 1-1-15,2-1-2 0,-1 0-6 0,1 0-27 16,-1 0-45-16,0 1-90 0,-2 1-217 0,2-1-147 16,-2 2-38-16,0-2 75 0,-1 2 145 15</inkml:trace>
  <inkml:trace contextRef="#ctx0" brushRef="#br2" timeOffset="50809.98">12906 11651 315 0,'22'16'715'0,"-4"-2"269"16,1-2 114-16,-5 3-210 0,0-2-306 16,0 0-212-16,0 0-106 0,-2 2-62 0,0-2-72 15,-1 1-61-15,0-3-36 0,0 1-19 0,0-2-8 16,-1 1-4-16,2-3-15 0,-4-1-52 0,-1-2-102 16,1-2-127-16,-2 1-164 0,-1-2-298 15,0 0-254-15,-4-1-113 0,2-1 168 16,-3-3 359-16</inkml:trace>
  <inkml:trace contextRef="#ctx0" brushRef="#br2" timeOffset="52085.8">11671 10956 163 0,'5'-3'337'0,"0"1"137"0,0-2 81 16,1 0-145-16,-2-2-86 0,3-3-32 16,-1 0 5-16,1 1 24 0,2-3 23 0,0-2 16 15,1-2-8-15,2-4-20 0,1-3-32 0,3 0-53 16,-2-6-47-16,2-2-52 0,0-1-43 0,1-3-30 16,-1-3-21-16,3-3-8 0,0 0-15 15,0-3-10-15,0-1-5 0,0-1-9 0,2-4-7 16,-3 0-6-16,0-2 0 0,1 1-4 15,-2-1-5-15,1 1 3 0,-4 0 5 0,3 0 4 16,-4 0 3-16,1 0 4 0,-3 0 2 0,0 1-1 16,-1-1 0-16,-4 3-1 0,2-1 2 15,-3-1-5-15,2 4 0 0,-5-3 0 0,3 2-3 16,-3 3-2-16,-1-1-2 0,1 2 2 16,-1 0-3-16,-1 2 7 0,0-1 4 0,0 1 1 15,0 1 6-15,0 0 2 0,0 0 9 0,-1 1-7 16,-1-1 6-16,1 2 8 0,-3-1 1 15,1 1-1-15,0-1-2 0,-3 1-3 0,1 2 9 16,2 1 8-16,-2 1 9 0,-1 2 5 16,1-1 3-16,-3 2 3 0,0 1-18 0,2 1-14 15,-2 1-18-15,0-2-3 0,0 2-5 0,0 0-3 16,0 1 2-16,-3 0-1 0,3-1 3 0,0 2 0 16,-2-3 2-16,0 2-2 0,0 0 3 15,1-2-2-15,-4 2 0 0,2 0-4 0,-3-1-1 16,1 2 3-16,-1-3-3 0,-2 2 0 15,1 0 4-15,-1-2-4 0,-2 1 1 0,2 0-2 16,-1 0-3-16,-1 0 2 0,3 0-5 0,-1 2 2 16,0 2-3-16,2-2 3 0,-2 3 1 15,3 0 1-15,0 0 3 0,0 2 26 0,0 0 33 16,0 2 19-16,2-2 19 0,-1 4 4 16,1-2 4-16,-1 2-22 0,-2 1-25 0,3-1-18 15,-1 5-17-15,1-1-7 0,-1 0-7 0,0 1-3 16,2 4-3-16,2-2-1 0,-2 2 1 0,1-1-3 15,3 3 1-15,0 1 1 0,0 1 0 16,1 0 1-16,2-1-4 0,1 3 1 0,-1 1-2 16,1-1-3-16,1-1 1 0,-1 2-4 15,2 0 3-15,0 2 0 0,0-1 3 0,2 0 2 16,-1 3-2-16,-1-3 0 0,3 2-2 0,-1 0-2 16,0 0 1-16,-1 2-21 0,3-3-51 15,-3 3-50-15,-1-1-46 0,2-2-96 0,-2 3-152 16,0-2-189-16,0 0-241 0,-2 1-224 15,2-1-189-15,-3 2 111 0,0-2 430 0</inkml:trace>
  <inkml:trace contextRef="#ctx0" brushRef="#br2" timeOffset="52403.85">11404 7681 21 0,'-3'1'370'0,"1"1"308"0,-1 0 289 16,3-2 93-16,-2 0-285 0,1 0-212 0,-1-2-150 16,4-1-111-16,-1-3-99 0,1-1-77 15,3-5-47-15,-2 0-30 0,5-3-10 0,-2-3-2 16,2-1 0-16,-1-1-6 0,3-1 12 0,-2-2 23 16,0 2 20-16,2 0 16 0,-1 3 1 0,-2 2 2 15,-1 2-17-15,0 4-25 0,-1 2-21 16,1 2-16-16,-1 5-7 0,1 1 5 15,3 4 19-15,-2 4 9 0,1 2 3 0,2 4-2 16,-1 3-8-16,0 2-7 0,1 2-20 0,0 2-12 16,0 5-9-16,0-2-58 0,3 2-53 0,-1 4-133 15,1-1-215-15,1-1-297 0,-1-1-329 16,3 4-237-16,-2-2-90 0,2 0 453 0,-2 1 577 16</inkml:trace>
  <inkml:trace contextRef="#ctx0" brushRef="#br2" timeOffset="53255.59">12625 9001 72 0,'-2'-4'365'16,"-1"-2"239"-16,-1 0 243 0,1 1 42 0,2-1-166 15,-4 0-127-15,4 0-101 0,-1 0-83 0,2 1-96 16,0 0-89-16,3-1-57 0,2-1-3 15,1 0 22-15,2 0 16 0,2 0-3 0,2-1-16 16,1 0-18-16,1 0-38 0,2 0-46 16,1 2-26-16,1 0-18 0,2 0-5 0,-2 2-11 15,1 2-9-15,-1 2 4 0,-1 0 1 0,0 2 3 16,-3 3 7-16,0 1 7 0,-1 3 8 0,-3 1 4 16,-1 3-1-16,-3 5 5 0,-3 0-4 15,-3 2-6-15,-1 3-5 0,-4 1-5 0,-3 2-4 16,1 1-6-16,-5-1-4 0,-2 2-2 15,-2 2-1-15,-1-2 0 0,-1 2 1 0,-2 0-1 16,2-2-1-16,0 0-1 0,-1-1-3 0,1-3-3 16,3-3-3-16,0 0-2 0,1-5-1 0,6-1-2 15,0 0-1-15,3-7-1 0,0 1 0 16,5-3-1-16,4 0 0 0,0-1 1 0,3-1 1 16,4-1 0-16,1-2 0 0,5 1 1 15,-2-2-1-15,4-2 0 0,3-1-1 0,0 0 0 16,3 0 0-16,-2-3-2 0,4 2-1 0,0-2-7 15,-1 0-11-15,1-3-18 0,-2 4-34 16,-2-1-69-16,-1 0-74 0,-2 2-116 0,-4-2-179 16,-2 1-300-16,-2 1-316 0,-3-1-218 15,0-1-129-15,-1-3 339 0,-3 2 587 0</inkml:trace>
  <inkml:trace contextRef="#ctx0" brushRef="#br2" timeOffset="53811.88">13159 9019 358 0,'0'-6'842'0,"-3"0"336"0,1 0 33 0,-1 4-200 16,3-2-248-16,-1 3-219 0,-3 2-146 0,3 3-90 16,-1 3-54-16,0 3-78 0,1 5-61 15,1 5-28-15,1 4-9 0,1 4-5 0,1 7-10 16,2 2-10-16,0 6-11 0,3-2-9 0,1 3-10 15,2-1-8-15,3-4-6 0,2 0-5 16,3-10-2-16,2-4-3 0,1-4-1 0,2-10 1 16,1-3-1-16,-1-10 2 0,1-6 0 0,0-8 1 15,-1-5-1-15,0-7 0 0,-3-6 0 16,-1-1 0-16,-4-5-1 0,1-1 7 0,-6-2 6 16,0 1 7-16,-4 0 4 0,-6 2 5 15,-2-1 2-15,-4 2-5 0,-3 0-5 0,-5 0-4 16,0 2-1-16,-2 5-2 0,-3-1 1 0,-1 8-1 15,1 3 0-15,-2 8-2 0,0 3-3 0,2 8-3 16,0 3-3-16,0 6-2 0,2 4-1 16,2 4-1-16,3 3-1 0,1 1-1 15,1 2 0-15,1 5 0 0,3-1-1 0,1 0-8 16,0 1-13-16,4-2-19 0,-1-1-44 0,1 1-79 16,0-2-86-16,0-3-152 0,0 1-239 0,0-2-318 15,1 1-312-15,-1-3-172 0,-1 0 35 16,-1-2 564-16</inkml:trace>
  <inkml:trace contextRef="#ctx0" brushRef="#br2" timeOffset="54035.86">13156 9233 42 0,'6'-1'741'0,"3"0"620"0,-4-1 94 0,0 1-219 16,3-2-305-16,1 2-395 0,-1-3-225 0,2 0-95 15,4 1-48-15,0-3-29 0,2 0-51 0,3 4-31 16,3-5-15-16,2 2-17 0,0-1-9 16,4 1-6-16,2 1-5 0,2 1-3 0,0 0-28 15,-4 3-81-15,-1-1-109 0,-2 1-201 16,-1 0-290-16,-7 1-347 0,1 2-376 0,-6 2-149 16,-1-1 335-16,-4 0 709 0</inkml:trace>
  <inkml:trace contextRef="#ctx0" brushRef="#br3" timeOffset="60269.02">6588 15390 276 0,'0'4'625'16,"2"0"256"-16,-1 0 108 0,1-1-203 0,-1 1-198 15,1-1-171-15,1 0-99 0,0-2-56 16,-1 1-57-16,2 0-58 0,-4-2-56 0,2-2-31 16,1 0-14-16,-1-1 1 0,-1-1 8 0,1 0 13 15,1-3 29-15,-1 0 29 0,-1 1 40 0,1 0 15 16,1 0 1-16,-3 1-10 0,0 3-25 15,2-2-32-15,-2 2-38 0,0 0-25 16,0 2-18-16,-2 0-14 0,2 2-13 0,0 0-15 16,-3 2-59-16,0 1-62 0,-2-2-145 0,0 4-280 15,0-3-300-15,-1-1-354 0,-2 0-271 0,2 0-51 16,-4-3 623-16</inkml:trace>
  <inkml:trace contextRef="#ctx0" brushRef="#br3" timeOffset="64393.98">2491 15235 4 0,'2'0'214'16,"-1"-1"115"-16,1 1 117 0,-2 0-46 16,2-1-83-16,-1 1-47 0,-1-2 1 0,0 2 18 15,0 0 25-15,0-2 12 0,0 2 11 0,2 0 26 16,-2 0 4-16,0 0-17 0,0 0-32 16,0 0-38-16,-2 0-43 0,2 0-59 0,0 2-38 15,0-2-16-15,0 2-10 0,-1-1-10 0,-1 2-7 16,2 1-13-16,-2 3-16 0,1 0-27 0,-1 0-9 15,2 2-11-15,-3 3-5 0,1 1-2 16,1 0 0-16,1 3 3 0,-2 2-5 0,1 0-9 16,-1 4-4-16,-2 0-7 0,4 0-5 0,-2 3-8 15,2-3 6-15,0 2 7 0,0-1-2 0,0-3 7 16,0 1 2-16,2-1 0 0,-2-4-4 16,4 1-3-16,-2-3 4 0,-1-3 0 0,1 1 1 15,-1-3 0-15,1-2 0 0,1 2 1 0,-1-5 0 16,-1 3 1-16,1-1 1 0,1-1 0 0,-1-2-2 15,1 1 0-15,-1-1 2 0,-1 0-2 16,1 0 2-16,2-2 0 0,-2 3 2 0,-1-1-2 16,1-2 0-16,1 2 3 0,-1-1-2 0,-2-1 2 15,3 2 3-15,-1-1 2 0,-1-1-3 0,-1 0-6 16,2 1 2-16,0 0-1 0,-1-2-5 0,-1 2 4 16,2 1 1-16,-1-2 2 0,1 0-1 0,-2-1 2 15,4 1 1-15,-4 2-7 0,2-3 1 16,-2 0-4-16,1 0 1 0,1 0-1 0,0 2-2 15,-1-2 6-15,1 0 0 0,1 0 4 0,-1 0 0 16,1 0 4-16,2 0-3 0,-2-2-1 0,5 2 0 16,-4 0-2-16,1 0 0 0,3 0 0 0,-1 0 0 15,0 0 4-15,3 0 5 0,-1 0-3 16,2 0 1-16,0 2 35 0,2-2 16 0,1 2 8 16,1 1 2-16,0-2 2 0,1 1-1 0,2 1-33 15,0 0-5-15,-2 0-4 0,3 0-7 0,-1 0-1 16,1 0-3-16,-2 0 1 0,2 0-10 15,0-1-5-15,-3 1 1 0,3 1-1 0,-2-1 0 16,2 0 0-16,0-2 15 0,-1 1 8 0,0-1 2 16,0 2 4-16,1-1-4 0,1 0-4 0,-2 2-13 15,2-2-9-15,-2 2-7 0,1-2-3 0,1 3 4 16,-2-3 2-16,2 4 3 0,1-1 0 16,-2 1 3-16,1 0 1 0,-2-1-1 0,2 1 1 15,-1 2-2-15,-3-2 1 0,3 0-3 0,-3-2 1 16,0 3 0-16,-2-5-1 0,0 2 0 0,-3 0-1 15,2-4-1-15,-4 3-1 0,1-2 3 16,1 1-1-16,-3-2 2 0,-2 0 1 0,2 0 8 16,0 0-4-16,-2 0 6 0,-1 0-5 0,1 0 4 15,-1 0-5-15,0-2 0 0,1 2 4 0,-1-1-5 16,-2 1 6-16,0 0-9 0,0 0 4 16,1-3-2-16,-3 3 0 0,1 0 0 0,1 0-3 15,-3-2 6-15,2 2-3 0,0-2 0 0,0 2 0 16,-2-3-1-16,2 2 1 0,-1-1 0 0,2-1 1 15,-1 2-2-15,0 0 0 0,-1-3-2 0,1 3-1 16,-1 0 1-16,1-1 0 0,1 2-1 16,-1-2 0-16,1 1 1 0,0 0 0 0,0-1 2 15,0 2-3-15,0-1 0 0,2 1-1 0,-3 0 0 16,1-2 0-16,0 1 0 0,1 1 1 0,-1-2 0 16,1 1 8-16,-1 1-2 0,-1 0 5 0,-1-2-5 15,1 2 3-15,0-1 4 0,-1 1-5 16,-1 0 3-16,2 0-4 0,-2 0 3 0,0 0-2 15,0 0-3-15,0 1-3 0,0-1-2 0,0 2-1 16,-2-2-1-16,2 0-4 0,-1 1-14 0,-1-1-52 16,-1 2-64-16,-2-2-111 0,-1 1-186 0,0-1-301 15,-2-1-334-15,0-2-282 0,-3-2-162 16,1-2 322-16,-1-3 638 0</inkml:trace>
  <inkml:trace contextRef="#ctx0" brushRef="#br3" timeOffset="65334.18">2684 15229 72 0,'-1'-2'290'0,"-1"2"154"15,0-4 154-15,1 4-80 0,1-1-78 0,-2 0-38 16,1-2-14-16,-1 3-25 0,2-2-47 0,0 2-59 15,0 0-66-15,0-2 4 0,2 0-8 0,-1 1 4 16,2-1 5-16,2 1 3 0,2 0 4 16,0-1-51-16,3 1-32 0,1-1 23 0,3 2 6 15,1 0 0-15,2 0-14 0,-1 0 21 0,4 0 5 16,2 0-43-16,-1 0-27 0,4 0-15 0,-1 0-9 16,3 0-28-16,-1 0-15 0,3-1-7 0,-2 1-3 15,2 0 2-15,1-2-1 0,0 1-3 16,0-1 0-16,0 1-1 0,0-1-2 0,1-1-3 15,1 1 1-15,-2 0 1 0,0-1 0 0,0 0-2 16,-1 0 2-16,-1 0-4 0,0 0 2 0,-1-2-3 16,0 1-2-16,0 0 0 0,-3 0-4 15,1-1 1-15,-3 2 2 0,0-2-1 0,-1 3-1 16,-1 0 0-16,1-1 2 0,-5 2-1 0,1 1-2 16,-1-1 0-16,-2 1 2 0,-1 0 0 15,1 1-1-15,-4-1 1 0,-1 0 1 0,-1 1 1 16,0-1-1-16,-3 0 3 0,-1 2 0 0,1-2 0 15,-3 0 1-15,1 0-4 0,-1 0 2 0,-1 0-3 16,2 0 3-16,-1 0-1 0,-1 0 0 0,-1 0-1 16,0 0 2-16,2 0-1 0,-2 0-1 15,0 0 0-15,1 0 0 0,-1 0 1 0,0 0-1 16,0 0 0-16,0 0 2 0,0 0 1 0,0 0 0 16,0 0 0-16,0 1 7 0,-1-1 4 0,1 0 3 15,0 0 1-15,-2 0 0 0,2 2 0 16,0-2-3-16,0 2-6 0,-1-2 0 0,1 0-4 15,-2 2 0-15,2 2-1 0,-3-2-3 0,2 1 1 16,-1 3-2-16,2-2 0 0,-3 0-1 0,3 2 0 16,-2-1 1-16,2 1 0 0,-3-1-1 0,1 2 1 15,1-1 0-15,-1 1 0 0,2 1 1 16,-1-1-1-16,-1 1 0 0,0 1 0 0,2 1 2 16,-1 1-2-16,-1-1 0 0,1 2 2 0,1 2 1 15,-2-1 0-15,2 2 1 0,-3 0-1 0,2 2 2 16,-1 0-1-16,2 0 0 0,-2 3 0 0,1-1 0 15,1 3 1-15,-2-3-2 0,1 1 1 16,-1 1 1-16,2 2-1 0,-2 0-2 0,1-2 0 16,1 2 1-16,0-2-3 0,-2-3 0 0,2 3 0 15,0-2-2-15,0-1-2 0,0-4 0 0,0-1-1 16,0-2-2-16,0-2 1 0,0-3 0 16,0 1-4-16,0-4-3 0,0 0-11 0,0-3-44 15,-1-2-61-15,1-1-59 0,-2-1-112 0,0-4-170 16,1 1-311-16,-2-1-262 0,-1-1-222 0,2 0-131 15,-2-2 308-15,1-2 549 0</inkml:trace>
  <inkml:trace contextRef="#ctx0" brushRef="#br3" timeOffset="65945.92">2966 14811 222 0,'0'4'564'0,"0"-1"253"0,1-1 95 0,1-1-220 16,0 0-136-16,2-1-122 0,-1-2-74 0,2-2-32 15,0 0 1-15,1-2 10 0,5-1-16 16,-1-3-40-16,1-2-30 0,1-1-28 0,3-4-35 15,-1 0-47-15,0-4-55 0,3 1-33 0,-2-4-20 16,0 0-17-16,0-1-6 0,2-1-4 0,-1 0 0 16,1-2 1-16,-4 3-9 0,3 1-4 0,-4 1-2 15,1 0-2-15,-2 4-3 0,-1 3-1 16,-2 1 4-16,-1 1 3 0,-2 3 6 0,-2 4 5 16,-1 1-20-16,0 2-55 0,-4 1-56 0,0 1-98 15,-4 4-176-15,0 1-264 0,-2 3-308 0,-2 1-254 16,-1 2-189-16,-3 0 193 0,1 2 564 0</inkml:trace>
  <inkml:trace contextRef="#ctx0" brushRef="#br3" timeOffset="66174.03">2989 14532 166 0,'0'0'419'0,"2"1"192"0,1-1 199 16,2 3-82-16,6 2-88 0,-2 1-75 0,3 1-60 15,3 3-43-15,-2-2-84 0,6 3-98 16,0 1-61-16,2 1-9 0,2 2-13 0,2 2-27 16,1-2-23-16,-1 2-14 0,2 0-36 0,-2-2-51 15,2 2-29-15,-2-2-2 0,2 0-3 0,-2-2-58 16,-1 0-54-16,0-1-138 0,0 1-198 16,-2-3-302-16,-3 2-340 0,1 0-252 0,-4-1-110 15,2 1 456-15,-4 1 565 0</inkml:trace>
  <inkml:trace contextRef="#ctx0" brushRef="#br3" timeOffset="66793.81">3878 15330 156 0,'0'1'326'16,"2"1"124"-16,-1-1 32 0,2-1-163 0,1 0-129 15,-1 2-87-15,4-1-68 0,0-1-35 16,-1 0-25-16,4 1-9 0,1-1-3 0,0 0-6 15,4 0 19-15,0 0 10 0,4-1 12 0,0 1 2 16,1 0 0-16,4-1 0 0,0-1 2 16,1 2 0-16,2-1-2 0,0-1 2 0,1 1-2 15,-1 1 0-15,-2-3 2 0,-1 1-4 16,2 1 10-16,-3 0-22 0,-1-3-55 0,-1 4-136 16,1-1-155-16,-3 1-49 0,0 0 15 0,0 0 91 15</inkml:trace>
  <inkml:trace contextRef="#ctx0" brushRef="#br3" timeOffset="67557.94">7269 15447 127 0,'16'-1'203'0,"-2"-2"21"0,2 1-20 0,-3 2-45 16,1-4-48-16,2 4-45 0,-3-1-26 0,2 0-16 15,-2 1-10-15,3 0-1 0,-2 0-2 16,2 0 4-16,-2 1 15 0,3 0-10 0,0 3-1 16,1-2 11-16,0 2 11 0,2-2 10 0,-1 1 1 15,0 1 21-15,2-1 10 0,-1 0-5 16,-2-2-13-16,2 2-18 0,-1-1-10 0,-1-1-15 15,0 3-9-15,0-4-3 0,1 1-4 0,0-1-2 16,-2-1-2-16,2 1 24 0,-1-2 11 16,2 0 6-16,-1 1 4 0,0-1 0 0,0 1-1 15,0-1-31-15,0 1-13 0,0-1-4 16,0 1-6-16,2 1 5 0,-1-1 3 0,-1 1-2 16,0 0-30-16,0 1-88 0,0 0-223 0,1 1-108 15,-2 1-14-15,3-2 64 0,-3 2 124 16</inkml:trace>
  <inkml:trace contextRef="#ctx0" brushRef="#br3" timeOffset="67686.95">8991 15531 32 0,'27'3'1'0</inkml:trace>
  <inkml:trace contextRef="#ctx0" brushRef="#br3" timeOffset="67998.64">10011 15559 72 0,'28'2'151'16,"1"-1"29"-16,-1-1 9 0,1 1-18 0,-2 1-45 15,-2 1-36-15,2-1 16 0,0-1 5 0,0 1-7 16,0-2-11-16,-1 1-7 0,1-1-11 16,0 2-34-16,-3-2-24 0,3 0-11 0,0 1-8 15,-2-1-6-15,0 0 1 0,2 2 1 16,-3-2 6-16,1 0 4 0,0-2 5 0,-1 2-1 15,1 0 4-15,-1-1-4 0,-2 1-8 0,2-2-14 16,-2 1-25-16,-1-1-38 0,-1 1-80 16,1 1-135-16,-4 0-53 0,2 0 23 0,-3 0 69 15</inkml:trace>
  <inkml:trace contextRef="#ctx0" brushRef="#br3" timeOffset="68889.99">10419 14962 274 0,'2'3'528'0,"-2"0"218"0,1 1 161 15,-1 1-187-15,0 1-134 0,2 2-100 16,1 3-63-16,0 3-56 0,0 1-74 0,0 5-73 16,2 0-31-16,0 3 0 0,1 3 11 15,2 2 0-15,-2 3-9 0,-1 1-17 0,2 3-39 16,-3 2-38-16,2 1-37 0,-3 1-24 0,2 0-13 16,-3-1-9-16,1 2-6 0,0-6-5 0,-1-1-3 15,1-1-1-15,0-6-2 0,-1-1-2 16,2-3 0-16,-2-3-3 0,0 0 4 0,-1-4 0 15,-1-1-11-15,0 0-31 0,0-1-48 16,-1 0-43-16,-1-3-38 0,-2 3-56 0,-1-5-89 16,0 1-89-16,-1-1-78 0,-1-2-157 0,-2 0-266 15,1-4-185-15,0 1 23 0,0-8 258 16,-1 0 345-16</inkml:trace>
  <inkml:trace contextRef="#ctx0" brushRef="#br3" timeOffset="69251.87">10433 15585 113 0,'2'11'321'0,"-1"-1"146"0,1 0 130 16,-2 1-136-16,2 2-71 0,-1-1-33 15,1 2-5-15,-1-1-3 0,3 1-13 0,-1 1-15 16,0-2-37-16,3 2-31 0,-1 1-19 15,1-2-22-15,-1 1-21 0,3 0-26 0,1 1-38 16,2-1-32-16,-1 0-28 0,2-1-2 0,1 0-5 16,4-4-2-16,0 1 53 0,3-4 25 0,2 1 13 15,2-4 10-15,4-1 2 0,2-1-7 16,2-2-45-16,1-2-27 0,6 1-15 0,-2-5-26 16,3 2-14-16,-1-2-9 0,2-3-8 15,-1 2-2-15,-1-2-2 0,1 0-3 0,-4-1-3 16,0 0-1-16,1-1-2 0,-4 3-2 0,0-1-19 15,-3 0-34-15,-3 2-55 0,-2 0-49 16,-3 3-88-16,-4 0-137 0,-4 0-142 0,-6-1-153 16,0 2-235-16,-5 0-225 0,-1 1-36 15,-2-1 263-15,-3-1 369 0</inkml:trace>
  <inkml:trace contextRef="#ctx0" brushRef="#br3" timeOffset="70039.92">10530 15097 31 0,'-2'-6'397'0,"0"2"275"0,1 1 181 16,-1-2 76-16,4 3-262 0,-1-2-158 0,4 2-101 15,2-1-53-15,2 1-29 0,5 2-31 16,2-4-47-16,6 3 3 0,2-1-13 0,3 1-14 16,3-2-11-16,1 2-26 0,4-1-34 15,2 1-55-15,1-3-32 0,2 4-12 0,-1-1-12 16,2 1-9-16,0-1-5 0,0 1-4 0,-1-2-2 16,0 0-11-16,2 1-6 0,-3-1-4 15,-1 0-1-15,1 0-2 0,-4-1 1 0,2 2 1 16,-4-2 2-16,0 0 1 0,-1-2 1 0,-2 2 0 15,-2-1 1-15,1 0 0 0,-2-2-1 16,-1 1 0-16,-3-1 0 0,1 2-1 0,-4 0 0 16,0 1-3-16,-2 0 0 0,-2 0 1 0,-4 1 1 15,0 1 0-15,-2 1 1 0,-2 0 4 16,-3 1 0-16,0 1-1 0,-2 1-1 0,-3 0 0 16,0 0-1-16,0 1-1 0,-1 0-1 15,-1 2 0-15,1-1-1 0,-1-1 0 0,0-1 0 16,-1 1-2-16,1-1 0 0,-1 2 1 0,2-2-1 15,-1 0 1-15,0 1 0 0,-1-1 2 16,0 1-1-16,0-1 0 0,0 2-1 0,1 0-1 16,1-1 1-16,-2 0-1 0,-1 3 1 0,1-2 0 15,0 1-1-15,1 2 0 0,-1 0-1 16,0 1-1-16,0 1 0 0,0 0 0 0,1 2 1 16,-1 2-1-16,0 1 2 0,3 2-1 0,-2-1 2 15,2 4 1-15,0-2 1 0,0 3 2 16,0 1-1-16,2 3 0 0,-2 0-1 0,2 0 2 15,-1 2 0-15,1-1-2 0,-1 1 1 16,-1 0-2-16,0-2 3 0,0 1-2 0,-1-2 0 16,-1 0-1-16,1-2 0 0,-3 0-1 15,1-3-1-15,0-3 0 0,1 1-1 0,-1-5 2 16,-2 1 1-16,1-2-1 0,-1-3 0 0,2-2 0 16,-2-2 0-16,-1-3-3 0,-1 1-1 15,-2-4 0-15,1-1-1 0,-2-3-1 0,0-1 0 16,-3-2 1-16,0-3 0 0,-3 0-1 0,-4-3 2 15,1 0 1-15,-5 0 3 0,-1-2 0 0,-2 4 1 16,0-1 2-16,-1 2 2 0,4 2-3 16,0 4 0-16,1 3-3 0,1 3-6 0,4 3-16 15,-1 3-48-15,6 1-63 0,1 0-82 16,4 3-166-16,2-3-292 0,2 0-316 0,4-3-284 16,2-4-193-16,1-2 132 0,2-4 637 0</inkml:trace>
  <inkml:trace contextRef="#ctx0" brushRef="#br3" timeOffset="71069.83">11543 14200 186 0,'2'-3'590'0,"-1"3"305"0,1 0 175 0,-1 5-97 15,1 1-290-15,1 2-182 0,2 8-63 16,1 0-13-16,2 5-62 0,-2 1-67 0,3 5-46 15,0 2-53-15,-3 0-59 0,2 3-57 0,0-1-30 16,1 1-21-16,-1-4-15 0,-1 0-7 16,1-3-6-16,-1-2-2 0,1-5-2 0,-3-4-4 15,2-5-1-15,-3-2-4 0,1-6-19 0,-2-3-36 16,-3-6-48-16,0-5-40 0,0-5-37 16,-3-3-20-16,0-2 3 0,0-7 36 0,-2 0 54 15,2-3 50-15,-2-3 33 0,0 0 18 16,0-3 9-16,-2 0 3 0,0 1 6 0,1-2 1 15,3 5 1-15,-1-1-2 0,1 5 1 16,3 6 3-16,-1 0-5 0,1 8 5 0,1 1-5 16,2 3 3-16,-1 2 7 0,3 4 0 0,1 1 6 15,2 5 12-15,3 1 10 0,0 1-1 16,2 4 2-16,0 1 1 0,1 1 15 0,0 2 29 16,-1 2 24-16,2-1 34 0,-2 2 12 0,0 4 1 15,-2 1-14-15,-3 2-30 0,0 1-25 16,-1 4-32-16,-3 1-17 0,-3 1-11 0,-1 1-7 15,0 2-9-15,-3 1-5 0,0-1-3 0,0 0-2 16,-2 0 0-16,2-3 0 0,3 2 0 16,-1-5 1-16,2 1 0 0,-1-1 1 0,3-1 1 15,3-3 0-15,1 2-3 0,-1-4 0 16,5-3 0-16,0-2-1 0,4-3-1 0,0-2-2 16,1-7-2-16,1-5 2 0,1-3-1 0,2-7-2 15,-1-4 2-15,-1-3 1 0,2-8 4 16,-2-1 1-16,-1-2 0 0,0-1 0 0,-2-1 0 15,-4 1 2-15,1 1-2 0,-5 1 2 0,-2 4 1 16,-2 0 0-16,-3 5 1 0,-2 1-1 16,-3 2 3-16,1 3-2 0,-4 4 2 0,-2 4 2 15,-1 1 4-15,0 7 1 0,-3 4-1 16,3 4 2-16,-3 7 1 0,1 0-2 0,3 8-2 16,0 2-3-16,2 1 0 0,1 4-2 15,2 2 2-15,1 1 0 0,4 2 2 0,3 1 3 16,0-4-1-16,2-1 0 0,3-3-6 0,1-4-2 15,5-5-5-15,1-8-4 0,2-4 1 0,1-8 0 16,2-5 2-16,0-6-2 0,1-8 1 16,-2-6 1-16,3-5 0 0,-3-4-3 0,2-7-1 15,-1-4 3-15,-2-2 0 0,1-2 1 0,-3 1-1 16,-1 1 3-16,-2 4 0 0,-1 1 0 16,-2 5-1-16,-3 5 0 0,-3 3 2 0,1 6 0 15,-4 4 0-15,-1 4 1 0,-1 5 0 16,-1 7-2-16,-4 2 1 0,5 6 0 0,-4 4 0 15,1 5-1-15,0 5 3 0,0 4-2 16,1 2 0-16,0 8 1 0,0 2 0 0,2 3-1 16,1 7 0-16,-2 4 2 0,2 4-3 0,2 1-2 15,-1 1 0-15,5-1 0 0,-3-4-1 0,4-4-2 16,-1-5-4-16,2-5-18 0,1-7-59 16,1-5-66-16,-2-7-80 0,0-2-144 0,-2-7-199 15,-1-3-307-15,-2-4-245 0,-1-4-198 0,-1-5-4 16,-4 0 433-16,2-7 486 0</inkml:trace>
  <inkml:trace contextRef="#ctx0" brushRef="#br3" timeOffset="71387.89">12093 14044 6 0,'3'-7'556'0,"-1"-1"521"16,-2 1 280-16,0 1-4 0,0-1-304 0,0 5-386 16,0-2-230-16,0 2-122 0,2 0-86 0,1 0-89 15,0 0-63-15,4 0-35 0,0 0-19 16,3 1-9-16,-1 0-5 0,5-1-5 0,-1-1 0 15,3 3-1-15,0-1-2 0,-1 1-4 0,1 0-19 16,2 1-61-16,-4 1-58 0,3 1-72 16,-2 1-128-16,0 0-175 0,1 4-274 0,0 1-236 15,0 0-210-15,1 2-75 0,-1-1 325 16,1 1 483-16</inkml:trace>
  <inkml:trace contextRef="#ctx0" brushRef="#br3" timeOffset="71700.75">12667 14500 395 0,'-8'3'1256'0,"0"2"380"15,0-1-189-15,-1-1-313 0,1 0-503 16,0 0-255-16,-1-2-177 0,4 3-85 0,0-4-50 16,2 1-31-16,3-2-26 0,0-1-74 0,0-1-75 15,0 0-164-15,2 0-279 0,1 0-310 16,0 0-378-16,-1-1-257 0,1 2 25 0,-3 1 698 15</inkml:trace>
  <inkml:trace contextRef="#ctx0" brushRef="#br3" timeOffset="108654.62">12906 16948 35 0,'3'0'212'0,"1"-3"90"15,-3 1 86-15,2 1-103 0,3 0-93 16,-3-3-56-16,2 2 0 0,0-2 13 0,0 2 8 16,0-1 30-16,1-2 16 0,-2 1 18 0,3-1 0 15,-1 1-4-15,1-2 4 0,0-2-24 0,1 2-7 16,-1-1-7-16,1-2-1 0,1-1 1 15,-3 0-9-15,2 0-20 0,0-3-26 0,2-1-21 16,-4-2-6-16,2-2-10 0,0 0-12 0,1-1-4 16,-2-2-7-16,1 0-6 0,-2-1-15 0,3-2-14 15,-1-2-6-15,0 1-2 0,-1-1 6 16,2-2 5-16,-3-2 0 0,2-2-3 0,0 1-3 16,1-1-5-16,-2 1-11 0,1-2 0 0,-2-2 0 15,4 1-1-15,-4-1 3 0,0 1-2 0,1-1 0 16,0 1-6-16,0 0 0 0,-2-3 3 15,-1 2 1-15,3 1 3 0,-4 0 5 0,3 1-4 16,-3-2 4-16,0-1-6 0,1 2-2 0,-1-3-4 16,0 2-1-16,0-1-2 0,1-1-3 15,-1-1-1-15,1 1-3 0,-2-3-2 0,-1 1-5 16,2 0 1-16,-1-1 0 0,-2-1-2 16,0 0 3-16,2-2 5 0,-1 1 2 0,-1-1 0 15,0 0 1-15,0 0 3 0,0 1 0 0,0 0-5 16,0 3 2-16,-1 3 1 0,-1 2 2 0,0 2-3 15,1 4-1-15,-2 2 2 0,1 1 1 16,-2 1-1-16,1 3 3 0,-1 0 2 0,1 1 0 16,-2 0 0-16,2 1-5 0,-2 1-2 15,2-2-4-15,-1 2-2 0,0 0 1 0,0 2-2 16,0 1 4-16,0 1 3 0,0 0 12 0,3 3 20 16,-1 2 21-16,1 2 19 0,-1 2 6 15,0 1 0-15,0 1-8 0,0 1-13 0,2 0-23 16,0 2-17-16,-2 0-5 0,2 0-2 15,0 1-8-15,0 0-4 0,0 2-2 0,0-1-3 16,0 1-1-16,0-2-15 0,0 3-17 0,0-2-22 16,0 1-18-16,0 0-39 0,-1 1-80 15,-2 0-96-15,-1 0-104 0,1-1-130 0,-2 2-255 16,1-1-217-16,-4 1-53 0,3-3 174 16,-1 2 312-16</inkml:trace>
  <inkml:trace contextRef="#ctx0" brushRef="#br3" timeOffset="108942.46">13096 14616 154 0,'2'-2'328'0,"-2"-5"143"0,0 2 72 0,1-1-112 15,-1 0-74-15,3 0-32 0,0 2 9 16,0-2 8-16,-1 1-4 0,1 0-20 0,2-1-29 16,1 0-35-16,1-3-42 0,0 0-32 15,0 1-29-15,1-3-23 0,0-1-24 0,-1 0-15 16,1 0-19-16,-1-1-12 0,1-1-15 15,-1 2-14-15,0 2-11 0,-1-2-5 0,-1 3-5 16,-2 2-3-16,2 2 11 0,1 1 5 0,-3 2 10 16,0 2 7-16,2 5 3 0,-2 1-1 0,2 2-14 15,-2 3-8-15,2 2-6 0,0 0-2 16,-2 4-3-16,0 3-3 0,0-2-1 16,0 2-9-16,-1 4-38 0,0-2-122 0,-1 0-166 15,-1 2-294-15,-1-1-273 0,-1 1-250 0,0-1-106 16,-1 3 337-16,-2 0 481 0</inkml:trace>
  <inkml:trace contextRef="#ctx0" brushRef="#br3" timeOffset="109827.12">12849 16656 121 0,'0'-5'278'15,"0"2"116"-15,0-2 0 0,0 1-114 0,0 0-86 16,0-2-49-16,0 0-18 0,0 1-5 0,0 0 23 15,0 1 21-15,-1 1 12 0,1-1 21 0,-2 1 58 16,2 2 42-16,0-1 25 0,-2 2 0 16,2 0-10-16,0 2-32 0,2 0-53 0,-2 3-47 15,3 2-26-15,0 1-18 0,1 1-18 0,2 3-17 16,-2 1-17-16,3 2-15 0,-1 0-12 0,2 3-13 16,1 1-7-16,-1 0-6 0,2 0-2 15,-1 2-1-15,2-2-9 0,-2 1-4 0,1-1-6 16,0-2-2-16,0 0-5 0,0-4-2 0,-2 0 0 15,2-5-1-15,-2-1-2 0,1-2 7 0,-1-2 10 16,-1-3 22-16,-1-1 22 0,2-2 15 16,-2-2 15-16,0-1-1 0,-1-1-6 0,2-2-21 15,-1 0-22-15,-2-2-14 0,1-1-14 0,0 2-6 16,2-4-7-16,-3 3-2 0,2-3-2 0,1-2-1 16,-3 2-1-16,1-2-20 0,2 2-38 0,-1-1-43 15,-3 2-112-15,0-3-165 0,0 4-301 16,-3 2-277-16,4 0-237 0,-4-1-122 0,-4 3 319 0,1 0 515 15</inkml:trace>
  <inkml:trace contextRef="#ctx0" brushRef="#br3" timeOffset="116085.81">15403 14771 98 0,'0'13'282'15,"0"2"127"-15,0 1 131 0,1 3-114 0,3 5-12 16,-4 2 47-16,3 3 59 0,1 5 22 0,-1 5-28 15,0 4-62-15,1 1-94 0,0 4-88 0,0 2-75 16,1 0-54-16,-2 3-39 0,0 3-27 16,1 1-21-16,-2 2-16 0,1 0-9 0,-1 1-11 15,-1-1-7-15,3-2-6 0,-3-1-4 16,2-3-2-16,1-5 0 0,-1-6 0 0,0-4-1 16,1-7 0-16,1-6-7 0,-2-5-9 0,2-5-16 15,-3-4-35-15,-1-8-68 0,-1-3-110 0,-1-8-113 16,-1-2-145-16,-3-7-290 0,0-3-223 15,-2-5-56-15,1-3 191 0,-2-6 318 0</inkml:trace>
  <inkml:trace contextRef="#ctx0" brushRef="#br3" timeOffset="116360.93">15311 14929 100 0,'3'-21'302'15,"-1"1"142"-15,1-2 135 0,-1 2-94 16,2-5-87-16,-1 1-8 0,4-5 10 16,-3 1-17-16,1 0-43 0,4-2-24 0,-1 2-39 15,0-2-60-15,0 7-46 0,2-1-28 0,-4 6-14 16,0 2-10-16,-1 5-15 0,3 3-6 0,-2 4-5 16,-1 5-1-16,1 5-6 0,-1 6-28 15,0 3-19-15,-2 6-14 0,3 5-9 0,-3 4-5 16,1 1-4-16,1 5-4 0,-1 3-3 15,1 1-14-15,3-1-83 0,-4 1-145 0,3-1-227 16,-1 0-278-16,1-3-274 0,0-4-222 0,0 0 115 16,-1-4 464-16</inkml:trace>
  <inkml:trace contextRef="#ctx0" brushRef="#br3" timeOffset="117287.76">15330 16013 164 0,'1'0'401'15,"3"-1"175"-15,-4 1 108 0,4-1-184 16,0-1-140-16,2 2-29 0,3-1 11 0,2 1 30 16,2-2 8-16,6 1-27 0,1-2-27 15,6 0-68-15,-1-2-64 0,5-1-59 0,4-1-31 16,2 3-16-16,0-2-38 0,5-3-11 0,-1 5-3 15,2-2 0-15,3 2-3 0,0 1-6 0,3 0 2 16,3-1-10-16,-4 3-10 0,4 0-3 16,-1 1-5-16,-1-2-3 0,0 2-6 0,-1 2 0 15,2-2-1-15,-2 1 1 0,-4-1 3 16,2 1 2-16,-5 1 6 0,0 0 2 0,2 1 4 16,-2 0-3-16,0 0 0 0,0-2 0 0,0 2-4 15,-3 0 0-15,5 0-1 0,-5 0 1 16,0-1-4-16,-2 0 1 0,2 1-2 0,0-1 2 15,-3 2-5-15,1-4-1 0,-1 2 3 16,1 0 1-16,4-2 3 0,-6 0-5 0,1 0 0 16,2 0 1-16,-2 0 4 0,1 0 0 0,0-2-3 15,-1 2 5-15,1-2 1 0,-1 2 5 0,2-4-2 16,-1 3-2-16,2 0 4 0,-2-2-1 16,1 3 0-16,-1-1-3 0,-1 0 1 0,-2 1-1 15,0 0-3-15,-1 0 0 0,0 0 2 16,-2 0-4-16,-2 0-2 0,1 0 0 0,-3 1-2 15,0 0-1-15,-5-1 0 0,0 3 3 0,0-3-1 16,-2 1 3-16,-3-1-4 0,-1 1 3 16,-4-1 1-16,-1 1-2 0,-1-1 2 0,-4 0 22 15,1 0 24-15,-4 0 14 0,-2 0 2 16,0 0 6-16,-3-1-1 0,-2 0-16 0,-1 0-18 16,-5-2-14-16,1 1-5 0,1-2-10 0,-4 2-2 15,0-2-4-15,1 2 0 0,1 0-2 16,0 1 5-16,0-2 3 0,3 3 0 0,1-2-2 15,2 2 3-15,-2-1-4 0,4 1-6 16,1 0-1-16,1-2 0 0,1 2 0 0,1-1-4 16,2 1 3-16,3 0 3 0,1-2 4 0,1 2 0 15,1 0-1-15,4 0 3 0,-2 0 1 16,5 0 2-16,-2 2-2 0,3 1 1 0,-1 0 31 16,1 1 44-16,0 2 25 0,1 2 18 0,-2-2 10 15,0 3 6-15,-2-2-21 0,0 3-30 0,-2 0-19 16,-2-1-19-16,-2 1-6 0,-1 2-5 15,-2 1-5-15,-2-2-6 0,-2 1-2 0,-1 0-3 16,-3 0-6-16,0 0-6 0,-2 0-5 0,-1 0-4 16,-3 2 0-16,-1-2-4 0,-3 0-6 0,1 1-21 15,-3-1-61-15,1-1-61 0,-3-2-98 0,0-2-163 16,-3-2-285-16,1-4-311 0,1-2-239 16,0-2-173-16,-1-6 199 0,2-3 569 0</inkml:trace>
  <inkml:trace contextRef="#ctx0" brushRef="#br3" timeOffset="118519.88">18204 16602 18 0,'0'-3'236'0,"0"2"129"15,0-3 123-15,0 2-54 0,0-2-118 16,2 3-61-16,0-5-9 0,1 4 14 0,0-3 31 16,5 2 30-16,-4-2 13 0,4 0 2 0,2-1-25 15,1 3 0-15,0-1-27 0,0-1-38 16,0 2-36-16,0 1-36 0,2 1-27 0,-4 0-41 16,3 1-18-16,-2 0 8 0,2 1 33 0,-1 2 36 15,-1 2 20-15,-1 1 1 0,-3 1-9 0,-1 3-23 16,-2 1-40-16,0 4-38 0,-6 0-26 15,1 2-14-15,-1 0-11 0,-2 3-4 0,1 3-2 16,-5 1-1-16,0 0-1 0,1 1 0 0,0 2-1 16,0 2 2-16,-2 1-1 0,1-2-1 0,0 1-2 15,0 0 1-15,2 0-5 0,1-2-3 16,1 0-3-16,0-3-3 0,4-4-1 0,-1-1-1 0,4-4 0 16,-1-1 1-16,2-2 0 0,2-3-1 15,2-2 1-15,1-3 0 0,2 0 2 0,2-4-2 16,2 0 2-16,-1-5 0 0,-1-1 2 0,6-2-2 15,0-5-3-15,0 0 1 0,1-3-2 0,0 0-1 16,1-1-4-16,1-5-9 0,-2 4-34 16,1-2-64-16,-2 3-57 0,-2 0-92 0,-1 2-151 15,-3 2-203-15,-3 0-283 0,2 2-224 0,-5 2-198 16,2 0 75-16,-3 1 449 0</inkml:trace>
  <inkml:trace contextRef="#ctx0" brushRef="#br3" timeOffset="118835.84">18668 16815 71 0,'5'12'548'0,"-1"3"387"16,4 1 186-16,-2 2-7 0,2 0-370 0,5 3-264 15,-4-1-148-15,4 1-76 0,3-3-52 0,-2 1-59 16,3-4-42-16,1-3-35 0,1-3-33 0,1-1-18 16,-1-7-14-16,3-2-4 0,-3-5 0 15,1-3 1-15,-5-5 0 0,1-2 3 0,-2-2 5 16,-3-2 1-16,-3-4 26 0,-2 2 33 0,-3-2 44 15,-1 1 20-15,-2-1 10 0,-3 2 3 0,-5-1-19 16,2 2-28-16,-5 2-33 0,-2 1-17 16,-3 2-14-16,-1 0-10 0,1 4-8 0,-3 2-5 15,2 3-4-15,-2 1-4 0,0 4-3 0,1 4-2 16,1 2-2-16,1 5-2 0,2 1-2 0,1 4 0 16,1 3 1-16,2 2-3 0,1 0-23 15,2 2-54-15,1 3-50 0,2-4-63 0,0 2-123 16,-1-2-171-16,4 1-229 0,-2-3-235 0,1 0-231 15,0-2-125-15,2-1 272 0,-1-2 476 0</inkml:trace>
  <inkml:trace contextRef="#ctx0" brushRef="#br3" timeOffset="119033.95">18699 16933 371 0,'4'-3'756'0,"0"0"247"0,2-1 22 16,-1 1-266-16,3 0-226 0,2-2-182 15,2 1-89-15,1 1-47 0,2-2-30 0,0 1-43 16,4-2-61-16,-2 0-40 0,5 1-22 0,0-6-13 16,4 4-8-16,-4-2-5 0,3 2-6 15,1-2 1-15,-3 0-14 0,0 0-77 0,-1 1-145 16,-2 2-165-16,-2 0-286 0,0 4-270 0,-5-2-213 16,1 3 81-16,-2-1 416 0</inkml:trace>
  <inkml:trace contextRef="#ctx0" brushRef="#br3" timeOffset="120137.93">14996 14205 127 0,'-3'0'449'0,"-2"1"245"0,-1 1 152 15,3 1-67-15,-2 1-241 0,4 1-110 0,-1 3-74 16,2 3-46-16,0-2-39 0,0 2-54 15,0 2-62-15,0 2-59 0,0-1-46 0,2 1-25 16,-1 3-14-16,1-2-15 0,-1-1-64 0,-1 0-111 16,-1 1-144-16,-1-6-285 0,2 0-258 15,-1-4-210-15,-1-4 14 0,0-4 316 0,-2-4 371 16</inkml:trace>
  <inkml:trace contextRef="#ctx0" brushRef="#br3" timeOffset="120321.87">14816 14136 5 0,'-2'4'329'0,"-1"1"230"0,3-1 170 15,0 0 65-15,0 1-325 0,5-2-220 0,0 2-121 16,0 0-61-16,2 1-31 0,3-4-13 0,0 3-11 16,2-2-3-16,-1 0-9 0,2 0-45 15,-1-2-71-15,0 2-122 0,-2 2-259 0,0-2-161 16,-4 1-54-16,-2 2 106 0,-1 1 203 15</inkml:trace>
  <inkml:trace contextRef="#ctx0" brushRef="#br3" timeOffset="120482.85">14832 14514 169 0,'0'12'365'0,"1"-2"140"0,2 0 99 15,2-2-227-15,2 0-171 0,1-2-91 0,4-2-45 16,1 1-24-16,4-1-19 0,1-2-4 0,4-1-9 15,3-1-28-15,2 0-57 0,1 0-180 16,4 0-193-16,-1 0-90 0,3 0 8 0,1 0 109 16</inkml:trace>
  <inkml:trace contextRef="#ctx0" brushRef="#br3" timeOffset="123917.84">15711 15612 76 0,'-2'1'276'0,"-1"-1"143"0,0 2 122 15,0-1-108-15,-1 1-99 0,1-2-37 0,-1 1-15 16,2-1-5-16,-1 0 9 0,2 2-2 0,-1-2-10 16,2 2-17-16,-2-2-24 0,2 0-31 15,0 0-32-15,0 0-31 0,0 1-32 0,2-1-31 16,0 0-22-16,-1 0 11 0,1 0 15 16,1 1 6-16,1-1-3 0,1 2 3 0,2 0 0 15,-3-1-27-15,3 0-27 0,0 1-9 0,0-1-9 16,1-1-5-16,-2 2-1 0,2-1 8 0,1 0 5 15,-1 1-2-15,1-1 3 0,0-1-1 16,-1 2-2-16,0 0-10 0,0-1-6 16,1 1 2-16,-1-1-4 0,-2-1 2 0,2 2 0 15,1-2 1-15,-2 0 1 0,-1 1-1 0,2-1-2 16,-2 0-1-16,1 0 4 0,-1-1-4 0,1 1 0 16,-1 0 0-16,2 0 0 0,-4 0-1 15,1 0 0-15,2 0 0 0,-3 0 2 16,4 0-2-16,-2 0-2 0,-1 0 2 0,0 1 0 15,1-1 0-15,-1 0-4 0,1 2 4 0,-1-2 3 16,1 1 0-16,-1-1-1 0,2 0 0 0,-1 0 2 16,0 0-2-16,0 0-2 0,-1 0 1 15,0 0 1-15,3-1-1 0,-4 1-1 16,3-2 1-16,-2 2-1 0,0 0-1 0,-1 0-2 16,4 0 1-16,-3 0 0 0,0 0 1 0,-1 0 3 15,1 0-4-15,0 0 2 0,1 0 0 0,-1 0 0 16,0 0-3-16,-1-1 0 0,0 1 4 15,0 0-1-15,2 0 0 0,-2 0-1 0,0 0 2 16,1 0 2-16,0 0-1 0,-2 0 0 16,2 0 3-16,-2 0-3 0,3 0-3 0,-3 0-2 15,1 0 0-15,0-2-2 0,0 2-2 0,1-1 5 16,-4-1 2-16,5 1 0 0,-1 1-2 16,-2-4 1-16,2 3 1 0,0-1 1 0,0 1 3 15,-1-2 0-15,1 2-1 0,-1-2 0 16,0 0-2-16,1 0 0 0,-1 0-1 0,0-2 1 15,-1 1 0-15,0-2 2 0,3-1-1 0,-3 1-4 16,2 0-2-16,-2 2 4 0,0-2 6 16,2-1 1-16,-2 0 2 0,2 2 2 0,-2-1 0 15,0 2-4-15,-1-3-1 0,1 3 0 16,-1-2-3-16,-1 2 2 0,2-2 0 0,-1 1-5 16,0 0-1-16,-1 1 1 0,2-2 1 0,-1 0 1 15,0-1 1-15,2 0 4 0,-1-1 6 16,0-2-1-16,1 1 3 0,0 1-2 0,-2-5 0 15,3 3 0-15,-2 0 16 0,3 1 19 16,-3-1 13-16,0 0 14 0,2 3 12 0,-2-4 6 16,1 2-15-16,-1 0-12 0,0 1-13 0,0-1-11 15,2 1-15-15,-4-2-6 0,2 1-6 16,-1 1-5-16,-2-2-4 0,3 1 2 0,-3 0 1 16,2 0 11-16,-1 0 13 0,1 0 2 0,-2-1 2 15,2 1 1-15,-1-1 0 0,-1 0-15 16,4-1-11-16,-4 1-6 0,0 0 0 0,1-2-4 15,1 0-2-15,-1-1 1 0,1 1 2 0,1-2 0 16,-3 0 0-16,1 3 1 0,-1-4 0 16,2 2-2-16,-2 1-1 0,1 0 0 0,-1 0 0 15,0 2 1-15,0-1 1 0,0 2 2 16,-1 2-2-16,1-1-1 0,-2 0 0 0,2 1 0 16,0-2-2-16,0 2-3 0,0-2 1 0,0-1 2 15,2 2-2-15,-2-1 0 0,1-2 0 0,1 1 3 16,-2-2-3-16,2 0 0 0,-1-1 3 15,1 2 0-15,-1-1-3 0,1-2-1 0,1 1 4 16,-3 1-4-16,2-2-1 0,0 5 1 16,-1-3 3-16,-1 1 2 0,0 1-4 0,2 1 3 15,-1-1-2-15,-1 0 1 0,2-1-1 0,-2 3 0 16,3 1-1-16,-3-3 2 0,1 6 3 16,-1-2-2-16,0 0-2 0,2 2 0 0,-2-1 0 15,1 1 0-15,-1 0-1 0,2-2-1 16,-2 1 1-16,3-1 0 0,-1 1 0 0,0-1-1 15,-1 0 0-15,2 0 2 0,1-1 1 0,-3 1-1 16,2-2 3-16,-1 2-2 0,2 0 1 16,-1-2-1-16,-1 3-2 0,1-1 3 0,1 4-3 15,-3-4 1-15,1 3 0 0,-1 0 1 0,1 0 1 16,0 0-4-16,-1 2 3 0,1-1-2 16,-1 0 0-16,1 1 0 0,2 0 2 0,-4 1 2 15,4-2-3-15,-3 2 0 0,1 0 1 0,-1 0 0 16,3 0 0-16,-3 0 0 0,1 0 1 15,1 2-1-15,-1-2 3 0,-1 1-3 0,2-1-1 16,-1 1-2-16,1 1 2 0,2 1 2 16,-4-2-3-16,1 3 0 0,-1-2 0 0,3 3 4 15,-3-2-2-15,1 0 1 0,-1 1 0 0,1 1 1 16,1-1 0-16,-3 3-3 0,2-2 2 16,0 0 0-16,-1 0 3 0,1 1-2 0,-1 0 4 15,-1-1-3-15,3 1-1 0,-1 2 0 0,-1-4-3 16,-1 3 0-16,2 0-1 0,-1 1 1 15,1-2 2-15,-2 1 3 0,3-1-3 0,-3 2 1 16,0-1-3-16,0 0 1 0,2 0-2 16,-1 0 0-16,-1 0 4 0,0 2 0 0,2-2 1 15,-2 0 0-15,0 1 2 0,2-1-3 16,-2 2-2-16,1-2 0 0,1 4 1 0,0-3-1 16,-1 3-1-16,1-1 1 0,-1 0 1 0,4-1-1 15,-4 1 2-15,1 1-2 0,-1 0 1 0,1-2 0 16,1 0 2-16,-1 0 1 0,-1 0-3 15,1-2 2-15,-2 2-1 0,3-2 1 0,-1 1-3 16,0 0 0-16,-1 0 2 0,-1-2-1 0,3 2 2 16,-3-2 0-16,2 2-1 0,2-1 2 15,-2 0-1-15,-1 0 0 0,-1 0-2 0,2-1 0 16,1 2 0-16,-3-1 0 0,4 1 1 16,-4-1 0-16,1 1 0 0,2 0 0 0,-1 0 1 15,0 0-3-15,-1 1 1 0,2-1-3 16,-1 1 0-16,1-1 0 0,-2 1 2 0,2 0-1 15,-1-1-2-15,1-1 1 0,-1 2 4 0,0 0-2 16,-1-2 2-16,2 2-1 0,-1-3 2 16,0 1 1-16,-1 0-2 0,2 1-1 0,-1-2 2 15,0 1-1-15,0-1-2 0,2 2 0 16,-4-1-1-16,1 1 0 0,-1-2 0 0,3 1 3 16,-3 1 2-16,2-1-1 0,0-1-1 0,-2 0-2 15,1 0 0-15,-1 0 0 0,2 0-4 0,-1 0 0 16,1 0 3-16,-2-1 1 0,2 2 0 15,-1-1 1-15,1 0 2 0,-1 0-1 0,-1 1 0 16,2-1 1-16,2-1-1 0,-4 1-2 16,4 0-1-16,-3 0 1 0,-1 0 3 0,3 0-1 15,-3 1 0-15,2-1-1 0,0-2 1 0,-1 2-2 16,1 0 1-16,-1-1 1 0,1 1-3 16,1-1 1-16,-1-1 0 0,-1 3 2 0,1-3-2 15,0 1 0-15,-1-1 0 0,2 0 1 16,-1 0-1-16,-1 3 1 0,2-3 1 0,-1 2-2 15,0-2 1-15,-1 0 1 0,2-1-1 0,-1 2-1 16,1-2-1-16,1 1 1 0,-3-1-2 0,2 0 1 16,0 0-1-16,0 0 2 0,-1 0 0 15,-1-1 1-15,3 1 2 0,-3-2-1 16,2 1 1-16,-1-1-2 0,1 1 1 0,-1-1-2 16,0 1-1-16,1-2 0 0,-2 1 0 0,4 0 1 15,-4-1-2-15,1 2 2 0,-1-2 1 0,1 2-2 16,1-2 1-16,1 0 4 0,-3 2-2 15,2-2-2-15,1 3 1 0,-3-3 1 0,2 1 1 16,-1 0-3-16,4 0 1 0,-3 2 1 0,0-3-2 16,1 2 0-16,-1-2-1 0,2 2 1 15,-2 0-2-15,0-1 2 0,3 0 0 0,-3 1 0 16,0-1 1-16,2 1 2 0,0-1-2 16,-2-1 0-16,2 2 0 0,1-1 1 0,-3 1-1 15,4-2-2-15,-4 2 2 0,2-2 1 16,-1 0 0-16,0 1 1 0,2-1 3 0,-2 0 2 15,1 1-1-15,0-1 1 0,0 0-4 0,-2 0-1 16,5 0-2-16,-5 2-2 0,2-2 1 0,-1 0 0 16,1 0 2-16,0 0-2 0,-2 0 2 15,3 0 0-15,-1 0 1 0,-2 2-3 0,2-2 1 16,0 0-1-16,0 0 1 0,-2 0-2 16,4 1 0-16,-3-1-1 0,1 0 1 0,-1 0-1 15,3 1 2-15,0-1 0 0,-2 2 1 0,2-2 1 16,-3 0 1-16,4 1 0 0,-2-1-3 15,1 2 1-15,-1-1-1 0,2 0 0 0,-1 1-3 16,0-2 2-16,1 1 3 0,-1 3-2 16,-1-3 1-16,3 1 0 0,-1-1 3 0,-1 2 0 15,-1-1-1-15,3-1-1 0,-2 1 1 0,1-2-3 16,0 1 0-16,-1-1 0 0,1 0 0 16,0 0 0-16,0 0 0 0,1 0 0 0,0 0 0 15,-1 0 1-15,-2 0-1 0,3 0 0 16,-1 0 0-16,0-1 1 0,0 1-3 0,0 0 2 15,-2 0 1-15,1 0 0 0,-1 0-1 0,0 0-1 16,-3 1 1-16,2-1-1 0,-2 0 1 0,2 0-3 16,-3 0 1-16,1 0-3 0,-1 0-1 15,-1 0-21-15,1 0-54 0,-1 0-54 0,-2 0-87 16,-1 0-159-16,1 2-295 0,-3-1-297 16,-1 0-254-16,-3-1-191 0,-1 0 176 0,-2-1 584 15</inkml:trace>
  <inkml:trace contextRef="#ctx0" brushRef="#br3" timeOffset="130349.86">16454 13749 108 0,'0'3'329'0,"0"0"168"0,2-2 175 16,-2 4-64-16,1-1-49 0,-1 1-33 0,2-1-41 15,-2 2-52-15,3-2-73 0,-2 3-93 0,2-1-97 16,-3-1-52-16,2 2-31 0,1 0-15 16,1-1-13-16,-3 2-8 0,1-1-7 0,-1-1-18 15,1 2-14-15,0-1-10 0,-1-1-2 16,2 0-10-16,-3 1-39 0,0-1-87 0,0-2-130 15,-1 0-150-15,-1-1-284 0,2 2-254 0,-1-1-139 16,-1-1 130-16,0 0 341 0</inkml:trace>
  <inkml:trace contextRef="#ctx0" brushRef="#br3" timeOffset="130553.91">16466 14055 91 0,'0'9'257'16,"2"-1"110"-16,-2 2 50 0,3-1-116 16,-3-1-100-16,4 2-71 0,-3-3-37 0,1 1-21 15,-1-1-21-15,1-1-19 0,0 2-18 16,-1-4-10-16,1 0-18 0,-1 1-29 0,-1-2-44 16,2 0-81-16,-2-1-146 0,0 3-95 0,-2-3 6 15,2 2 72-15,0 0 104 0</inkml:trace>
  <inkml:trace contextRef="#ctx0" brushRef="#br3" timeOffset="130730.82">16501 14343 189 0,'0'16'318'0,"2"-1"109"0,0 0-31 16,-1-2-137-16,1-3-105 0,-1 0-70 15,1-1-35-15,1-3-17 0,0 2-15 0,-1-4-5 16,1 0-10-16,2 0 2 0,-4-2-4 0,1 3-20 15,-1-5-33-15,1 2-49 0,0-2-110 0,-2 2-148 16,0-2-47-16,0 0 38 0,0 0 89 16</inkml:trace>
  <inkml:trace contextRef="#ctx0" brushRef="#br3" timeOffset="130901.76">16535 14566 61 0,'0'9'217'0,"0"2"90"0,1-2 9 15,-1 0-65-15,0 1-76 0,2-3-56 16,-1-1-38-16,-1 4-21 0,0-4-17 0,0 0-12 16,2-1-16-16,-2-1-1 0,0 0-12 0,0 0-6 15,0 1-29-15,0-2-66 0,0 0-136 0,0 0-111 16,-2 0-20-16,2-2 45 0,0 4 89 16</inkml:trace>
  <inkml:trace contextRef="#ctx0" brushRef="#br3" timeOffset="131100.96">16517 14859 35 0,'-1'12'233'0,"-1"-2"109"16,2 0 101-16,0 1-111 0,-1-2-136 0,1 1-87 15,0-4-54-15,1 1-26 0,-1-3-11 16,0 1-10-16,2-2-14 0,-1 0-16 0,-1 0-32 15,0-1-69-15,0-1-142 0,0 2-102 16,0-2-8-16,0 1 56 0,0-2 94 0</inkml:trace>
  <inkml:trace contextRef="#ctx0" brushRef="#br3" timeOffset="131299.76">16509 15077 119 0,'0'7'272'0,"0"0"110"0,-1-1 8 0,1 1-97 16,-2-2-104-16,2 1-66 0,0 0-42 15,0-1-28-15,0-1-22 0,2-1-17 0,-2 0-8 16,1 0-12-16,-1-1-23 0,0 0-38 0,0 1-65 16,0-2-108-16,0 1-134 0,0 3-28 0,0-1 50 15,-1 1 97-15</inkml:trace>
  <inkml:trace contextRef="#ctx0" brushRef="#br3" timeOffset="131519.81">16487 15360 179 0,'0'6'306'0,"0"1"110"0,0 1-30 16,2-1-111-16,-2 1-96 0,0-2-59 0,2 0-36 15,0-1-27-15,-2 2-20 0,0-3-19 16,4 1-8-16,-4-1-4 0,1 0-4 0,-1 2-12 16,0 3-12-16,0-3-25 0,0-1-39 15,0 3-67-15,0 0-100 0,0-1-128 0,0-2-24 16,-1 2 52-16,1-3 93 0</inkml:trace>
  <inkml:trace contextRef="#ctx0" brushRef="#br3" timeOffset="131717.85">16493 15651 123 0,'0'11'270'0,"0"0"105"16,0 1-3-16,2 1-106 0,0-2-106 16,-2 1-69-16,0 0-36 0,1-4-22 0,1 3-17 15,-1-4-7-15,1-1-11 0,0 2-15 0,-1-4-24 16,2-1-45-16,-1 1-46 0,0-1-60 0,-1-2-51 15,1 2-44-15,-1-1-16 0,-1 1 56 16,0-1 72-16</inkml:trace>
  <inkml:trace contextRef="#ctx0" brushRef="#br3" timeOffset="131899.79">16535 15855 35 0,'1'7'207'0,"2"2"101"0,-3 1 35 15,0 0-36-15,2 1-61 0,-2 0-54 16,0 0-40-16,0 1-20 0,-2 0-13 0,2-2-5 15,0 3-10-15,0-3-11 0,0 2-13 0,0-1-20 16,0 0-16-16,0 0-15 0,0-1-12 16,0 0-6-16,0-2-5 0,0 1-10 0,0-1-26 15,0-2-43-15,0 0-86 0,0-2-168 0,0-1-164 16,0 0-45-16,-1-1 59 0,1-2 130 16</inkml:trace>
  <inkml:trace contextRef="#ctx0" brushRef="#br3" timeOffset="133137.82">17051 15913 33 0,'0'0'272'0,"0"0"159"0,2 0 165 15,-2-1 3-15,0 1-90 0,0 0-38 0,-2 0-17 16,2 0-33-16,0 0-47 0,0 1-44 0,0 3-53 16,0 0-58-16,0 0-46 0,0 4-24 0,0 1-14 15,0 1-29-15,0 4-29 0,2 1-20 16,0 0-18-16,-1 1-13 0,-1 2-5 0,4 0 0 16,-3 1-5-16,1-3-6 0,1-1-1 0,-1-1 2 15,-1-3-6-15,2 0-6 0,-1-3 0 16,0-2 1-16,0-5-3 0,2-1-2 0,-4-1-1 15,1-7 1-15,-1-1 0 0,0-1-3 0,0-5 0 16,0-1 1-16,-1 1 5 0,1-1 2 0,-2-2 4 16,0 1 2-16,2 1 1 0,-4 0 0 15,4-2-1-15,-2 4-2 0,2-1-1 0,-3 3-2 16,2 2 3-16,-1 0-2 0,2 3 1 0,-2 3-3 16,1 0-2-16,-1 2 4 0,1 2-2 15,-1 0 2-15,0 0-2 0,2 2 2 0,-1 4-1 16,1-1-1-16,-2 3 0 0,2 0-1 15,0 3 1-15,0 1-4 0,0 0-1 0,2 0-1 16,-1 1 1-16,1 1-2 0,0-1-7 0,-1 1-51 16,1-3-114-16,-2 1-158 0,0 1-281 0,0-4-271 15,0 0-258-15,0-2-61 0,0 1 326 0,0 1 444 16</inkml:trace>
  <inkml:trace contextRef="#ctx0" brushRef="#br3" timeOffset="134860.04">17107 16536 147 0,'0'-2'298'0,"-1"2"121"0,-1 0 47 15,2-1-127-15,-2 1-86 0,1 0-14 0,-1-2 13 16,-1 1 48-16,1 0 30 0,-1-1 18 0,2 2 11 16,1-2 5-16,-4 2-5 0,3-1-55 0,-1 1-42 15,1 0-43-15,-3 1-40 0,0-1-48 16,2 2-39-16,-1 0-20 0,0-1-13 0,1 2-4 16,-1-2-6-16,2 2 11 0,-3 0 22 0,1-1 21 15,0 1 9-15,0 0 1 0,-2 0-3 0,4 0-10 16,-2 1-23-16,1-1-25 0,-1 2-18 0,1-3-11 15,-1 3-7-15,1 1-7 0,-1-1-3 16,1 1-2-16,1 0-1 0,-1 0 1 0,1 0-3 16,-2-1 0-16,3 2-1 0,0 0-1 0,-2-1 3 15,2 2-3-15,0-1-1 0,0 1 2 0,0-1 1 16,0 3 0-16,2-3-5 0,-2 1 5 16,3 2-2-16,-2-2-4 0,2 3 2 0,1 1-1 15,1-3 3-15,-2 3 0 0,2-1 0 0,1 1 1 16,1 0 1-16,0 0-1 0,1 0 4 0,0 2-4 15,1-1 5-15,-1-1 0 0,3 0-1 16,0-2 1-16,-1 1-3 0,1 0-2 0,1-4-6 16,-2 0-1-16,1-1-2 0,0-3 0 0,0-1 1 15,2-2 4-15,-4-4 1 0,3-1 2 0,-2-1 0 16,0-3 1-16,0-3 0 0,-4-1 2 0,5 0 0 16,-5-2-2-16,1-1 6 0,-1-2-1 15,0 3 0-15,-3-5 0 0,2 3 4 0,-2-2 0 16,0 1 8-16,-3 0 7 0,2 2 5 0,-2 0 2 15,0-2 4-15,-2 4 3 0,-1-1-2 0,0 3-6 16,-2-2 0-16,-2 1-4 0,0 3 0 16,-1 0-3-16,-1 0-6 0,-4 1-4 0,2 0-2 15,-3 3-1-15,1 2-2 0,0-1-1 0,-2 2 1 16,0 1 0-16,1 2 0 0,1 4 0 0,-2-2-3 16,4 2-2-16,-3 0 2 0,2 2-2 0,3 1-2 15,-2 1-2-15,3-1-2 0,2 0-2 0,-1 2-2 16,2-1-6-16,-1 1-35 0,5 1-62 15,-1-2-60-15,1 1-130 0,1 0-190 0,0 0-310 16,1-1-291-16,1 0-221 0,-1-1-103 0,1 4 409 16,2-3 545-16</inkml:trace>
  <inkml:trace contextRef="#ctx0" brushRef="#br3" timeOffset="140565.78">16476 15967 192 0,'0'0'314'0,"0"0"121"16,-1 0-23-16,1 0-100 0,0 0-59 16,0 0-29-16,0 0-17 0,0 0-18 0,0 0-20 15,0 0-4-15,0 0 8 0,1 0 12 0,-1 1 20 16,0 2 18-16,2-2 12 0,-1 4-18 15,-1-1-24-15,2 2-18 0,1 1-22 0,-1 3-23 16,1-2-22-16,1 4-16 0,0-1-12 0,0 1-22 16,0 0-19-16,-1 0-13 0,0-2-7 0,0 1-7 15,0-2-4-15,1-2-3 0,0-1-4 0,-1 1-1 16,-1-5-1-16,-1 2-4 0,1-2 1 0,0-4 0 16,-1-4-1-16,-1-3-1 0,0-1 1 15,0-5-1-15,0-3 0 0,0-2 4 0,-1 0 2 16,-1-1 3-16,0-2 2 0,-1 2 3 0,2 2 16 15,-4 1 21-15,4 4 21 0,-1 3 19 16,0 2 8-16,-1 2 0 0,2 4-14 16,-1 3-21-16,0 2-21 0,1 4-19 0,-1 2-13 15,2 5-6-15,-1 0-6 0,1 4 3 0,0 1 1 16,0 3 0-16,1-2 0 0,2 4 5 0,-1-3 2 16,3 4-10-16,-2-5-55 0,3-1-143 0,-1-4-201 15,0-1-284-15,-1-7-268 0,1-3-245 16,0-6 8-16,3-5 436 0</inkml:trace>
  <inkml:trace contextRef="#ctx0" brushRef="#br3" timeOffset="142098.14">15869 11950 188 0,'-1'-2'362'0,"-3"0"164"16,1-1 108-16,0 0-91 0,0 0-36 0,-1 1 7 16,3 0-4-16,-2 0-34 0,-2 0-64 0,2 2-81 15,2 0-83-15,-3 0-74 0,1 2-56 16,0 1-38-16,0 2-27 0,1 0-13 15,0 4-1-15,2 0 14 0,0 5 12 0,2 1 28 16,1 4 29-16,2 2 15 0,0 4-3 0,1 0-17 16,3 0-15-16,-2 1-28 0,3-2-30 0,-1-3-17 15,0-3-12-15,3-4-6 0,2-3-4 16,-2-2-2-16,1-5-2 0,1-4-4 0,2-6 8 16,-2-5 1-16,2-3 2 0,-2-4 0 15,1-2-1-15,-3-3 0 0,-1-2-5 0,-1 0 0 16,-1 0 1-16,-4 0-1 0,-2 3 3 0,0 0-1 15,-3 1 2-15,0 4 2 0,-3 1-2 16,-3 1-1-16,-1 1 4 0,-3 3 8 0,-2 1 5 16,-2 3 3-16,3 1 0 0,-3 2 3 15,-2 3-2-15,3 1-10 0,-2 1-3 0,0 4-7 16,3 1-4-16,1 0-3 0,1 2 0 0,1 3-2 16,2 0-4-16,3 1-2 0,0 1 0 0,1 0-1 15,3-2-16-15,0 4-50 0,3-4-51 16,1 0-63-16,-1-1-126 0,2 1-180 15,-1-4-301-15,6 1-239 0,-6-1-215 0,4 0-48 16,0 0 383-16,3 0 484 0</inkml:trace>
  <inkml:trace contextRef="#ctx0" brushRef="#br3" timeOffset="142304.88">16242 12231 246 0,'0'-3'837'0,"-3"-2"358"0,2 2 8 0,-4-1-154 16,2-3-482-16,-1 1-277 0,1 0-141 0,1 2-62 15,1-2-37-15,1 0-26 0,1 2-10 16,1-2-9-16,0 1-13 0,3 1-72 0,-4 1-137 16,2 0-189-16,1 1-288 0,-3 1-272 0,2 1-228 15,-3 0 55-15,2 3 415 0</inkml:trace>
  <inkml:trace contextRef="#ctx0" brushRef="#br3" timeOffset="146684.69">16462 11824 231 0,'-3'0'398'0,"3"-2"180"0,-2 2 74 15,-1 0-110-15,2 0-71 0,-3 0-25 16,1 0-22-16,2 2-43 0,-4 0-60 0,1 0-54 16,1 3-52-16,2-1-42 0,-4 4-31 15,2 1-28-15,3 2-14 0,-1 0-19 0,1 3-18 16,0 2-19-16,0 1-10 0,1 3-10 0,2-1-8 15,3 1-7-15,-1-1-4 0,2-1-5 16,-1-1-5-16,2-4 1 0,1 0 1 0,2-5 0 16,-3 0 2-16,5-5 4 0,-4-3 3 15,1-4 2-15,2-3 0 0,-2-4-1 0,0-1 2 16,-1-4 0-16,-3-1-2 0,2-3-3 0,-3 0-3 16,-2-1 2-16,2-1 0 0,-4 0-2 15,-1 3-2-15,-1 0 1 0,-4 2 0 0,2 2 4 16,-3 2-1-16,-1 1 2 0,-1 3 4 0,-1 1-2 15,-1 4 0-15,1 0 0 0,-2 2 0 16,1 2-3-16,2 2 0 0,-2 0 2 0,2 1-1 16,0 1-1-16,1 3-4 0,2 0-2 0,-1 1 0 15,3-2-3-15,2 2 4 0,-1-1-7 16,2 2-2-16,0-1-13 0,2-1-36 16,-1 0-89-16,1-1-127 0,1 0-153 0,0 0-291 15,1 0-263-15,-2-1-172 0,5 1 110 0,-3-4 358 16</inkml:trace>
  <inkml:trace contextRef="#ctx0" brushRef="#br3" timeOffset="147134.26">16819 11753 48 0,'-3'-2'378'0,"-2"0"279"16,-1 2 244-16,0 2 41 0,1-2-247 15,0 7-171-15,2-1-108 0,-2 2-84 0,2 4-69 16,1 0-63-16,1 3-55 0,1 2-44 16,1 3-30-16,1 1-20 0,3 1-18 0,-2 1-14 15,4 0-8-15,2-4-3 0,-3-3-6 0,2-1-2 16,2-4 3-16,0-3 2 0,2-5-3 15,-1-4 3-15,0-6-1 0,0-3 0 0,-1-3 1 16,0-3 2-16,-2-2 1 0,-3-4 5 16,2-1 13-16,-1 0 22 0,-5 1 30 0,1 1 41 15,-2 2 34-15,-2 1 10 0,-4 3-7 0,1 0-19 16,-3 2-27-16,0 3-35 0,-4 1-28 16,1 1-21-16,-1 4-8 0,0 1-7 0,-1 3-4 15,1 0-3-15,1 2-4 0,-1 2-1 16,2 2 0-16,0 3-3 0,4 2-1 0,-1 0-3 15,0 3 1-15,4 1 0 0,-2-1-26 0,1 1-50 16,4-2-46-16,0 1-57 0,2-1-122 0,0-2-163 16,1-2-243-16,0 0-237 0,5-2-226 15,-2-2-106-15,2 1 278 0,0-5 461 0</inkml:trace>
  <inkml:trace contextRef="#ctx0" brushRef="#br3" timeOffset="147573.82">17068 11901 19 0,'1'-2'334'16,"1"-1"228"-16,-1-3 233 0,-1-3 123 16,2-1-193-16,2-2-151 0,0-6-100 0,0 1-61 15,1-4-77-15,0-1-92 0,1-2-75 0,4-2-37 16,-2 3-2-16,-2-2 16 0,4 1 26 16,-1 4 17-16,-1 0-4 0,-2 2-16 0,-1 4-29 15,3 3-29-15,-5 3-31 0,0 0-24 16,0 4-5-16,-1-1 1 0,1 4 5 0,0 2 3 15,-1 1 4-15,1 4 0 0,-1 3-4 0,1 3-8 16,1 3-8-16,-1 2-6 0,2 4-9 16,0 1-5-16,0 1-4 0,0 5-5 0,1-3-3 15,-2 3-5-15,3 3-3 0,-1-3-1 0,-1-1-4 16,0 0-2-16,4-2-1 0,-2-2-2 16,-1-3-9-16,2-2-20 0,0-4-53 0,-4 1-76 15,0-5-142-15,-3-1-256 0,-1-1-310 16,0-4-364-16,-3 1-310 0,-2-3-41 0,-4-1 596 15</inkml:trace>
  <inkml:trace contextRef="#ctx0" brushRef="#br3" timeOffset="158985.85">3488 2002 62 0,'0'0'218'0,"0"1"96"0,0-1 21 16,1 0-77-16,-1 2-65 0,0-2-34 0,2 0-14 0,-2 0 10 15,0 0 12-15,0-2 21 0,-2 2 15 0,2 0 22 16,0-1 35-16,-1 1 20 0,-1 0 15 0,2 0-4 16,0 1-9-16,-2 1-14 0,2 1-32 0,-1 0-34 15,-1 2-35-15,2 0-31 0,0 1-19 16,0 0-28-16,0 2-19 0,0 0-21 0,0 0-10 15,0 2-10-15,0 0-8 0,0 1-10 0,0 1 8 16,2 1 9-16,-1 1 12 0,1-1 3 0,-2 0-4 16,3 3 3-16,-1-2-12 0,-1 2-7 0,1 0-14 15,2-1-1-15,-2 0-5 0,-1 0 1 0,1-1-1 16,1 1-3-16,-1-2 7 0,0 2-3 0,-1-1 0 16,1-1 1-16,-2 0-4 0,1-1 2 0,-1-2-3 15,0-1-3-15,0-2 5 0,0 0-1 0,0-1-4 16,0 0-2-16,0-1-5 0,-1-3-27 0,-1 1-83 15,1-3-107-15,-1 0-119 0,-3-3-130 0,3-4-171 16,-1 3-263-16,-1-4-92 0,-1 1 113 16,2-3 253-16,-2-1 260 0</inkml:trace>
  <inkml:trace contextRef="#ctx0" brushRef="#br3" timeOffset="159721.75">3366 2025 99 0,'0'1'247'0,"1"-1"97"0,1 1-2 0,-2-1-87 16,0 0-75-16,2 0-43 0,-2-1-23 0,2 1-11 16,-2-1-2-16,0-1-7 0,2 0-8 15,-2 1-3-15,0 0-5 0,2-1 2 0,-2 1 11 16,1-1 13-16,-1-1 10 0,0 2 11 0,2-2 15 16,-1 1 1-16,-1-1 1 0,0 0 10 0,2 0-15 15,-2 1 5-15,3-3 3 0,-1 0 12 0,1-1 17 16,0 2 4-16,0-4 12 0,2 2-7 0,0-3-24 15,-2 2-24-15,2-2-30 0,-1 0-13 0,1 0-13 16,-1-1-10-16,0-1-11 0,2 0-1 0,-1 2-9 16,-2-1-16-16,2-1-14 0,0 2-8 0,-2 1-2 15,2 0-6-15,-1 2-3 0,-2 1 2 0,1-1-2 16,-1 1 1-16,-1 3-2 0,-1 0 7 16,2 0-3-16,-2 1-2 0,0 1 3 0,2-1-2 15,-1 1-1-15,-1 0-4 0,0 0 7 0,3 1 5 16,-1 0 0-16,0 1-3 0,-1 0 5 0,2-1 1 15,2 2-3-15,-2 0-8 0,0 0 2 0,2 2 3 16,0-2 1-16,0 1 1 0,-1 1 6 0,2 0 6 16,1-1 0-16,-2 2-3 0,-1-1 4 0,1 2 3 15,0-1 5-15,3-1 7 0,-4 3 18 0,1 0 23 16,-2-1 8-16,1-1-8 0,-1 1 4 0,-3 1 0 16,3-2-13-16,-1 0-6 0,-1 0-1 0,-1-1 6 15,0-1-11-15,3-1-4 0,-3 2 4 0,0-3-4 16,0 0-6-16,-3 1 1 0,3 0-2 0,-1-1-3 15,-1-1-9-15,-1 0-4 0,1 1-7 0,-3 1-4 16,1-3-4-16,-1 2-4 0,0-2-1 0,-3 0-4 16,2 3 0-16,0-3-5 0,-1 0 1 0,2 0-1 15,-2 0-1-15,0-3 2 0,3 3-1 0,0 0 1 16,-1 0 0-16,2 0-2 0,-1-2 3 16,1 2-2-16,1 0-3 0,-1 0-2 0,3-3-1 15,-2 1 1-15,1 1-9 0,-1 0-32 0,2-1-38 16,2-1-48-16,-1 2-66 0,-1-3-125 0,2 2-158 15,1 0-214-15,0 0-259 0,3 2-217 0,-3 0-87 16,2 2 293-16,-1 1 440 0</inkml:trace>
  <inkml:trace contextRef="#ctx0" brushRef="#br3" timeOffset="171941.72">15833 12598 126 0,'-4'5'344'0,"1"-2"148"16,-2 0 106-16,2 0-166 0,2-1-187 0,-4-2-87 16,5 1-23-16,-1-1 6 0,-1 0 14 15,2 0 2-15,0 0-6 0,0 0 44 0,2 0 18 16,4 0-8-16,-2-1 42 0,3 1 40 0,1-2 5 15,3 0-29-15,-2 1-30 0,4-2-18 16,-1 0-57-16,3 0-42 0,2-2-15 0,1 1-19 16,2-1 9-16,5 1 29 0,1-4 38 15,1 2 9-15,3-3-4 0,4 2-9 0,0-4-18 16,0 1-29-16,3-2-33 0,1 0-18 0,4-2-14 16,0 1-8-16,1-1-10 0,0 1-7 0,4-1-6 15,0 1-3-15,1 1-2 0,2-2 2 16,0 1 0-16,1 1-4 0,0-1 0 0,1-2 0 15,-5 2 0-15,2-2-4 0,-4 0-1 16,-1 0 2-16,-3 0-2 0,-3-1 3 0,-2 1-1 16,-4 0 1-16,-3 1 1 0,-4 1 0 0,-3 2-1 15,-5 1-2-15,-1 2 2 0,-5 2-1 16,-2 2-4-16,-1 1-3 0,-3 0-19 0,-2 1-50 16,1 2-60-16,-3 0-76 0,1 0-141 15,-2 2-199-15,-2 0-302 0,-1-1-252 0,0-1-201 16,0 1 3-16,-2-1 452 0</inkml:trace>
  <inkml:trace contextRef="#ctx0" brushRef="#br3" timeOffset="186223.7">2030 571 22 0,'-7'0'168'16,"2"-1"75"-16,-4 1 17 0,3 0-65 16,-1 0-49-16,-1 1-35 0,1-1-19 0,0 0-17 15,1 2-15-15,-1-1-9 0,3-1-1 0,-2 3-2 16,1-2-7-16,0 2-8 0,0 1-2 0,2 2-8 15,0-1-9-15,0 5-4 0,-2 1-5 16,4 3 3-16,-1 1-4 0,2 6 6 0,-1 0-2 16,-1 5 2-16,2 2-3 0,0 1-1 0,-2 2 4 0,2 4-6 15,-1 2 0-15,-1 1-2 0,0 2 0 0,1 2 2 16,-1 2-2-16,1 1 5 0,-1 1 7 0,-1 2 12 16,1 3 13-16,-1 0 12 0,-1 0 16 0,2 1 4 15,-1-1-7-15,1 2-5 0,2-1-12 0,-1-2-14 0,1 0-17 16,1 0-2-16,-1-3-1 0,2 0-1 0,1-1-6 15,0 1 2-15,3-1 2 0,-3-1 1 0,2-1-1 16,0-1 2-16,-2-1 1 0,2-1 3 0,0-2 1 16,1-3-3-16,-3-2-3 0,0-1-1 0,2 0 2 15,-2 0-10-15,1-4 5 0,-1-1 1 0,0 3 25 16,1-5 15-16,-1 1 9 0,2-3 4 0,-3 0 0 16,3-1 1-16,1-4-25 0,3 0-12 0,-1 0-12 0,2-5 0 15,2 3-6-15,3-4-1 0,2 0 7 16,2-1 1-16,3-3 3 0,2 0 0 0,0-3-1 15,4-2-3-15,2-1-7 0,2-2 1 0,1-1-3 16,3 0-1-16,1-1 1 0,-1 0-2 0,4-1 3 16,-1-1-5-16,-1-2 4 0,3 3-1 0,-1-3 3 15,1-1 1-15,2 2 2 0,-2-2 2 0,3-2 4 16,-3 2 1-16,3 0 6 0,-3-1-4 0,1-1 0 16,3 1-4-16,-2-1-7 0,4 0 2 0,1 0-9 15,3-1 2-15,2 0-2 0,0-2 7 0,0 1 2 16,3-1-2-16,-1-1 4 0,2 0 2 0,-3 2 1 15,1 0 25-15,-1-2-7 0,-1 4-13 0,-3 0-5 16,0 0 0-16,-1 2-2 0,2 2-33 16,-2-2 11-16,-3 2 8 0,1-1 2 0,-3 1 0 15,2-1 2-15,-5 0 5 0,1 0-6 0,0 0 1 16,-1-1 2-16,-1 2 29 0,1-1 34 0,-2-4 24 16,-1 1 6-16,-1 2 4 0,0-1 49 0,-2 1 18 15,0 0-14-15,0-1-9 0,-2 1-5 16,-1-1-7-16,-2 2-42 0,1-1-38 0,1-1-22 15,-2 3-14-15,0-2-8 0,0-2 3 0,0 3-7 16,-1-1-5-16,-1-2 5 0,-3 2-1 0,1 0 0 16,-2 0 0-16,-1 0 1 0,1 2 4 0,-5-1-6 15,3 0 3-15,-2 1-2 0,1 0-7 16,0 0 2-16,-1 0-3 0,-1 1 4 0,0 0-7 16,0-1-3-16,-3 1 8 0,3 0-2 0,-5-1 5 15,2 2 1-15,-2 0-2 0,-1-1 3 16,-2 1-3-16,0 0 0 0,0-1-3 0,0 2-4 15,-3-1 7-15,1-2 0 0,-1 2 0 0,0-1 0 16,-1-3 4-16,2 4 0 0,-3-5 0 16,2 1 2-16,-1-4-2 0,0 0 1 0,1 0 0 15,-1-3 1-15,-1-1-1 0,3-3-1 0,-2-1 3 16,-1-1 2-16,1-2-2 0,-1-3-1 0,0-2-1 16,-1-2-2-16,0-4-3 0,-1 0-3 0,1-6 1 15,0-1-6-15,-2-2-1 0,3-2-1 16,-3-1 3-16,2-1 7 0,0-1 3 0,0-1 3 15,0-1 1-15,1 1-16 0,0-3-12 0,-1 2-10 16,1 1-4-16,1 0-6 0,0 2-3 0,0-1 17 16,-1 1 27-16,-1 0 17 0,3 1 1 0,-2 1 7 15,0-2 10-15,-1 0-21 0,0 0-31 16,0 2-11-16,-2 1 3 0,-1-1-10 0,0 5 11 16,-2 0 40-16,-2 1 29 0,-2 4 7 0,1 0 20 15,0 2 16-15,-2 0-6 0,0 3-12 16,0 2-5-16,1 2 29 0,-4 3 1 0,3 3 2 15,-1 3 8-15,1 2 7 0,0 1 4 16,-2 0-25-16,2 1-17 0,0 3 11 16,0-3 12-16,0 5 5 0,1 0-5 0,-4 0-1 15,0-1-7-15,0 4-23 0,-3 1-24 0,0 0-15 16,0 2-12-16,-3 0-5 0,1 0 1 16,-3 2-1-16,2-2-1 0,-2 2 0 0,0 0 2 15,-1-1-2-15,3 1 0 0,-5 0 5 16,3-1 0-16,-1 2 2 0,-1-3 1 0,-1 2 5 15,-1-1-1-15,2-1 0 0,-2 0 2 16,-2 0-4-16,2 2 2 0,-2-4-3 0,-1 2-1 16,-1-1-6-16,0-2 0 0,-1 1-2 15,-3-1-5-15,-1 1-1 0,-1 1 0 16,0-1 3-16,-2 0-5 0,-1 2 0 0,0-2-1 16,-2 2-1-16,0 0 1 0,-1 2-2 0,0-1 3 15,1 2-1-15,0 2 1 0,0-1 0 16,-1-1-1-16,3 2 1 0,1 0-2 0,0-1 4 15,1 2-2-15,1-1-1 0,0-1 2 16,1 0-1-16,-1 2-1 0,2-1-3 0,-1-1 3 16,-2 1 0-16,-1-1-2 0,-3 0-2 15,-1 1 4-15,0 0 0 0,-2 1 0 0,0-2-2 16,-2 0 2-16,-1 2 0 0,0 0-2 16,1 1 1-16,-2 2-3 0,1 0 4 0,1-2-3 15,-1 0 3-15,3 1 0 0,2 0-2 16,-1-1 0-16,4-2-1 0,1 2 2 0,-2-1-1 15,2-1 2-15,1-1 1 0,-1-1 2 0,-1 0-1 16,-2-1-2-16,0-2 2 0,-3 0-2 16,0 0-1-16,-4-3 0 0,-1 1-1 0,-4-1 2 15,-1-1-3-15,-3 1-1 0,3-1 1 0,-2 0 0 16,3 3-2-16,1 0-2 0,2 1-1 16,1 0 3-16,2 2 2 0,3 2-2 0,0 0 1 15,3 0 0-15,2 4 0 0,3-2-9 0,0 1-40 16,0 0-58-16,2 0-95 0,1 0-169 15,0-1-290-15,1-2-312 0,-2-2-275 0,-2-5-167 16,0-2 235-16,-2-2 593 0</inkml:trace>
  <inkml:trace contextRef="#ctx0" brushRef="#br3" timeOffset="-195628.87">13581 462 32 0,'-1'9'227'16,"-6"-2"106"-16,2 3 94 0,-1 0-102 16,0 0-138-16,1 2-69 0,-1 4-28 0,-1-2-10 15,-2 5 1-15,1 1 5 0,0 2-7 0,-1 1-10 16,1 3 15-16,0 1-25 0,0 3-11 15,0-2 3-15,0 2 7 0,2-2 7 0,-1 2-18 0,1 0 12 16,0-4 4-16,-2 4-1 0,3-4 2 0,-3 0 1 16,3 2 2-16,-4 0 7 0,3 1 4 15,-4-1-4-15,1 1-8 0,1 2-10 0,-2-2-5 16,2 0-9-16,-1 2 19 0,1-1 4 0,0-2-1 16,3 0-2-16,-1-2-2 0,3-2-6 0,2 1-27 15,1-5-13-15,1 2-6 0,2-5-6 0,3 1-2 16,2-3 3-16,2-1 2 0,5-2-3 15,2-3 3-15,3 0 1 0,5-3 0 0,2-2-1 16,0-2-3-16,5 0 1 0,4-4 0 0,0-2 2 16,1-1 0-16,3-1-3 0,-1 0-4 0,0-1-3 15,1 0-4-15,0 1-3 0,0 0 6 0,-2 2 4 16,1-1 7-16,-1 2 3 0,1 0 3 0,-3 1 5 16,2 2-4-16,0 2-3 0,1 0-4 0,-2-1 3 15,1 2-9-15,0 0-3 0,1 0-2 0,-1 1 1 16,0 1-3-16,1 0-2 0,0 0 2 0,0-3-3 15,-1 1-3-15,2 0-3 0,2-1-5 0,-2-2-1 16,1 0 11-16,3 0 6 0,-2 0 11 16,2-2 5-16,2 2 9 0,2-5 2 0,-1 3-8 15,3-2 2-15,-1 2-10 0,3-3-2 0,-3 2-3 16,1 0 0-16,0-1-2 0,-4 1-7 0,4 0-1 16,-2 1-3-16,-4-1 0 0,2 1 5 0,-3 1 8 15,0-2 6-15,0 2 6 0,0-2 9 0,1 2 3 16,2-3-10-16,-3 3-1 0,5-2-1 0,-2 1-3 15,1 1-6-15,-3 0 0 0,4-1-1 0,-4 0-2 16,2 2-3-16,-2 0-2 0,0-1-4 0,-1 1-4 16,-1 0-3-16,-2 1 0 0,1-1 4 0,-3 2 7 15,1 0 5-15,0-2 5 0,-3 1 10 16,2-1 1-16,1 0-3 0,-1 0-2 0,0 0 0 0,0-1 0 16,2-1 0-16,-4-1-1 0,2-3 1 15,-3 4-5-15,0-6 1 0,-2-1-3 0,0 1 3 16,-3-1-1-16,0-3-1 0,0-2 3 0,-1 1-4 15,-1-2 3-15,-1-2-1 0,-2 2 6 0,2-2 5 16,-2-2 10-16,-2 2 2 0,0-1 7 0,-1 1 18 16,-2 0 23-16,-2-2 19 0,1 2 16 0,-3-1 23 15,0 2 9-15,-3-2-3 0,-2 1-15 0,0-1-14 16,-2 2-15-16,-4-2-20 0,0 0-11 0,-1-2-15 16,-2 1-16-16,-2 0-13 0,-2-4-10 0,-2 0-8 15,-1-3-13-15,0 0 0 0,1-4 2 0,-3-1 2 16,2-1 2-16,-1 0 3 0,2 1 3 15,-1 1-15-15,-2 1-36 0,1 2-70 0,-5 5-102 16,3 0-134-16,-5 6-293 0,-1 3-244 16,-2 3-159-16,-3 2 44 0,-1 3 295 0</inkml:trace>
  <inkml:trace contextRef="#ctx0" brushRef="#br3" timeOffset="-193969.82">8376 8854 49 0,'0'2'253'15,"0"-2"126"-15,0-2 112 0,0 1-86 0,0-1-114 16,-1 0-53-16,1-3-11 0,-2-1 3 15,2 1 16-15,0-2 17 0,0 0 17 0,0-1 16 16,0-3 8-16,2 2 4 0,-1-1-15 0,-1-2-24 16,2 0-33-16,-2-1-40 0,1 1-38 15,-1-1-35-15,0 1-25 0,0 0-15 0,2 0-15 16,-2 0 0-16,0 3 4 0,2-2 6 16,-2 1 9-16,1 0-2 0,-1-1-4 0,0-1-6 15,2 0-10-15,-2 0-16 0,0 2-17 0,0-4-10 16,0 3-5-16,0-1-5 0,0-1-6 15,0 2 2-15,-2 3 1 0,2-1-6 0,-1 3 0 16,-1-1-6-16,0 2-7 0,-1-1-24 16,2 2-35-16,-1-1-29 0,0 4-67 0,-1-3-116 15,-2 3-156-15,-1-1-263 0,2 2-248 0,-1 0-231 16,0 0-47-16,0 2 326 0,2-2 443 16</inkml:trace>
  <inkml:trace contextRef="#ctx0" brushRef="#br3" timeOffset="-193734.86">8326 8382 132 0,'3'-8'350'15,"0"2"161"-15,-2-1 149 0,1-3-113 0,1 3-102 16,0-2-58-16,-1 0-34 0,3 1-14 16,-2 0-16-16,2-1-51 0,2 2-57 0,-2 0-44 15,0 1-32-15,1 0-31 0,-1 2-41 0,0-1-26 16,1 2-19-16,0 2-7 0,-1-1-4 15,0 4-2-15,0 1-1 0,0 1 0 0,1 3-1 16,-2 4-6-16,0 1-17 0,-1 3-46 16,0 2-86-16,-1 1-117 0,-1 2-147 0,-1 2-287 15,2 3-220-15,-2 0-89 0,-2 0 153 0,1-3 310 16</inkml:trace>
  <inkml:trace contextRef="#ctx0" brushRef="#br3" timeOffset="-192877.17">8403 9358 16 0,'0'0'214'0,"2"0"123"0,-1-1 80 15,1 1-21-15,-1 0-62 0,-1-2-68 16,0 2-42-16,0 0-19 0,0 0-2 16,0 0 14-16,0 0 15 0,0 2 20 0,0-2 19 15,0 1-5-15,0 1-18 0,0 1-16 0,0 0-16 16,0 1-19-16,0 2-24 0,2 1-15 0,-2 1-16 15,0 1-16-15,2 0-21 0,-1 6-14 16,-1-4-17-16,2 3-11 0,-2 2-9 0,3 0-11 16,-3 4-12-16,2-1-11 0,-2 1-5 15,1 1-6-15,-1 0-2 0,0-2-6 0,0 1 1 16,0-3-2-16,0 2 0 0,0-4-5 0,3-2-1 16,-3-2 6-16,0-1-3 0,0-3 4 15,0-1-4-15,0-1 1 0,0-3-1 0,0 2-3 16,0-2-6-16,0-2-17 0,-3 0-39 15,2-2-60-15,-1-2-79 0,-1 2-90 0,0-3-96 16,-1-1-91-16,1 0-85 0,0 0-113 0,-2-1-118 16,2 1 9-16,-3 0 135 0,1-1 198 15</inkml:trace>
  <inkml:trace contextRef="#ctx0" brushRef="#br3" timeOffset="-192669.04">8363 9630 69 0,'2'1'255'0,"1"2"127"0,-1 0 57 16,-1 2-59-16,1 2-88 0,1-1-60 15,0 1-30-15,2 5-15 0,0-3 7 0,1 2 17 16,-1 2 17-16,1 1 14 0,1 2 4 16,-1-2-10-16,3 1-26 0,-2-1-45 0,-1-1-41 15,2-2-44-15,0-1-33 0,-2 0-22 0,0-5-11 16,1-1-4-16,-1-2-5 0,0-2 3 16,1-2-4-16,-2-3 0 0,-1-3-10 0,0-2-40 15,-1-1-76-15,0-6-93 0,0 1-132 0,-3 0-281 16,0-2-197-16,0-1-56 0,-3 0 139 15,0 0 253-15</inkml:trace>
  <inkml:trace contextRef="#ctx0" brushRef="#br1" timeOffset="-184066.26">21428 8400 154 0,'2'-1'369'0,"-2"1"158"16,0 0 121-16,1-2-179 0,-1 2-110 16,0 0-33-16,2 0 13 0,-2 0 32 0,1 0 8 15,-1 0-19-15,0 0-41 0,2 0-54 16,-2 0-64-16,0 0-53 0,2 0-47 0,-2 0-31 15,1 0-18-15,-1 0-2 0,2 0-7 16,0 0-4-16,1 0 9 0,0 0 7 0,1 2-4 16,1-2-11-16,0 0-5 0,0 1 28 0,1-1 10 15,2 1 2-15,-2 1-1 0,2 1-3 0,0-2 2 16,1 0-31-16,-1 1-15 0,2 0-12 16,-2-1-2-16,1 1 0 0,1-1-1 0,-1-1 2 15,1 2-1-15,-1-1 0 0,-1 1-5 16,3-2-2-16,-1 1 2 0,-2 1 45 0,1-1 17 15,2 0 10-15,-3-1 5 0,2 0 2 0,-1 2-5 16,1-2-39-16,-2 0-18 0,0 2-12 16,2-2-4-16,-2 1-4 0,2-1 1 0,-1 0-3 15,2 1 1-15,-1-1-4 0,2 2 0 16,-2 0 0-16,1-2-1 0,3 1-1 0,-2-1 0 16,1 0 2-16,0 1 0 0,3-1 2 0,-2 0-3 15,3 3 1-15,0-3 2 0,-2 1-2 16,3-1 1-16,1 0-2 0,-2 0 2 0,4 0 0 15,-3-1 0-15,0 1 0 0,3-3-1 16,-3 2 1-16,2 1-1 0,-2-1 3 0,2-3 0 16,0 3-1-16,0 0-1 0,-2-3-3 0,4 3 1 15,-2-2-3-15,0 0 2 0,0 0 1 0,1 0-1 16,-4-2 0-16,4 1 2 0,-4 0 0 16,4-1 0-16,-3 1 0 0,0-2 2 0,3 1 2 15,-3-1-1-15,2 1 2 0,-2-1-5 0,2 2 0 16,-2 0 0-16,1-1-1 0,1 1 2 15,0-1-2-15,0 1 2 0,0 0 1 0,2 0-1 16,-1 0 1-16,0-1-1 0,3 3-1 0,0-3 1 16,-1 0-2-16,3 2 2 0,-1-1 0 15,0 0-1-15,1-1 1 0,-1 1-3 0,0 0 2 16,-1 1 0-16,1 0 0 0,0-1 0 16,1 1 0-16,-3 0-1 0,1 0 1 0,0 0-3 15,1-1 0-15,-1 2 1 0,1-1 1 0,-2 0 2 16,2 2-2-16,0-3 1 0,0 2 3 0,0-2-1 15,-1 0-2-15,2 1 0 0,-1-3 0 16,2 4 1-16,-4-3 0 0,6 2 0 0,-5-2 0 16,3 1 2-16,-1 0 1 0,3 1-3 15,-1 0-2-15,1-1-1 0,1 1 2 0,-2-2-2 16,1 2-2-16,-1 0 2 0,-1 0 2 0,0 2 0 16,3 0 0-16,-1-3-1 0,-3 4 1 0,4-1-1 15,-1 0 0-15,-1 1-1 0,2 0 1 16,-1-2 1-16,-1 2-2 0,2 0 2 15,0 0 0-15,0 0 5 0,0 2-3 0,0-2 0 16,2 0 1-16,0 0-1 0,2 0-2 0,0-2 0 16,0 2 1-16,3 0-1 0,-1 0 2 0,4 0-1 15,-2 0 1-15,0 0 0 0,1 0-2 16,1 0 2-16,-1 0-3 0,1 0 0 0,1 2 0 16,-2-2-3-16,3 0 1 0,-3 0 0 15,4 1 4-15,-2-1 1 0,1 0 2 0,0 0 0 16,1-1-2-16,-1 1 1 0,2 0-2 0,0-2-2 15,-1 0 0-15,3 1 1 0,0 1-2 16,-2 0 0-16,0 0 2 0,1 0-1 0,-1 1 1 16,-1 1-3-16,0 0 2 0,-1 0-2 0,-1 2 0 15,2-3 4-15,-4 2 1 0,3 0 0 16,-3-1 0-16,2 1 3 0,0 1-2 0,1-1-4 16,-2-2 0-16,3 1 0 0,1-1 1 0,-1 1-1 15,0-2 0-15,-1 0 1 0,1 1-1 16,0-1 1-16,-4 0-2 0,3 1 2 0,-3-1 0 15,0 0-1-15,1 2 1 0,-2 0-1 16,0-1 1-16,1 2 0 0,-2-1-1 0,1-2 2 16,-2 2 0-16,2 1 0 0,-2-2 3 0,1 1-2 15,-1 1 0-15,1-1-1 0,0 0-2 0,1 1 1 16,0 0 0-16,-3 0 0 0,2-1 0 16,-2 0 0-16,2 0 1 0,-2 0-1 15,-2-1-2-15,4 0 1 0,-2 1-1 0,-2 0 2 16,2-2 0-16,-1 0 1 0,-1 0 3 15,0 0-1-15,2 0 1 0,-1 0 2 0,-1 1 3 16,0-1-1-16,0 0-2 0,1 1 2 0,-1-1 0 16,2 2-1-16,1-2-3 0,-2 1-1 0,1 1 1 15,0-2-1-15,0 1-2 0,-2 0 2 16,4-1-2-16,-1 2 1 0,-3-2 1 0,2 2-2 16,0-2-1-16,-2 1-2 0,3-1 2 0,-1 0 1 15,0 0-2-15,1-1 2 0,-1 1 1 16,0-2 1-16,0 2-1 0,1 0 3 0,-1-2-2 15,1 2 0-15,2 0-1 0,-3 0 2 0,3 0-2 16,-2 2-2-16,1 0 0 0,0-1 2 16,0 1-1-16,-2 1 2 0,-1 0-2 0,1 0 1 15,0 1-1-15,-2-1-1 0,2 2 1 16,-1 0-1-16,-2-2 0 0,1 0 2 0,1 1 0 16,-3 2 2-16,1-1-3 0,0-1 2 0,-1-1-1 15,1 2 1-15,-1-4 0 0,1 2-1 0,0 0 0 16,-1-1-1-16,3 0 0 0,-3-2 0 15,2 2 2-15,-1-1 0 0,0-1 0 16,-2-1 11-16,0 1 3 0,-2-2 0 0,1 0 0 16,-3 2 2-16,1-1 0 0,-2 0-8 0,1-2-2 15,-2 1-3-15,-1 1-2 0,-1-2 1 0,-1 1-2 16,1 0 2-16,0 0 5 0,-1-2 4 16,-2 0 5-16,0 1 0 0,-2-1 0 0,4 2 1 15,-4 0-7-15,1-2-3 0,-3-1-5 16,1 3-2-16,0-2 1 0,-3 0-2 0,1 1-1 15,-2-1 0-15,1-1 0 0,1 2 0 0,-2-2-1 16,0 1 2-16,-2 0 1 0,1 1 0 0,1-1 0 16,-2 0-2-16,-1 2 1 0,2-3-2 0,-3 2-2 15,0-2 0-15,-1 3-1 0,0-2-1 0,0-1-9 16,-3 3-31-16,0-3-72 0,-3-2-93 16,-1-1-176-16,-1-2-291 0,-7-2-331 0,-5-2-351 15,-4-3-187-15,-9 1 197 0,-7-2 689 0</inkml:trace>
  <inkml:trace contextRef="#ctx0" brushRef="#br1" timeOffset="-182672.88">25878 8183 90 0,'-4'0'312'0,"-1"0"182"0,2 0 191 16,-2-1-46-16,2 0-31 0,0 1-17 0,-1-2-32 15,-1 1-56-15,2-1-78 0,-2 1-82 16,2 1-73-16,1 0-49 0,-1 0-13 0,1 0-4 16,-1 1-6-16,0-1-14 0,2 2-25 0,-3-2-26 15,3 0-33-15,-1 1-25 0,1-1-20 16,-1 2-10-16,0-2-8 0,2 0-7 0,-1 1-5 15,1-1-6-15,-2 1-2 0,2-1-6 16,0 0-2-16,0 2-3 0,2 1-5 0,-2 0 3 16,1 0-4-16,-1 2 1 0,4-1-1 0,-3 2 0 15,2-2 1-15,1 1-1 0,0-1-1 16,-1 0 2-16,4-4-1 0,-3 3 0 0,3-2 2 16,-1-2-2-16,0-2 3 0,1 1 1 15,-3-4 1-15,1-1 1 0,2 1 1 0,-4-3-1 16,1-2-2-16,-1 1 8 0,-3 1 9 0,0-2 7 15,0 0 9-15,-3 1 5 0,-3 1 5 16,2 2-4-16,-1-1-4 0,-2 1-5 0,1 3-5 16,-2-1-3-16,2 2-5 0,-1 0-5 0,3 3-3 15,-3 0-4-15,1 1-3 0,1 3-3 16,1 2-2-16,0 1-1 0,0 2 0 0,-1 1 0 16,2 1 0-16,-2 0 0 0,2 3 0 0,1-1 0 15,2-4-1-15,0 1-1 0,0-2 1 16,2-2-1-16,1 0 0 0,2-2 1 0,-1-2-1 15,1-2 2-15,2 0 0 0,1-2 2 16,-1-4 0-16,0 0-1 0,-1-2 1 0,1-1-1 16,2 2 1-16,-5-2 0 0,1 1 0 0,0-1 1 15,-2 1 0-15,1 2 1 0,-1-1 1 0,-2-1 5 16,-1 3 2-16,0-1 4 0,0-1 2 16,-3 2 2-16,2 1 2 0,-3-1-2 0,-1 2-2 15,2 0-1-15,0 0-2 0,-2 1-2 16,2 2-3-16,-1 2-2 0,-3-1-2 0,4 4-4 15,-2 1-1-15,0 1 0 0,2 2-1 0,-3 2-1 16,1-1 1-16,2 0 0 0,0 1 0 16,0 0 0-16,1-2 0 0,1-1-2 0,1-1 1 15,0-1-1-15,0-1-1 0,0-1-1 0,1-2 0 16,1 0 0-16,-1 0-4 0,3-2-10 16,-1-2-18-16,-2 0-27 0,3 1-74 0,-3-2-89 15,4 0-159-15,-5 0-282 0,-5-1-322 16,4 1-380-16,1 1-210 0,-4-1 103 0,1 1 676 15</inkml:trace>
  <inkml:trace contextRef="#ctx0" brushRef="#br3" timeOffset="-175690.98">21567 7047 198 0,'2'-2'326'0,"0"2"118"0,-1-1-36 0,-1 1-104 16,3-2-66-16,-3 2-32 0,2 0-1 16,-2-1 8-16,0 1-8 0,-2 1-8 0,-1-1-7 15,3 3-16-15,-3 1-6 0,1 0 2 16,-1 2 13-16,2 0 15 0,-4 0-1 0,0 2 3 15,0 1-12-15,-1 2-11 0,1 0-22 0,1 1-19 16,-3 1-19-16,2-1-17 0,1 2-20 16,-4 3-15-16,2-3-11 0,-1 1-6 0,1 2-9 15,-1-3-5-15,-2 5-5 0,3-2-4 0,-1-3-4 16,2 2-9-16,-2-1-4 0,2-1-3 16,0-2-3-16,2 0-1 0,0-3-1 0,0 2 0 15,1-4 1-15,0 0 1 0,2-4-2 16,-1 2-2-16,-1 0 2 0,2-2 3 0,0-2-5 15,0 2 1-15,0-1 1 0,0-1 0 0,0-1 2 16,0 2 0-16,0-1 0 0,0-1-2 16,0 0 1-16,0 0-2 0,0 0 1 0,2 0 0 15,-1 0 2-15,1 0-1 0,0 0-3 16,-1 0 4-16,1-1-3 0,-1-1 0 0,1 2-3 16,1 0 4-16,-1-1-1 0,1 1-1 0,0 0 0 15,-3-2 2-15,5 2 3 0,-2-1-3 0,-2 1 2 16,3 0 1-16,-3-2 0 0,3 2-3 15,-3-1 0-15,2 1 1 0,1 0 0 16,-1-2 0-16,0 2 1 0,1 0-1 0,-1-1-2 16,1 1 1-16,1-1-1 0,-2 1 7 0,2 0 6 15,-2-2 5-15,2 2 2 0,1-2-1 16,-2 2 2-16,3 0-8 0,-1 0-7 0,-1 0-2 16,4 0-1-16,-2 0 0 0,-1 0-1 0,0 2 0 15,4 0 19-15,-2-1 28 0,0 0 13 16,0 2 13-16,2 0 4 0,0 0 2 0,-2 3-16 15,4-2-25-15,-2 0-17 0,1 1-10 0,0 0-2 16,0-1-3-16,3 3-2 0,-2-3-1 16,-1 2 3-16,1 1-2 0,3-4-1 0,-1 2 0 15,-2 0-2-15,1-1 0 0,1 1-2 16,2-2 1-16,-2 0-1 0,2-2 3 0,0 3 3 16,-2-3 1-16,4 0-1 0,-2 1 2 0,-2-2 0 15,0 0-7-15,2 1-1 0,-5 1 1 16,1-1 1-16,-1 0-2 0,-1 1 4 0,-1-1 1 15,-1 1 1-15,0 1-1 0,-3-2 0 0,3 3 1 16,-4-3 16-16,0 2 20 0,1-1 9 16,-1 0 5-16,0 0 2 0,-1 1 2 0,0-1-21 15,1 0-16-15,-1 1-11 0,-1-2-6 0,1 0-2 16,1 0-1-16,-3-1 1 0,2 3 1 16,-1-3-1-16,0 0 2 0,-2 0-2 0,0 0 0 15,1 0-2-15,-1 0-2 0,0 0 5 16,0 0-2-16,0 0 3 0,0 0-4 0,-1 0 0 15,1 0 3-15,0 0-4 0,0 0-1 0,0 0-2 16,0 0-1-16,0 0-1 0,0 0-5 16,0 0 1-16,0 0 0 0,0 0-1 0,0 0 0 15,0 0-7-15,-2-3-25 0,2 3-38 16,0 0-37-16,0 0-34 0,-2-1-51 0,1 0-94 16,-1 0-114-16,-1-2-135 0,0 1-256 0,-1 2-239 15,1-2-153-15,2 2 147 0,-4-3 389 16</inkml:trace>
  <inkml:trace contextRef="#ctx0" brushRef="#br3" timeOffset="-175244.97">22078 7527 66 0,'0'1'310'0,"0"-1"183"0,-2 0 171 0,2 0-67 15,0 0-109-15,0-1-75 0,0-1-49 16,0 1-24-16,2-2-14 0,0-2-16 0,1 0-25 15,2 0-30-15,-2-4-34 0,4 0-34 16,-2-1-35-16,2-2-34 0,1-2-25 0,0-3-17 16,2 2-1-16,-2-2-1 0,2-2 14 0,2 0 9 15,0 1 8-15,-3-1-1 0,2 0-10 16,-3 1-12-16,0 2-24 0,0 2-17 0,-4 0-20 16,1 3-9-16,-1 2-5 0,-3-1-2 15,1 3-1-15,-2 3 2 0,0-2-1 0,-2 3-6 16,1 0-19-16,-1 1-32 0,0-1-35 0,-1 3-30 15,1-1-32-15,-1 1-50 0,-1-3-70 0,1 2-69 16,0-3-75-16,-1 2-95 0,1-2-126 16,0 2-168-16,0-1-109 0,-1 1 59 15,0-2 186-15,-1 2 239 0</inkml:trace>
  <inkml:trace contextRef="#ctx0" brushRef="#br3" timeOffset="-174496.87">21673 6985 20 0,'2'0'186'16,"-2"0"103"-16,1 0 32 0,-1-1-14 16,0 1-35-16,0 0-31 0,0-2-28 0,-1 1-13 15,1 1 14-15,-2-2 24 0,2 2 25 0,0 0 16 16,-2 0 14-16,2 0-3 0,0 0-10 15,0 0-22-15,0 2-19 0,0-2-15 0,0 0-19 16,0 0-23-16,0 0-22 0,0 0-27 16,0 0-28-16,0 0-31 0,0 0-25 0,0 0-15 15,0 0-15-15,2 0-11 0,-2 1-4 0,0-1 0 16,2 2 0-16,1-2 0 0,0 1 0 16,0-1-1-16,2 3 7 0,2-1 4 0,0-1 4 15,0 2 2-15,2-1-1 0,4 1 15 0,-1 0 9 16,1 1 2-16,4-1-3 0,1 1 0 15,-1 0-1-15,2-2-9 0,-1 1 35 0,2 1 17 16,0 0 11-16,1-2 1 0,-2 1 1 16,2 0-4-16,-2 0-37 0,1 1-24 0,-4 0-16 15,3 0-4-15,-2-1-1 0,-1 1-3 0,0-1-6 16,-3 1 2-16,0 3 1 0,-1-3-2 16,-1 2-1-16,0 1 0 0,-1-1 2 0,-1 0 1 15,-1 0-1-15,0-2-2 0,-2 0 2 0,2 1-1 16,-1-2 0-16,-1 0-7 0,0 0-1 15,-3 0-3-15,2-2-28 0,-2-1-42 0,-1 1-43 16,0-1-93-16,-2 0-156 0,0 0-274 16,0 0-268-16,0-1-235 0,0 0-176 0,0-2 216 15,0 0 511-15</inkml:trace>
  <inkml:trace contextRef="#ctx0" brushRef="#br3" timeOffset="-172764.9">29141 7077 123 0,'2'1'259'0,"1"-1"95"0,-2 1-19 0,1 1-72 16,1-2-68-16,0 3-42 0,-2-3-18 0,3 0-1 16,-3 0 0-16,4 0-7 0,-2 2-4 15,4-2 3-15,-1-2 4 0,2 2 13 0,-2 0 8 16,1-3 27-16,2 3 33 0,-1-2 25 0,1 1 9 16,3 0-15-16,-2-2-1 0,2 0-23 15,0-1-25-15,-1 2-23 0,1-3-23 16,0 2-13-16,-1-1-26 0,-1 0-19 0,4 0-23 0,-5-2-21 15,5 2-11-15,-2-1-8 0,-1-1-6 16,3 1-5-16,-1-3 3 0,1 3-4 0,0-2-1 16,2-1-1-16,-4 1 2 0,6-1-5 15,-6 1 1-15,6-2-2 0,-4 2 2 0,2 1 0 16,-2-3-3-16,2 5 4 0,-3-3-2 16,-1 1-2-16,1 1-1 0,-2 0-3 0,-1 3-18 15,0-3-29-15,-2 2-36 0,0 0-49 0,0 0-55 16,-2 0-57-16,-1 2-45 0,-2-1-44 15,2 1-30-15,-1 1-31 0,-1-2-47 0,-2 2-110 16,-1 0-73-16,0 0 40 0,0 0 126 16,0 0 161-16</inkml:trace>
  <inkml:trace contextRef="#ctx0" brushRef="#br3" timeOffset="-172146.97">29218 7053 18 0,'2'1'193'0,"-1"1"103"16,1-1 66-16,0 1-48 0,-1-1-56 0,1 2-56 15,-2 1-22-15,1 0-11 0,3 2 4 16,-3 1 11-16,2-3 13 0,3 5 13 0,-2 1-7 15,0-1-17-15,3 1 0 0,-1 2-17 0,1-1-25 16,2 1-27-16,-1-1-15 0,-2 2-10 16,2-3-37-16,1 2-18 0,-1 0-13 0,-1-2-8 15,-1 3-5-15,2-2-2 0,-3-1-2 16,-2 1-7-16,0-2 2 0,-1 0-1 0,-1 1 1 16,-1-3-2-16,0 1-3 0,0-3-2 0,-1 2-2 15,1-4-15-15,-4 1-32 0,3-1-54 16,-1-3-59-16,2 0-59 0,-1 0-66 0,1-1-60 15,1-2-72-15,-1 0-117 0,0-1-58 16,0 0 51-16,0-1 124 0,0 2 143 0</inkml:trace>
  <inkml:trace contextRef="#ctx0" brushRef="#br3" timeOffset="-171760.92">29299 7313 21 0,'3'3'229'16,"3"-2"128"-16,-3-1 130 0,2 1-56 0,2-1-101 16,-2 0-69-16,2-1-34 0,-1 1-11 0,2-4 2 15,1 2 6-15,1 2 0 0,2-3-6 16,-1-2-15-16,3 2-20 0,-3-3-34 0,5 0-23 15,-4 0-21-15,6-1-17 0,-2-1-17 16,1-1-9-16,1 0-8 0,-1-2-16 0,0 2-17 16,1 1-9-16,0-3-3 0,-2 2-5 0,3 0-1 15,-1 2-3-15,1-2-2 0,-3 0-2 16,2 1-3-16,1-1 2 0,1 0-2 0,-2 2 1 16,3-2-1-16,-5 1 1 0,2 2 2 15,2 0-4-15,-5 0 4 0,1 0-3 0,2 1-3 16,-5 1-6-16,-1 1-32 0,-3 0-49 0,0 0-52 15,-5 2-64-15,1-1-82 0,-4 1-105 16,-1 1-176-16,-3 0-138 0,-3 0-20 0,1-2 112 16,-3 2 194-16</inkml:trace>
  <inkml:trace contextRef="#ctx0" brushRef="#br3" timeOffset="-171436.87">29737 6872 25 0,'0'2'263'0,"3"2"152"16,-3 0 151-16,1-1-25 0,1 3-108 0,0 1-77 15,-1 1-35-15,3 2-6 0,-1 1-11 16,2 0-17-16,-2 2-20 0,3 0-43 16,-2 1-37-16,3 0-42 0,-1 0-33 0,1 2-37 15,-1-3-31-15,-2 1-18 0,3-2-16 0,-2 2-5 16,1-3-9-16,-1 2-35 0,1-1-76 0,-3-1-97 16,0-1-119-16,-1 0-195 0,-2 1-259 15,-2-3-145-15,1 3 47 0,-2-1 228 0,-3-1 280 16</inkml:trace>
  <inkml:trace contextRef="#ctx0" brushRef="#br3" timeOffset="-168209.96">22102 7294 96 0,'1'2'242'16,"1"-2"104"-16,-1 0-14 0,1 0-64 0,0 0-67 15,-1 0-50-15,2 0-38 0,-1 0-15 16,0 0-8-16,-1-2-7 0,2 0-3 0,1 2-9 15,-3 0-5-15,4-1-13 0,-2 1-10 16,0 0-12-16,-1-1-10 0,2 1-7 0,0 0-6 16,-3 0 1-16,3 0-5 0,-1 0-2 0,3 1-4 15,-3-1 2-15,2 0 2 0,-2 1 0 0,2 1 4 16,0 0-2-16,-1-1 2 0,2 1-2 16,1-1-6-16,-3 1 2 0,1-1-4 15,2 2 2-15,0-1 0 0,0-1 0 0,-2 1 4 16,-1 0 0-16,3 1 19 0,0-2 14 0,0 0 3 15,-2 0 4-15,-1 2 2 0,1-1 0 0,-2 0-19 16,3 0-12-16,-1-1-9 0,-2 0 0 16,2 1-3-16,2 1-1 0,-3-2 0 15,1 1 0-15,1-1 0 0,-1 2-3 0,0-1 1 16,1-1 0-16,-1 3 0 0,3-3-6 0,-4 0 5 16,3 1-1-16,-1-1-4 0,-1 1 3 0,3 0-1 15,-4 0 0-15,4 1 0 0,-3-1 1 16,2 0 3-16,0 0 0 0,0 1-4 0,-2-1 4 15,1 1-1-15,0-1 3 0,0 0 0 16,1 1 0-16,-1-1 1 0,1 0 5 0,-1 1 2 16,2-2 1-16,0 0-1 0,0 0-1 0,-2-1 1 15,2 3-2-15,0-3 1 0,0 0-1 16,-2 2-2-16,2-2 3 0,0 2-5 0,-2 0 2 16,1-1-2-16,2 0 2 0,-3 1-1 15,0-1 1-15,3 2 2 0,0-1-2 0,-1 1 3 16,-2 0-1-16,4 0-4 0,0 0 3 0,0 0 1 15,1-2-4-15,0 2 0 0,0-2 1 16,1 2-1-16,2-1 0 0,-5 1 0 0,4-2 2 16,-1 1 0-16,0 0-1 0,2 1-1 15,-3-2 0-15,1 1-2 0,1-1 0 0,0 0 0 16,1 1 0-16,-1-1-2 0,1 1 2 0,-1 0 2 16,1-2-2-16,-3 0 0 0,2 0 0 0,1 0 0 15,-3 0-2-15,1 0 2 0,-1 0 0 16,-1 0 0-16,2 0 0 0,-2 2 0 15,-2 1-2-15,1-2 0 0,-1 0-1 0,0 3 1 16,0-4-2-16,0 4 2 0,-2-2-3 0,-1 0-1 16,2 1 2-16,-3 0-1 0,2 0 1 0,-1 0 0 15,2 0 2-15,-3-1 2 0,3 1 0 16,-1 0-2-16,2-2 2 0,-2 1-4 16,2-1 3-16,0 0-3 0,1 1 0 0,-1-1-2 15,1 1 3-15,1-2-3 0,-2 2 0 0,2-1-1 16,1 0-1-16,-2 3 1 0,-1-3 1 0,5 1-4 15,-4-1 3-15,1 1-1 0,2-1-3 16,0 0 1-16,-3 1 3 0,2-1-1 0,0 1 6 16,-1 0-2-16,2 0 4 0,-2 1 4 15,1-2 4-15,1 1-2 0,0 1-3 0,-3-3 5 16,4 4-6-16,0-2 4 0,-3 0-3 0,3 0 1 16,-2 1 2-16,2 0 0 0,-4-2-1 15,3 2 1-15,-2-1-2 0,2 1 1 0,0-1-1 16,-1 0 0-16,-1 0 0 0,2 1-2 15,-1-1 0-15,-1 0-1 0,1 1-1 0,-2-1-1 16,1 0 1-16,1 0-4 0,-1 1 2 0,-2-1 2 16,1 1 2-16,0-1 0 0,-1 0-2 0,2 1 0 15,-1-1 0-15,1 0-2 0,-1 2-2 16,1-3 0-16,-2 3 0 0,1-2 2 16,-1 0 2-16,1 1 0 0,-1-2 0 0,1 2 2 15,0-1 2-15,0 1-4 0,-1-2 0 0,0 1 2 16,1 1 0-16,0-2 0 0,-1 3-2 0,2-3 2 15,-2 2 0-15,2 0 1 0,-2-2-3 16,3 2 0-16,-3 0 0 0,0-1 0 0,3 1 0 16,-3-2-5-16,0 2 5 0,0-1-2 15,1 1 2-15,-3-2 0 0,2 2-2 0,0 0 2 16,1-1 0-16,-2 0 0 0,-1 2 0 0,2-2 0 16,0 1 0-16,-2 1 0 0,2 0 0 15,0-1 0-15,0 2 0 0,0-2-2 0,-2 0 2 16,2 0 0-16,1 0-4 0,0 0 0 15,-1 0 3-15,0-2-3 0,1 2-2 0,-1-2 0 16,0 3 3-16,3-3-3 0,-3 2 2 0,0 0 0 16,0 0-1-16,1 0 1 0,-3 0 2 15,2 0 2-15,0-1 2 0,1 0 0 0,0 2 5 16,-1-2 1-16,1 1 1 0,0 3 1 16,-1-4-1-16,0 3 1 0,3-2-1 0,-3 0-1 15,0 1-1-15,3 0 3 0,-1-2-6 0,-1 3 7 16,-1-3-5-16,5 1-1 0,-5 2 1 15,1-2 1-15,2 0-1 0,-1 2 0 0,-1-2-1 16,2 1-1-16,0-2 2 0,-1 3-3 16,1-2 1-16,-2 0-2 0,4 1 2 0,-2 0-1 15,-1-1 3-15,2 2 1 0,-1 0-5 0,0-3 2 16,2 3 0-16,0-1-2 0,-1-1 0 0,-1 0-2 16,2 2 3-16,1-2 1 0,-3 0 2 15,3 0-3-15,-2 0 3 0,0-2-4 16,1 2-2-16,0 0 0 0,1-1-4 0,-5-2 0 15,2 2 1-15,3 1-3 0,-2-2 4 0,-3 1 0 16,4 1 2-16,-2-3 0 0,0 2 0 0,0 2 0 16,0-3-3-16,1 2 3 0,-2-2-4 15,1 2 0-15,2-1 0 0,-4 1 1 16,4-1-1-16,-4 2-2 0,3-1 4 0,-2 0-1 16,0-2-3-16,0 2 4 0,-1-2-2 0,4 2-1 15,-4-1-1-15,2 1-3 0,-1-1-1 0,-1 1-1 16,1 0 2-16,1-2-1 0,0 2 3 15,0-1-3-15,-2 0 1 0,1 2 5 0,1-2 2 16,-2 2 0-16,1-2 2 0,0 1 2 16,0 1 8-16,0-1-5 0,0-2 5 0,0 2-3 15,-2-1 3-15,4 1-6 0,-2 0 1 0,0-1-1 16,1 0-2-16,0 0 3 0,-1 0 1 16,-1 0 2-16,4 0-3 0,-4 1 3 0,4-2-3 15,-4 0 1-15,3 1 0 0,-2-1-3 16,2 1 5-16,-1 0-5 0,1-1-1 0,-1-1 4 15,-1 2-4-15,1-1 0 0,-2 1-2 0,3 1 0 16,-2-2 2-16,-2 0-2 0,2 3 1 16,1-3 1-16,-1 2-2 0,-1-1 2 0,2 0 0 15,-1 1-2-15,-2-2 0 0,2 1 2 0,-2 1 0 16,0-3 0-16,0 0-2 0,2 2 0 16,-2-2 0-16,0 2 1 0,-4-2-1 0,1 0 0 15,1 0-1-15,-1 0-3 0,-2 3 2 16,0-3 2-16,1 1-2 0,-3-1 2 0,3 0 0 15,-3 2 4-15,1-1-2 0,-1 1 0 0,2-2-2 16,-1 1 1-16,-1 1-1 0,1-1 0 16,-1-1 0-16,3 2 0 0,-3-2-1 0,1 2-1 15,1-2 2-15,-1 0 0 0,1 1 0 16,-1-1 0-16,1 1 2 0,-2-1-1 0,4 0-1 16,-4 2 0-16,2-2 0 0,1 2-1 0,-3-2 1 15,3 0 0-15,-1 1 0 0,0-1 0 16,0 0 0-16,0 1 0 0,2 1 1 0,-2-2 3 15,0 1 4-15,0 1 16 0,2-1 13 16,-2-1 3-16,2 1 6 0,-2 1 1 0,2-1-3 16,-2 1-19-16,2 0 29 0,0-1 66 0,-1 1 41 15,1 1 20-15,2 0 5 0,2-2 0 0,-3 2-34 16,2 0-65-16,0 0-26 0,5 1-11 16,-4 0-4-16,4-2-5 0,-1 3-3 15,0-3 3-15,0 2-18 0,1-1-10 0,-1 0-5 16,1 0-4-16,-2-1-4 0,2 0-1 0,-4-1-3 15,1 0 1-15,-1-1-2 0,-2 0 0 0,-3 2 3 16,0-2 2-16,-1 2 0 0,0-2 0 16,-1 0 5-16,-2 0-3 0,0 0-4 15,0 0-16-15,-2 0-56 0,0 0-96 0,-2 0-118 16,0 0-238-16,0 1-237 0,0 0-144 0,0 1 51 16,0-1 242-16,0-1 278 0</inkml:trace>
  <inkml:trace contextRef="#ctx0" brushRef="#br3" timeOffset="-165523.02">25891 8141 21 0,'2'0'168'0,"0"0"69"0,-2 0-1 15,0 0-29-15,1 0-42 0,-1 0-41 16,4 0-30-16,-4 0-21 0,1 0-11 0,1 0-8 15,-1-3-5-15,1 3 2 0,1 0 3 0,0-2 0 16,2 2 1-16,-2 0 0 0,2-2-1 16,0 2-2-16,-1-2-1 0,1 1 0 0,2 0-4 15,2-1 0-15,-1 0 6 0,1 0 4 16,1 0-2-16,-1-1 1 0,4 0 3 0,-1 0-7 16,0-2-3-16,2 3-7 0,-2-3-5 0,1 3-5 15,3-2 3-15,-2 0-5 0,0 1 1 16,1 0-3-16,0-2 1 0,-2 1-7 0,4 2-3 15,-4 0-6-15,3-1-3 0,-2 0 1 16,0-2-2-16,1 5 2 0,-1-4-1 0,-1 2-1 16,-1-2 0-16,2 2-5 0,-1-1 0 0,3 0 0 15,-3-2-2-15,-1 2-1 0,1 0 1 16,0-1 0-16,-3 0-2 0,2 0-2 0,0 0 0 16,-2 1 2-16,-1 0-1 0,4-2-1 15,-4 1-2-15,3 2 2 0,-2 0-4 0,0-2 3 16,0 2 1-16,0-3-2 0,2 3 0 0,-3-1 1 15,0 2 1-15,3-3-2 0,-4 3-2 16,0 0-1-16,2-1 1 0,-2 1-1 0,0-1 1 16,2 1-1-16,-2-1 3 0,0 1-4 15,0-1 1-15,1 0 1 0,-1 1 1 0,-2-1-5 16,2 1 5-16,1 0 1 0,0-2 2 0,-1 1 2 16,-2 1 0-16,1-2 7 0,2 0-3 0,-3 2 2 15,2-3 1-15,1 3 1 0,-2-2-1 16,1 0-3-16,2 1 2 0,-2 0 1 15,0 0-3-15,0-2-2 0,2 4 0 0,-2-4 0 16,0 3 0-16,0-3-1 0,2 2 1 0,-2 0 0 16,2-1 4-16,-1 0-2 0,1 0-1 0,0 0 1 15,0 0 2-15,-2 0-4 0,4 0-1 16,-3 0 3-16,0 0-2 0,1 0-2 16,0 0 0-16,-1 1 2 0,-1-3 2 0,1 2-3 15,2 0 3-15,-3 0 0 0,2 0-2 0,1 1 0 16,-3 1-2-16,1 0 0 0,-1-3 0 0,3 4 2 15,-3-2-2-15,0 2 0 0,1-3 0 16,-1 2-2-16,0 0-2 0,2 0 0 0,1-4 2 16,-3 5 0-16,1-4 1 0,1 2-3 15,-1-1 0-15,-1-2 0 0,3 1 1 0,-1 1-1 16,-1-2 0-16,4 1 2 0,-4-1-3 0,3 1 1 16,-2 0 0-16,1-1 2 0,1-1-1 15,0 3-3-15,-2-2 2 0,4 0-5 0,-5 3 3 16,4-4-3-16,-2 2-1 0,0 2 5 15,-1-1-3-15,1 0 1 0,-3 0 1 0,0 1 2 16,0 1-1-16,2-1 1 0,-2-1 0 0,1 1 2 16,0 1-4-16,-1-1 1 0,-2 1 1 15,1 0-4-15,-1-2 3 0,1 1-3 0,0 1 6 16,-1 0-4-16,2-3 1 0,1 2-1 16,0-2 0-16,-1 1 1 0,0-1-5 0,1 1 2 15,-1 0 5-15,0-1-1 0,1 1 0 0,1 1 4 16,-2-2 4-16,-2 2-4 0,3 0 0 0,-2-1 4 15,-1 2 1-15,1-1-1 0,-3 1-4 16,4-2 0-16,-3 3 4 0,-2-2 0 16,2 1-4-16,-2-1 2 0,0 2 0 0,0-1 0 15,2 1-1-15,-2 0 5 0,2-2 0 0,-2 2-4 16,2-1 2-16,-2-1-3 0,2 2 1 0,1-2 2 16,-2 1 11-16,5-1 16 0,-1 1 3 15,1 0 5-15,2-2 0 0,-1 0-1 0,0 2-12 16,3-3-11-16,-2 3-2 0,3-2-4 15,-1 1-2-15,3 1 2 0,-2-1-3 0,0 1 1 16,2-2 1-16,0 1-3 0,-2 1-3 0,3 0 4 16,-2-1-5-16,1 0 3 0,-4 2 0 15,1-2 3-15,3 2-3 0,-3-4 1 0,-1 3-1 16,-1 0 0-16,3-2-4 0,-3 1 0 16,1 0 0-16,-2-1-2 0,0 1 2 0,0 0 0 15,0-1 0-15,-3 0 0 0,-1-1 2 0,-1 3-2 16,2 0 0-16,-1-1 3 0,-3-1 1 15,0 3-2-15,-1-2 1 0,1 1 1 0,0 0-2 16,-1 1-2-16,-1-3 0 0,2 3-2 16,1-2-2-16,-3 1 2 0,4 0 1 0,-2-1-1 15,-2 0-2-15,4-1 1 0,-2 2 1 0,1-1-4 16,-1 1 4-16,2 1 1 0,-4-2-1 16,5 1 2-16,-3-1 0 0,1 1 0 0,-1 1 0 15,0-2 0-15,0 1 2 0,1 0-1 16,-1 1 1-16,1-2 0 0,-1 0 0 0,0 0 0 15,1 2-2-15,-1-3 0 0,2 2 0 0,0 0 3 16,-1-3 1-16,4 0-2 0,2 1-2 16,-2-1 0-16,2 1-2 0,2-4-3 0,-1 5-1 15,1-3-3-15,-1 1 2 0,3 1-1 0,-2-1-1 16,0-1 2-16,2 0-1 0,-2 1 8 16,2 1 0-16,-5 0 2 0,3-2 5 0,1 3 1 15,-1-2 1-15,-3 2 4 0,4-3-6 0,-4 3 1 16,1 0-1-16,-1-1-4 0,-2 2-1 15,-1 0-2-15,0-1 2 0,0 1 0 0,-1 1 0 16,-2-2 1-16,1 1 3 0,-1-1-1 0,2 0-1 16,-4 1-2-16,2 0 1 0,2-1-3 15,0-1 0-15,-1 1 0 0,0 0 2 0,0-1 2 16,1 0-2-16,2-2 5 0,-1 2-2 16,-2-1-1-16,1 1 0 0,0 0-1 0,2-1 1 15,-3 0 1-15,7-1 1 0,-3-1 1 16,3 2-2-16,0-2 1 0,-1 2-2 0,-1-1-3 15,4 1 1-15,-2 0 2 0,1 0-1 0,0 1 1 16,0-1 0-16,2 1-1 0,-1-2 1 16,3 2-4-16,-3 0-4 0,1-1 1 0,0 2 1 15,-3 0 0-15,3-2 2 0,-2 2 0 16,0-1 2-16,-2 2-2 0,-1 0 0 0,0 0 0 16,-2-2 2-16,-2 3 1 0,1-2 3 0,-3 2-3 15,2 0 3-15,-1 0-5 0,0 0 1 16,-1-2 0-16,-2 2-2 0,3 0 0 0,-1-1 2 15,0 1 1-15,0-2 1 0,0 2-1 0,1-2-3 16,0 1 0-16,-1 1 2 0,0-1 0 16,2-1 0-16,-2 1 1 0,1 1 10 0,1-2 1 15,-1 1 0-15,2-1 4 0,-3 0 2 16,2 1-4-16,0 0-8 0,0-1-1 0,1-1 22 16,3 1 23-16,1 0 9 0,0-1 4 0,4-1 1 15,-1 0 3-15,0 1-28 0,0-1-24 16,3 1-16-16,-2 0-2 0,-1-1-6 0,1 0-4 15,1-1 1-15,0 3 1 0,-3-2-1 16,1 2 0-16,-3 0 0 0,-2-1 5 0,0 0 0 16,0 2-1-16,-3-1-1 0,-2 1 4 0,2-2 3 15,-2 1 0-15,-2 0-2 0,4 1 4 0,-4 0 4 16,1-1-1-16,-1 0 0 0,-1 1-3 16,2 1-2-16,0-1 0 0,-2-1-3 0,0 1-2 15,1 1-9-15,-1 0-18 0,0-2-19 0,-1 2-41 16,1-1-50-16,0 1-62 0,-4 0-63 15,4 0-122-15,-3 0-179 0,2-2-49 0,-4 2 65 16,4 0 145-16,-2 0 155 0</inkml:trace>
  <inkml:trace contextRef="#ctx0" brushRef="#br3" timeOffset="-163638.9">22971 7553 197 0,'2'0'353'0,"-1"-2"136"0,3 0 13 0,-4 2-110 15,1-2-74-15,-1 2-18 0,0-3 16 0,0 3 17 16,0-2 7-16,0 2-11 0,0-1-23 0,2-2-37 15,-2 1-37-15,0 2-32 0,0 0-22 16,0-2-23-16,0 2-25 0,0 0-20 16,0-2-23-16,0 2-19 0,0-1-19 0,0 1-7 15,0 0-6-15,0 0 1 0,0 0 5 0,0 0 9 16,0 0 10-16,0 0 6 0,-2 0-3 0,2 0 3 16,0 0-3-16,0 1 2 0,0-1 0 15,-1 2-5-15,1 0-5 0,-4-2-10 0,1 6-7 16,2-4-16-16,-4 3-13 0,2 0-6 15,-3 1 0-15,1 1 0 0,0 1 7 0,0 2 20 16,-1 1 9-16,-2-1 5 0,2 3 4 0,-1 3-1 16,-1-1-6-16,-1 1-15 0,1 2-10 15,2 3 4-15,-2-1-1 0,1 4 2 0,-2-1 0 16,3 2-1-16,-1-1 3 0,2 2-6 0,-2 2-7 16,4-3-3-16,0 3-2 0,-1-3-2 15,4-2-2-15,-1 2 0 0,2-4 0 0,1 0 0 16,0-3 0-16,2-3 1 0,1 2 0 15,-1-4-2-15,1-1-1 0,2-2 0 0,-2-2-1 16,-1 3-1-16,2-4 1 0,1 0 1 16,-2 0-1-16,-2-1-1 0,0-2 2 0,0 0 2 15,0-1-2-15,-1 0 0 0,0 2 2 0,-1-4 0 16,4 2 1-16,-5-1-2 0,1-1-1 0,-1-1-1 16,0 1 0-16,2-1 0 0,-2 0-3 15,0-1 1-15,-2 0-8 0,2-2-37 0,0-2-50 16,-1 0-48-16,1 0-54 0,-2-1-100 15,-1-1-136-15,0-1-128 0,1-1-227 0,-1 2-233 16,2 1-177-16,-3-1 89 0,3 1 361 0,-1 0 381 16</inkml:trace>
  <inkml:trace contextRef="#ctx0" brushRef="#br3" timeOffset="-162970.9">23136 7774 125 0,'3'-2'382'0,"-1"2"216"0,-1 0 189 0,-1-3-84 16,3 3-102-16,-3 0-77 0,0 3-72 16,0-3-71-16,-3 2-76 0,3 2-72 0,-3-2-69 15,2 6-54-15,-3-1-25 0,3 2-14 16,-3 3-6-16,0 3-12 0,0 1-5 0,3 0-9 16,-1 3-4-16,1 2-4 0,-1 0-4 0,-1 2-3 15,6-2-6-15,-3-1-6 0,2 2-6 0,-1-4-3 16,2-2-5-16,2-1 2 0,-2-2-2 15,4-3-1-15,-1-3 3 0,2-1-3 0,1-4 5 16,0-2 2-16,0-2 1 0,0-4 2 16,3-1-2-16,-2-3-1 0,2-3-6 0,-3-2-1 15,3 0-1-15,-3-1 1 0,0 0 13 16,0 0 24-16,-4 1 29 0,2 0 22 0,-3 0 20 16,0 1 7-16,-3 1-2 0,1-2-14 0,-4 2-23 15,1 0-20-15,-3-1-18 0,1 1-10 16,-2 0-10-16,1 1-10 0,-4 2-3 0,2 3 0 15,-1-1-6-15,1 3-2 0,-3 2-2 0,2 2 3 16,-1 4-1-16,0 0-4 0,2 2-19 16,-3 1-39-16,1 1-37 0,1 2-56 0,1 0-115 15,-3-2-154-15,0 3-217 0,5-4-249 0,-3 2-235 16,1-3-113-16,2 1 253 0,-1-2 439 16</inkml:trace>
  <inkml:trace contextRef="#ctx0" brushRef="#br3" timeOffset="-162736.98">23073 7922 24 0,'1'6'413'0,"2"-4"308"16,1 1 212-16,-3 0 122 0,5-1-287 16,-1 1-232-16,1-1-141 0,2-1-64 0,2 0-42 15,1-1-73-15,0 0-70 0,5 0-37 16,0-1-31-16,3 0-24 0,-1-3-21 0,3 1-17 15,0 0-9-15,2 0-7 0,0 1 2 0,4 0-6 16,-2 0-28-16,2 2-51 0,-2 0-128 16,0 0-190-16,-1 4-291 0,0-3-281 0,1 2-238 15,0 1-58-15,0 1 406 0,4-2 480 16</inkml:trace>
  <inkml:trace contextRef="#ctx0" brushRef="#br3" timeOffset="-161700.99">28249 7588 143 0,'2'0'327'0,"-1"-2"140"0,4 1 56 0,-4 1-105 16,2 0-86-16,1 0-56 0,-3 0 0 16,3 1 16-16,0 1 30 0,1 2 6 15,2 1 6-15,-1 1-24 0,0 2-15 0,0 3-31 16,2-1-44-16,0 2-39 0,0 2-42 16,0 2-16-16,-1 1-29 0,2 2-18 0,-5 2-16 15,3 0-13-15,-1-1 10 0,1 3 2 0,-1 0 1 16,-3 1-4-16,2-2 1 0,-4 2 0 15,1-1-17-15,0 1-16 0,-2-1-12 0,-2-1-5 16,0-1-2-16,1 2-4 0,-3-4 2 0,0-1-2 16,-2 1-4-16,1-4-16 0,-2 0-29 15,3-1-26-15,-4-2-33 0,-1-4-57 0,0 2-98 16,0-4-109-16,-4-3-111 0,2 0-203 0,0-1-256 16,-1-2-126-16,2-2 98 0,0-3 292 15,0 1 308-15</inkml:trace>
  <inkml:trace contextRef="#ctx0" brushRef="#br3" timeOffset="-161116.96">27996 7716 193 0,'-5'6'325'0,"2"0"129"0,-2-1-20 0,2 3-99 15,-3 0-72-15,1 0-18 0,0 4 23 0,1 1 31 16,-1 4 40-16,0-1 28 0,-1 3 14 16,1 2-12-16,2 2-44 0,-2 2-57 0,4 1-57 15,-1-1-55-15,0-1-51 0,4-1-43 0,0 0-25 16,1-3-16-16,2-3-9 0,0-2-5 15,2 0-2-15,-1-6 3 0,2-2 7 0,2-1 0 16,1-4 4-16,-2-4 3 0,3-1 4 16,-2-3-8-16,0-3-4 0,1-1-2 0,-2-3-4 15,1 0 0-15,-2-2 4 0,-1 0 2 0,0 0 1 16,-4-2-3-16,1 1 4 0,-3 1-8 16,-2-1-3-16,1-2-1 0,-5 3-3 0,0-2 3 15,-3 2-4-15,2 4 1 0,-2-2-1 16,-2 5-3-16,0-1 1 0,0 6 1 0,0-2 0 15,0 5-6-15,-2 5-19 0,3-2-41 0,-4 2-79 16,2 3-104-16,0-2-116 0,2 3-139 16,1-2-220-16,0 2-212 0,-2-1-47 0,6-2 144 15,-1 1 274-15,2-3 263 0</inkml:trace>
  <inkml:trace contextRef="#ctx0" brushRef="#br3" timeOffset="-160900.95">27882 7875 87 0,'0'3'337'0,"4"0"185"15,-2-1 152-15,2 3-88 0,0 0-174 16,4 1-111-16,0 1-49 0,3-2-19 0,0 3-14 16,2-3-14-16,3 1-25 0,1 0-27 0,1-1-29 15,0-1-35-15,2 1-33 0,2-2-29 16,0 0-21-16,-1-1-60 0,1 0-105 0,0-1-130 15,-2 1-287-15,-2 1-218 0,-1-1-128 16,-3 1 75-16,0-2 277 0</inkml:trace>
  <inkml:trace contextRef="#ctx0" brushRef="#br3" timeOffset="-143744.99">22946 12214 30 0,'2'0'266'0,"-1"0"147"0,1 0 130 16,0 2-25-16,-2-2-144 0,0 0-61 0,0 3 1 16,-2 1 27-16,0 1 21 0,2 2 16 15,-1 2-7-15,-1 3-23 0,0 2-55 0,1-1-43 16,-1 4-43-16,1 1-45 0,1 1-38 16,-2 2-24-16,0 2-11 0,2 2-15 0,0 3 21 15,2 2 32-15,0 1 26 0,-2 2 4 0,1 3-4 16,-1 0-8-16,0 3-27 0,0 1-36 15,0 3-24-15,0 1-15 0,0 1-9 0,0 0-1 16,-1 3-3-16,1 0-1 0,-2 2-8 16,0 0-5-16,2 0-2 0,-1 3-6 0,1 0-3 15,-2-2-2-15,2 4-3 0,0-1 1 0,0 1-2 16,0-1 0-16,0 0 1 0,0 0 2 0,2 0 3 16,-2 2 1-16,1-2 2 0,-1 1-1 15,0 2 1-15,0-2-2 0,0 3-3 0,0-1-2 16,0 1 1-16,0 0-2 0,0 1 0 15,0 1 2-15,0 1 3 0,-1 1 4 0,-1-2 9 16,1 3 6-16,-1 4 3 0,-2 1 0 0,1 1-3 16,-1 2-4-16,-1 2-11 0,2 0-3 0,-2 0-3 15,2-2-1-15,2 0-1 0,-1-1 3 16,2 3 1-16,0-4-1 0,0 1-2 0,2-1-3 16,-1-2-1-16,2 1-2 0,1 0 0 15,-3-4 0-15,2-1 4 0,2-3 0 0,-1-3 2 16,-3-3 0-16,2-5 1 0,2-2-1 0,-2-3-4 15,0-5-6-15,-1-5-12 0,-1-1-22 0,-1-6-55 16,0-2-56-16,0-6-79 0,-3-3-151 16,0-3-221-16,-5-8-299 0,2-5-249 0,-2-3-218 15,-3-8 32-15,-3-3 520 0</inkml:trace>
  <inkml:trace contextRef="#ctx0" brushRef="#br3" timeOffset="-142871.02">22785 12340 218 0,'1'-3'446'0,"1"0"217"0,-1 0 173 15,-1-1-117-15,2-2-88 0,1 0-79 0,1-1-66 16,-1-3-71-16,3-1-80 0,-2-2-73 0,5-2-49 15,0 0-13-15,2-2-2 0,0-4-10 0,0-2-16 16,3-1-27-16,1-2-26 0,0-1-37 16,0 0-23-16,0 0-17 0,-2 1-10 0,1 1-5 15,1 5-7-15,-6 1-6 0,4 3-2 16,-7 4-4-16,2 4 0 0,0 2 0 0,-2 5 3 16,1 2 7-16,-3 5 2 0,1 7 5 0,0 3 0 15,-1 3-3-15,1 5-3 0,-2 3-7 16,1 4-4-16,-1 2-4 0,0-1-1 0,0 3 1 15,0-1-5-15,2-2 1 0,4 1-18 16,-2-4-71-16,2 1-81 0,1-5-161 0,-2 0-281 16,1-5-323-16,-1 1-362 0,3-4-215 0,-3 2 102 15,0-1 660-15</inkml:trace>
  <inkml:trace contextRef="#ctx0" brushRef="#br3" timeOffset="-140740.99">22480 15906 59 0,'1'0'260'0,"1"0"124"0,-1-2 119 16,3 2-97-16,-3 0-81 0,2-2-23 0,1 2 6 16,0-3 60-16,1 2 27 0,1 1 17 15,1-2-4-15,1 2-41 0,1-3-49 16,-1 3-71-16,2 0-44 0,-1 0-51 0,0 3-48 15,1-3-34-15,1 2-21 0,0-1-4 0,0 2-9 16,5-1-8-16,-3 0-1 0,0 1 1 16,4 0 0-16,-3-2-4 0,2 3-10 0,-1-2-3 15,1 2-3-15,1-2-6 0,0 0-1 0,1 1 0 16,-2 1 0-16,3-1-2 0,1 0 4 16,-3-1 1-16,3 1 0 0,-2-2 0 0,2 2-3 15,0-1-1-15,0-1 0 0,2 1 2 16,0-1-1-16,0-1-2 0,0 0 1 0,2 0 3 15,1 0-3-15,0 0-5 0,2 0 3 0,-1-1-3 16,1 1 3-16,-1 0 1 0,1 0 0 16,2 0 6-16,1 0 0 0,0 1 5 0,1-1-1 15,1 1-2-15,1 1 2 0,4-2-4 0,-2 2 0 16,4-1 39-16,0 0 25 0,1-1 11 16,0 0 2-16,0 2 4 0,0-2-2 0,1 0-36 15,2 0-23-15,-4 0-13 0,4 0-7 16,0-2-6-16,-2 2 1 0,1 0 2 0,1-1 1 15,0 1 1-15,-1-1 4 0,3 1 2 0,1 0-2 16,0 0-3-16,-1 0-2 0,3 0 2 0,-1 0-1 16,1 0 0-16,-1 0-2 0,-1 0 2 15,3 0-4-15,-3 0-4 0,1 0-1 0,-1 0-4 16,2 0 5-16,-1-2 2 0,0 2 6 16,2-2 1-16,-1 1-1 0,2-2 3 0,1 2-1 15,3-2-5-15,0 0-2 0,-1 0 1 16,3-1 0-16,-1 2 0 0,0-3 0 0,1 3-1 15,0-2 0-15,-1 2-1 0,0 0 1 0,0-1 2 16,0 2 2-16,2-3 2 0,-1 3 2 0,2-1-1 16,1-2-2-16,1 4 2 0,0-4-1 15,-2 4-1-15,2-4-6 0,-1 3-1 0,-1 0-1 16,-1-2-2-16,2 3-2 0,-4 0 6 16,2 0 2-16,2 0 3 0,-2 0 3 0,1 3 3 15,0-2-3-15,2 0-4 0,1 3 3 0,-1-4-4 16,-3 4-2-16,1-4-4 0,-1 4 1 15,2-2-2-15,-2 1 0 0,-1-1 2 0,1 0 7 16,-3 2-2-16,3-3 2 0,-2 0 5 16,2 1-2-16,2 1-1 0,-2-3-5 0,-3 1 0 15,3 1 0-15,-2-2-4 0,-2 1 0 0,3-1 1 16,-4 0 0-16,0 0 0 0,0 0 1 16,-1 0 2-16,0 0-1 0,-1-1 2 0,-1 1 1 15,3-2 2-15,-2 1-1 0,2 0 0 16,-2-1-2-16,1-1 1 0,-1 2-1 0,1-3-1 0,-2 3 0 15,0-2-2-15,-1 1 1 0,-1-1-2 16,-1 2 0-16,0-2 3 0,0 1 0 0,-1 0 0 16,-2-1 1-16,1 2 4 0,-3-1 6 15,2-1-5-15,0 1-1 0,-2 0 0 0,1 0-2 16,0 1 0-16,-3 0-4 0,4 1 1 16,-5 0 0-16,0 0 1 0,1 0 0 0,1 0 32 15,-4 0 19-15,1 1 8 0,-1-1 8 0,0 1-1 16,-1-1-2-16,3 2-30 0,-5 0-16 15,2 0-6-15,0 1-6 0,-4-2-1 0,4 0 2 16,-3 0 1-16,0 2-1 0,1-3-2 0,-3 2 2 16,0 0-1-16,1-2 1 0,0 3-3 0,-3-2 1 15,0-1 1-15,1 2-1 0,-2-2 1 16,-1 0-2-16,-2 0 3 0,-3 0-1 0,-1 0-1 16,-2 0-2-16,1 0 0 0,-5 0-2 0,-1 0-2 15,-2-2-2-15,-1 2 2 0,-3 0 0 0,-2 0 4 16,0 0 0-16,-2 0 12 0,0 0 9 0,-1 0 11 15,0-1 7-15,-2 1 2 0,0 0 0 16,0 0-8-16,-2 0-9 0,0 0-10 0,0-3-7 16,1 3-6-16,-2 0-1 0,-1 0-2 0,3 0 1 15,-2-2-2-15,-1 2 1 0,3-2-2 0,-3 2-2 16,1-4-5-16,2 3-4 0,-4-3-1 16,2 0-2-16,-2 0-1 0,2-2 1 0,0 0 6 15,-2 0 4-15,2-2 1 0,-5 1 1 0,4-2 1 16,-1-3 1-16,-2 3 1 0,2-2 0 0,1 1 0 15,-4-1 0-15,2 1 0 0,-1-1-1 0,1 1-1 16,-3-1 1-16,2 2 0 0,1 0 0 16,-1 2 0-16,1-1 2 0,-2 2 0 0,4 2-1 15,0-1 1-15,0 3 0 0,0-2 0 0,3 1-1 16,-2 2-1-16,3-1 0 0,-2 1-2 0,2 1-1 16,0-2-1-16,2 2-1 0,1 0 1 0,-2 0 1 15,6 2 1-15,-1-2 1 0,1 3 1 16,3-2 0-16,2 2 0 0,0 2 1 0,1 0 1 15,0-1 0-15,2 1 1 0,0 2 0 0,0 0 1 16,0 2 1-16,0 1-1 0,0 0 2 0,0 0-1 16,-2 3 8-16,3-2 3 0,-3 0 7 0,-4 2 5 15,4 0 7-15,-4-2 4 0,-1 0-2 16,0 2 1-16,-3-2-5 0,-4 1-4 0,1-1-5 16,-2-1-4-16,-2 1-3 0,-3-1-6 0,1 0-3 15,-5-1-3-15,0 0-2 0,0 0-3 16,-5 0 0-16,3-1-3 0,-5-1 1 0,2 1-3 15,0-2-1-15,1 1-7 0,-2-1-12 0,3-1-14 0,1-1-26 16,3-1-52-16,-1 0-67 0,1 0-77 16,3-3-144-16,0 0-214 0,2 0-305 0,3-2-261 15,0 2-205-15,1-1 23 0,2 1 507 0</inkml:trace>
  <inkml:trace contextRef="#ctx0" brushRef="#br3" timeOffset="-139672.89">30666 16474 251 0,'2'-7'563'0,"-2"-2"229"0,2 0 90 16,-1 2-183-16,2-1-164 0,2 0-93 0,2 0-60 15,3 1-36-15,2 0-24 0,-1-1-50 0,5 0-61 16,1 3-29-16,0-1-4 0,4 2-8 0,0-1-11 15,1 2 3-15,0 1-8 0,0 2-33 0,-1 2-34 16,-3 0-16-16,0 2-9 0,1 2-22 0,-4 1-10 16,-2 1 2-16,-2 1 0 0,0 1 5 0,-4 2 1 15,-3 2 1-15,0-1 4 0,-4 4-2 0,0-1-2 16,-5 0 4-16,-2 3 2 0,1-3-3 0,-3 2-6 16,-2 1-2-16,-1-3 0 0,2 1-10 0,-3-1-4 15,0 0-1-15,4-1-2 0,-4 2-3 16,1-2-4-16,0 0-2 0,3-2-3 0,0 2-1 0,0-1 1 15,3 1-2-15,0 1 1 0,0 0-6 0,1 1-2 16,2 2-2-16,-1-4-3 0,4 2 0 0,2-2-2 16,1 0 4-16,0-2 1 0,5-2 2 0,-2 0 6 15,6-4 2-15,-3 1 2 0,5-4 1 0,1-2-3 16,0-1-1-16,3-2-6 0,1-4-3 16,3-1-2-16,-3-1-1 0,5-3 4 0,-2-1 1 0,3-1 2 15,-3-2 0-15,2-1 6 0,1 2-2 16,-1-1-1-16,-1-1-8 0,0 2-19 0,-1 4-19 15,-3-2-52-15,-2 1-64 0,-1 1-58 0,-5 1-45 16,-1 1-35-16,0-2-35 0,-3 0-1 0,-2-1 37 16,-2 2 10-16,-1-2-11 0,-2 2-6 0,0-2 2 15,-2 2 39-15,-1-3 43 0,0 1 56 0,-1-1 49 16,-1 0 46-16,4 1 48 0,-2 0 46 0,-3 2 42 16,4 1 42-16,1-1 23 0,-1 4 2 0,2-1 10 15,2 1 34-15,-1 4 20 0,1 0 8 0,4 0 3 16,-2 6 22-16,1 0-5 0,2 1 1 0,2 2 10 15,0 5 8-15,3-1-10 0,-3 2-31 0,4 3-26 16,-2-1-44-16,0 1-47 0,5-1-37 0,-3-1-23 16,2-1-11-16,1-4-5 0,0-1-5 0,3-3 3 15,-3-1 6-15,2-3 6 0,-1-3 4 0,0-3 7 16,-1-3-1-16,-1-3-1 0,-2-3-1 16,3-3-2-16,-7 0 5 0,3-3-3 0,-3-1 5 15,-3 0-1-15,-1-5-4 0,-2 4-4 0,-3-3-7 16,-1 1-4-16,-3-1-4 0,0 0-2 0,-3 3-3 15,-3-1-1-15,0 3 1 0,-1 0-2 0,-2 5 1 16,0 0 1-16,-1 4 0 0,0 4 1 0,-2 2-1 16,4 3-1-16,-4 5-3 0,5 1 0 0,-2 2-3 15,2 1 0-15,0 3-1 0,3 1-1 0,-3 2 0 16,3 0-1-16,2 3 0 0,1 0-8 0,-3 0-14 16,4 0-25-16,-1 1-53 0,1-2-58 0,0 1-61 15,-1-2-103-15,0 0-141 0,1-1-169 0,-1-3-242 16,-2 0-225-16,3-2-177 0,-1-2 128 0,-2-3 419 15</inkml:trace>
  <inkml:trace contextRef="#ctx0" brushRef="#br3" timeOffset="-139430.64">31320 16598 72 0,'1'-8'312'0,"1"-1"163"0,-2 1 153 16,0 1-54-16,1 2-95 0,-1-1-36 0,0 2-10 15,2 1 3-15,-2-2-3 0,2 4-48 0,1 1-52 16,-2 0-31-16,5 1-32 0,-1 1-16 0,2 1-10 15,1 0-16-15,0 0-27 0,2 1-43 0,2 0-31 16,0 0-35-16,2-2-39 0,-1 2-20 0,4-3-13 16,2 2-8-16,-3-3-3 0,5 0-5 0,-4 0 2 15,4-3-4-15,-1 1 2 0,-1-2 0 0,2-1 5 16,1 1 3-16,-4 0-3 0,3-2-2 0,-2 0-27 16,-1 1-56-16,1 1-64 0,-6-2-132 0,0 0-175 15,-1-2-294-15,-4 1-301 0,-1-2-240 16,0-2-139-16,-6-1 378 0,-1-4 532 0</inkml:trace>
  <inkml:trace contextRef="#ctx0" brushRef="#br3" timeOffset="-137964.91">22432 11518 21 0,'0'8'236'0,"0"-1"137"0,0 3 144 0,0 1-25 15,0 3-86-15,0 1-60 0,2 3-20 16,1 1-33-16,-3 2-43 0,1 0-53 0,1 0-53 15,-1 2-48-15,3-4-38 0,-3 2-24 0,3-3-12 16,-3 1-9-16,1-4-3 0,-1 1-7 16,3-4-3-16,-4 3 0 0,1-5-8 0,-1-1-35 15,-1-1-74-15,-1-3-95 0,-1 2-146 16,0-4-247-16,-2 0-146 0,0-2 8 0,-3-2 169 16,4-4 223-16</inkml:trace>
  <inkml:trace contextRef="#ctx0" brushRef="#br3" timeOffset="-137717.15">22326 11422 217 0,'3'-6'637'0,"-3"2"301"0,4 0 88 16,-3-1-140-16,4 3-279 0,3-1-209 0,-2 0-116 15,4 2-56-15,-1 1-25 0,5 0-58 0,-1 0-51 16,4 1-6-16,-2 2 7 0,2 0-2 15,1 0-8-15,0 2-4 0,1 0 2 0,-1-1-24 16,1 0-27-16,-5 2-17 0,3-1-5 16,-2 1-5-16,-1-2-9 0,-5 2-36 0,1 1-35 15,-3-1-120-15,-3 1-179 0,-6 2-292 0,-3-2-288 16,-1 5-241-16,-5 0-122 0,-2 1 355 16,-2 2 518-16</inkml:trace>
  <inkml:trace contextRef="#ctx0" brushRef="#br3" timeOffset="-137528.97">22307 11916 269 0,'10'7'512'0,"-1"-1"234"0,2-1 178 16,5-2-234-16,-1-1-173 0,2-2-122 16,0 2-78-16,4-2-72 0,2 0-89 0,1 0-66 15,2 2-39-15,2-2-18 0,1 1-28 0,2 2-98 16,-1 1-138-16,-1 3-291 0,1 0-248 15,0 2-213-15,-2 4-83 0,0-2 247 0,2 1 386 16</inkml:trace>
  <inkml:trace contextRef="#ctx0" brushRef="#br3" timeOffset="-135890.92">25508 15636 200 0,'1'-2'637'0,"2"1"359"0,-3-1 158 0,0 2-183 16,0 2-265-16,0 2-147 0,0 2-99 15,2 3-72-15,1 3-66 0,-2 1-53 0,-1 4-40 16,3 1-63-16,-1 1-46 0,0 4-27 16,-1 0-15-16,1 2-9 0,0 2-6 0,1 0-8 15,-2 0-9-15,-1 0-6 0,4 0-6 0,-4-3-9 16,1 0-8-16,-1-1-5 0,2-1-4 0,-1-3-3 16,-1 1-1-16,-1-2-2 0,-1 0-1 0,2-2-1 15,0-2-1-15,-1 0 0 0,-1-2-2 16,0-3-10-16,1 1-18 0,-1-3-33 0,-1-1-75 15,0-1-83-15,-4 1-158 0,0-4-267 0,0 2-316 16,1-2-339-16,-1-1-198 0,-2 1 69 0,3 0 617 16</inkml:trace>
  <inkml:trace contextRef="#ctx0" brushRef="#br3" timeOffset="-134874.99">25616 16870 226 0,'0'-4'387'0,"2"0"163"0,-2 0 51 16,0 1-69-16,0 0-10 0,-2 2 8 16,2-1 4-16,0 1-36 0,-1-2-63 0,1 1-83 15,-2-1-88-15,2 1-56 0,0 1-12 0,0 0 16 16,0-1 8-16,0 1 1 0,-1 1-7 0,1-2-19 15,0 1-36-15,0 0-36 0,-2-1-24 16,-1 2-17-16,3 0-13 0,-1 0-12 0,1 0-10 16,-4 0-9-16,3 0-9 0,-1 2-8 0,1 0-6 15,-1 1-6-15,0 0-3 0,-1 2-2 16,2 1-1-16,-1 1-1 0,0 4 1 0,2-1 0 16,-1 4-2-16,-1 1-1 0,1 1 2 0,1 2 0 15,0 3 0-15,0 2 0 0,0 2-5 0,0 1-3 16,3 2-3-16,-2 3 5 0,1 0 1 15,1 0 0-15,2 1 8 0,0-2 2 0,1 1 2 16,3-2-5-16,-1-2-3 0,1-2-2 0,1-2-2 16,-2-2 0-16,4-3-1 0,-2-3 0 0,1 0 0 15,-1-3 1-15,1-2 1 0,-1-4 0 0,-1 0 1 16,3-3 1-16,-2-1 1 0,1-4 0 16,-1-1 0-16,-1-1 0 0,2-4-1 0,0-2 2 15,-1-2-1-15,-1-3 1 0,1 0 0 0,-1-3-1 16,-1-1 1-16,0-4 1 0,1 0-2 0,-2-1 1 15,-1-4-1-15,-1 2 1 0,0-2-1 0,-2-1 1 16,-2 1-1-16,-1 1 0 0,-4-2 0 16,-1 1 0-16,0 1-1 0,-3-1 0 0,0 3 0 15,-2 0 1-15,0 2 0 0,-1 3 2 0,-3 1 0 16,2 4-1-16,-2 3 1 0,2 1-1 0,0 4 1 16,-2 3-3-16,5-1 0 0,1 3-2 0,-3 2 0 15,3 2 0-15,1 0-2 0,3 2-2 0,-2 2 1 16,3 0-6-16,-1 2-11 0,1 2-18 15,1 1-33-15,1 0-63 0,-1-1-61 0,1 2-78 16,1-2-131-16,-4 1-171 0,3 2-282 0,-1-2-221 16,2-1-210-16,0 1-24 0,0-1 395 0,0-1 474 15</inkml:trace>
  <inkml:trace contextRef="#ctx0" brushRef="#br3" timeOffset="-134250.91">25602 17067 91 0,'-1'-2'440'0,"-1"0"343"0,-1 1 283 0,1 1-67 16,-1-1-218-16,2-1-170 0,-3 1-116 0,4 1-91 16,0 0-93-16,0 0-75 0,0 0-48 0,2 0-16 15,1 0-43-15,0 0-22 0,4 0-14 0,-1-2-9 16,3 1 4-16,3-2-19 0,-3 1-10 0,4 0-17 16,0-2-6-16,2 2-7 0,0-3-11 15,2-1-7-15,-3 4-6 0,3-5-1 0,-2 2-3 16,0-1 0-16,1 1-3 0,0 1 1 0,-2 0-2 15,0 1-2-15,-1-2-20 0,0 5-72 0,-5-2-89 16,0 4-171-16,-3-2-282 0,-2 3-330 16,0-1-362-16,0 1-209 0,-3 1 168 0,-3-2 678 15</inkml:trace>
  <inkml:trace contextRef="#ctx0" brushRef="#br3" timeOffset="-129000.98">25178 17004 29 0,'0'1'241'0,"0"-1"125"0,0 1 114 0,0-1-67 16,0 0-129-16,0-1-75 0,2 0-3 0,0-1 21 15,1-1 67-15,2-1 56 0,-1-1 34 16,1 1 7-16,3-2-8 0,0 0-25 0,0-1-63 15,0-1-55-15,1 0-50 0,1 0-42 0,-2 1-42 16,1 1-27-16,0 0-19 0,1 2-8 0,-2 1 6 16,4 1-1-16,-3 2 35 0,0 3 13 15,2 2 9-15,-1-1 24 0,-2 4 3 0,-2 0-2 16,1 3-30-16,2 2-15 0,-5 0-14 0,1 0-29 16,0 0-16-16,-1 3-10 0,1-1 1 0,-2 0-2 15,1 0 1-15,-3 1-10 0,-1-1 3 16,2 0 2-16,-2 2-5 0,-2-2-2 0,1 1-2 15,-3 2 11-15,1-3 1 0,-2 2 0 0,-1-1-3 16,2 0-1-16,-3 1 5 0,2 0-3 0,0-2-5 16,1 1-2-16,-1 0 0 0,2 2-1 0,2-4-7 15,1 3-4-15,0-3-1 0,0 3-1 0,1-4 0 16,2 1-2-16,2-2 1 0,-1-1 1 16,1-3-1-16,3 2-1 0,0-3-1 0,2-2 2 15,-1-1 0-15,1 0-1 0,2-4 0 0,-1-3 3 16,1 1 0-16,2-4-2 0,-1-2-1 0,4 1-10 15,-4-4-37-15,4-1-68 0,-3 0-74 16,2-2-133-16,0 3-204 0,-1-3-313 0,0 2-301 16,0-1-217-16,-2 1-50 0,1-1 436 0,1 2 547 15</inkml:trace>
  <inkml:trace contextRef="#ctx0" brushRef="#br1" timeOffset="-111505.04">23224 15543 29 0,'0'3'257'15,"-1"-1"141"-15,-1 0 131 0,1 0-52 0,1 0-129 16,0-1-78-16,-2-1-29 0,2 1-4 0,0-1-7 16,0 0-19-16,0 0-15 0,0 0-16 0,0 0-6 15,0 0 4-15,2 0 16 0,-2 0 30 16,0 0 5-16,0 0 7 0,1 0-17 0,-1-1-27 15,2 1-31-15,-1-1-39 0,3-1-25 16,-3 2-24-16,2 0-20 0,1-2-13 0,1 2-9 16,-1 0-5-16,1 0-8 0,-1 0-6 0,1 2 22 15,0-2 21-15,3 2 12 0,0-1 14 16,0 0 2-16,1 1 2 0,2 1-28 0,-1-2-21 16,2 2-13-16,-2 0-14 0,3 0-8 15,-3 0-2-15,3 0 4 0,-2 0 4 0,3 0 0 16,-1-1 3-16,1 0 1 0,-1 0-4 15,1 0-3-15,0 0-1 0,-1 1-4 0,1-3-3 16,-1 1 0-16,3 0 3 0,-3-1 2 0,0 1-2 16,0-1 2-16,1 3 1 0,-1-3 3 15,3 0 1-15,-3 0-2 0,-1 0 2 0,4 0-3 16,-2 0 0-16,0 0-3 0,-1 0-3 0,1 0 2 16,1-3 3-16,-1 3 1 0,-2-1-1 0,1 1 2 15,0 0-1-15,0-1 2 0,-3 1-5 16,2-1 0-16,-1 1 3 0,0 0 1 15,-2 0-1-15,1 0 1 0,1 0 0 0,-3 0 3 16,1 0-2-16,-1-3 0 0,3 3-2 0,-3 0 1 16,0-2 2-16,1 2-1 0,-1 0 21 0,0-2 23 15,0 2 13-15,1-2 3 0,-2 2 2 16,-1 0-4-16,2-1-16 0,0 1-18 0,-2-1-13 16,-1 1-7-16,3 0-2 0,0-2-3 15,-4 2 0-15,5-1-3 0,-5-1-1 0,4 2 1 16,0-1 0-16,-2-1-1 0,2 1 0 0,0-1 2 15,2 1-1-15,-4-1 3 0,2 1-2 16,-1-3-2-16,2 3 1 0,-3-1-1 0,0 1 0 16,3 1-2-16,-3-1 1 0,1-1 1 15,2 2 2-15,-5-1-2 0,3 1-1 0,0 0 1 16,0 0 1-16,-2 0 0 0,-1 0-2 0,3 0 2 16,0 0 1-16,-2 0-1 0,0 0 0 0,0 0 0 15,1 0-1-15,-1 1 0 0,1-1 2 16,-1 0 2-16,0 0-2 0,-1 0-2 15,3 0 0-15,-2 0 3 0,1 0-3 0,-2 0 0 16,1 0 1-16,0 0-1 0,-2 0 2 0,4 0-2 16,-6 0 1-16,5-1-2 0,-3 1-2 0,1 0 1 15,-1 0 2-15,-2 0 0 0,3-2 0 16,-3 2 0-16,3 0 3 0,-3 0 0 0,1 0-1 16,-1 0-3-16,2 0-1 0,-1-1 3 15,-2 1-1-15,1 0 0 0,-1 0-1 0,2 0 1 16,-1 0 0-16,1 0-1 0,0 0 0 0,-1 0 3 15,4 0 0-15,-2 0-2 0,4-1 3 16,0-1-1-16,1 2-1 0,0-2-2 0,2 1-1 16,2 0 1-16,0-1-1 0,0-1 1 15,1 1-1-15,0-1 3 0,1 2 0 0,0-2 0 16,2 0 2-16,-3 1 0 0,0 0-1 0,0-1 0 16,1 2-2-16,-2 0-1 0,-3 0 0 0,3 1-1 15,-2-3 2-15,0 1-2 0,1 2-1 16,-3 0 5-16,1 0-3 0,0 0 0 0,-1 0 1 15,0 0 2-15,0 0 0 0,3 0-2 16,-3 0 0-16,0 0 0 0,3 0 0 0,-1 2-2 16,-2-2 4-16,0 0-2 0,2 3-2 0,0-3 0 15,0 0 1-15,0 0-1 0,0 0 0 16,-2 0 1-16,4 0 0 0,-3 0 0 0,0 0 1 16,0 0-1-16,1 0 2 0,-2 0-1 15,2 0 3-15,-3-3-1 0,1 3-2 0,-1 0 2 16,1 0-1-16,-1 0-1 0,0 0-2 0,-3 0-1 15,1 0 2-15,2 0-5 0,0 0 3 16,0 0 0-16,-3 0 3 0,1-2 0 0,0 2 1 16,0 0 3-16,-1 0-1 0,1-2-1 15,-2 0 0-15,2 1 0 0,-2 0 1 0,1-1-2 16,0 1-2-16,1-1 2 0,-4-1 1 0,4 2-3 16,-2-2 0-16,2 0 0 0,0-1 3 0,0 1-4 15,0 1 2-15,1-1 0 0,0 0-2 16,0 0 4-16,-1 0-4 0,0 0 2 0,1 0 0 15,-1 1 0-15,0-1 0 0,-1 2-2 16,1-1 2-16,-1 1 0 0,-1 0 0 0,1-1 0 16,-1 0 0-16,-1 2 2 0,1-2-2 0,-1 2 0 15,1-3 1-15,-2 2-1 0,3 1 0 16,-3-1-1-16,3 0 3 0,-1-2 1 0,1 1-1 16,-1 2-2-16,0-2 0 0,1 0 0 15,0 0 0-15,1 0-1 0,-1-1 0 0,0 0 2 16,2 0 1-16,1 0 1 0,-2 0-3 0,-1 0 0 15,1 0 0-15,0 0 2 0,2-1-4 16,-2 1-2-16,0-1 3 0,0 0-1 0,0 1 0 16,2-1 0-16,0 1 2 0,-2 0 0 15,-1-1 0-15,1 1 2 0,0 1-2 0,1-2-1 16,-3 2 2-16,0-2 0 0,2 2 2 0,-2-1-4 16,1-2 1-16,-1 2 0 0,0-1-3 0,0-1 2 15,2-1 1-15,-2 2-1 0,2-3-1 16,-2-1 2-16,2 2-1 0,0-1 2 0,-1-2-2 15,2 3 2-15,1 1-1 0,-3-3 2 16,1 2 1-16,0 0-3 0,0 0-1 0,1 0-1 16,-1 0 2-16,0 0-1 0,-2 1 1 0,2-1 1 15,-4 1 1-15,2-1-1 0,3-1 1 16,-3 3 0-16,1-3-1 0,1 0 2 0,-2 0-1 16,0 0-2-16,0-1 2 0,2-1-2 15,-1-2 0-15,3 3-1 0,-6-3-1 0,4 1 2 16,0-1-1-16,0 1 2 0,0-2-1 0,1-2 0 15,-2 2-1-15,1 0 1 0,0 0 0 0,-2-1 1 16,4 1 0-16,-3-2 0 0,-1 0 2 16,0 2-2-16,1-1-1 0,-3 1-1 15,2-1 1-15,-3 0-1 0,2-3 1 0,0 2 0 16,-2 2 1-16,0-4-3 0,1 1 1 0,-1-1 1 16,2-1-4-16,0 1 1 0,-2-2 3 15,3 1-1-15,-2-4-3 0,4 2 2 0,-4-3 1 16,2 2 0-16,1-3-2 0,-3 3 1 0,2-3 0 15,1-2 0-15,-3 3 1 0,1-1 1 16,0-2 1-16,1 1 0 0,-3-1 2 0,1 0 2 16,-1 2-3-16,2 1 0 0,-2-3-2 0,0 4 0 15,0-1-1-15,0 2-2 0,0-3 3 0,0 3 0 16,0-3 3-16,3 2-1 0,-3 0-1 16,0 0 0-16,1 0-1 0,1-3-1 0,-1 2-1 15,3-1 0-15,-3-1 2 0,1 0-1 16,1 0 0-16,0 0 0 0,1-1-1 0,-3 3 0 15,2-4 1-15,2 3 0 0,-2-1 1 0,-2 2-1 16,3-1-1-16,-3 1 0 0,-1 1 2 0,2-2 0 16,-2 2-1-16,0 1 2 0,-2 0 1 15,2 0 1-15,-1 1-4 0,1-1 1 0,-2 2-1 16,0 0 2-16,2 2 0 0,-1-1-1 16,1 2 0-16,0-2 0 0,0 1-1 15,0 1-2-15,1 1 1 0,-1-4-2 0,2 4 1 0,0-1 1 16,-1-1 0-16,1 0 1 0,0 0-2 15,1-1 1-15,-2 0 3 0,4 2-3 0,-2-2 4 16,2 0-1-16,-4 2 0 0,2 0 1 16,1 0-2-16,1 2-1 0,-4-1-2 0,4 1 1 15,-2-1 1-15,0 3-2 0,1-1 3 0,0 1 2 16,-1 0 0-16,0 1-1 0,1 1-2 16,-3 0 2-16,2 1 0 0,-1 3-2 0,0 0 1 15,-1-1 3-15,-1 3 2 0,2-2-4 16,-1 1-1-16,-1 4-1 0,0-2 1 0,0 2-1 15,2-3-2-15,-2 1 2 0,0 2-1 0,0 0 2 16,0 2-2-16,2 1 0 0,-2-1 1 16,0 1-1-16,0 1-2 0,1 2 3 0,2 0 2 15,-1 0-2-15,-1 1 1 0,1 1 2 0,-1 2 3 16,1-2-4-16,0 2-2 0,-1 0 3 16,1 2-1-16,-1-2-3 0,3 2 3 0,-3 1-1 15,-1 1 3-15,4 0-1 0,-4 1 1 0,1 1-1 16,1 0-2-16,-2 1 2 0,1 2-3 15,-1-2 1-15,0 1-1 0,0 0 4 0,-1 2 0 16,1-1 0-16,-3 1-1 0,-1-1-2 16,3 2 0-16,-3 0 0 0,1 0-1 0,0-1 0 15,0 1 4-15,0-2-2 0,-2 2-1 0,2-1-2 16,0-1 1-16,0-1 0 0,1 1-2 16,0 0 2-16,-1-1 3 0,2-2 0 0,-3 2-2 15,4-1 0-15,-1 1 3 0,-2-2-2 0,1 0-1 16,0 2 0-16,0 0 1 0,-2-4 0 15,3 3-1-15,-1-3 0 0,1 3 2 0,-1-4 1 16,0 1 1-16,2 1-2 0,-3-3-1 16,3 0 1-16,-1-1-3 0,1 2 3 0,-4-1-3 15,4-1 0-15,-1 1 1 0,1-2 1 0,-2 2-1 16,0-1-2-16,2 0 1 0,0-1 2 16,-1-1-1-16,-1 1 0 0,1-1 1 0,1 0-1 15,-3 0 1-15,1 0-1 0,1 1 0 16,-1-2 2-16,2 1-2 0,-1 0 0 0,1 2-1 15,-2-3-3-15,0 3 4 0,2-2-1 0,0 2 0 16,0-2 1-16,0 0 1 0,0 0-2 0,0-2 1 16,0 2-2-16,0-2 2 0,0 2-1 15,0 0 2-15,0-1 3 0,0 0-3 0,-1 1 1 16,1-2 0-16,0 2-2 0,0 0-2 16,0 0-1-16,0 1 1 0,0 0 1 0,0-2-1 15,0 0 2-15,0 1-2 0,0 0 2 0,1-2 0 16,-1 1 0-16,0 1 2 0,2-2-1 0,0-1 3 15,-1 4-3-15,-1-3 1 0,2 1-1 16,-1-1 0-16,-1 0-1 0,2 1 2 16,1 0 0-16,-3-1-1 0,1 1 0 0,-1 1-1 15,0-1-1-15,2 0-1 0,-2 0-2 0,1-1 4 16,-1 2 0-16,0 0-2 0,2 0 1 0,-2 0 0 16,2-1 1-16,-2 1 0 0,1-2-2 15,-1 2 2-15,2-1 0 0,0 0 3 0,-2 0-2 16,1 1 0-16,1-2 1 0,-1-1-2 15,1 1 0-15,0 0-1 0,-2 1 0 0,1-2 2 16,1-2-2-16,-1 2 3 0,-1-1-2 0,2-1 0 16,-2 1 0-16,2-1-1 0,-2-1 0 15,0 2-2-15,2 1 4 0,-2-1 0 0,0 1 2 16,2 0-2-16,-2-1-1 0,2 1 0 16,-1 0-1-16,1 0 1 0,-1 2-1 0,-1-2 1 15,2 2 0-15,0-1 1 0,-1 1-1 0,1 1 2 16,-1-1-3-16,3 0 0 0,-3-1 3 0,1 2-1 15,-1-2 1-15,3 0-2 0,-4 0 1 16,1 0 1-16,4-1-1 0,-4 1-1 16,1-1 0-16,-1 0-1 0,1 0-1 0,0 0 0 15,-1 0-1-15,2-1 2 0,-3 1-1 0,4-1 0 16,-4 1 2-16,1 0 0 0,1 1 0 0,0-1 0 16,1 1-1-16,-2 0-1 0,2 1 3 15,-1-2 0-15,-1 1 0 0,1 1 2 0,1-1-2 16,-1 0 0-16,1 0-1 0,-2 0 0 15,4 1 0-15,-1-1-3 0,-1-1 3 0,-2 0 2 16,4 0 0-16,-2 0-1 0,2 0-1 0,-4 0 1 16,2-1-3-16,2-1-2 0,-1 0 1 15,-1 2 1-15,3-1-2 0,-5-1 0 0,2 0 2 16,2 0 2-16,-1-1 0 0,-1 0 2 16,-2 2 1-16,3-2 0 0,0 0-1 0,1 0 1 15,-4-2-1-15,2 2-3 0,1-1 0 0,-1 0-1 16,0 0 3-16,0-1-5 0,2 1 4 0,-2 0 0 15,1 1 0-15,0-3 0 0,1 3-1 16,-2-2-1-16,0 1-2 0,4-1 2 0,-4 1-1 16,2-1 2-16,1 0 0 0,-2 2 2 15,1-1-1-15,2 0 0 0,-3-2-1 0,1 0 1 16,4 2-2-16,-4 1 2 0,2-3-1 0,-2 1 4 16,2 0 0-16,-2 0 0 0,0 2-2 15,-1-3-1-15,1 0 0 0,0 2-1 0,3 0 0 16,-4-2-2-16,1 2 2 0,0-1 1 15,0-1 0-15,0 1 0 0,1 1-2 0,-2-2 1 16,1 0 1-16,2 1 2 0,-2-1-3 0,-1 0 1 16,2 2 3-16,2-1 1 0,-3-1-1 0,2 0-3 15,1 2 0-15,-1-1 1 0,0 1 1 0,1 0-1 16,0-1-2-16,2 2 0 0,-2-1 1 16,4-1-3-16,-2 0-2 0,0 1 3 0,1-1 2 15,2-1 0-15,-2 2 1 0,1-2 1 16,1 1-1-16,0-1 0 0,1 0 0 0,-1 1 1 15,2-1-2-15,-2 2 2 0,3-2 0 16,-2 1-1-16,2-1-3 0,-2 2-1 0,3 0 1 16,-4-1 1-16,4 1-3 0,-4-1 3 0,3 1 1 15,-3-1 1-15,0 2 0 0,2-1-2 16,-4 1 2-16,3-2 0 0,-1 2-1 0,1-1-2 16,-3 0 3-16,2 1-2 0,1-1 1 0,-2 2 0 15,1-4 1-15,-1 4 1 0,2-2-3 0,-3-1 1 16,0 2 1-16,3-2-4 0,-3 1 3 15,1-1-1-15,2 1 4 0,-3-1-1 0,1-1-2 16,-1 2 2-16,1 0-3 0,0-2-1 16,-1 1-1-16,2 0 1 0,0 1 1 0,-4-2 0 15,3 2 1-15,0-1 2 0,-3 0 1 0,4 2 1 16,-4-3-3-16,3 3-2 0,0-3 1 16,-1 1 0-16,0 1-2 0,0-2-1 0,1 1 4 15,-2-1 1-15,1 0 0 0,1 2-2 0,-2-2 0 16,2 2 0-16,-1-2-2 0,0 0 1 15,-2 1 0-15,4-1 0 0,-4 2 0 0,1-2 1 16,2 0 2-16,0 0-1 0,-3 0 0 16,4 1-1-16,-4-1 1 0,3 2 0 0,0-2 0 15,-1 0-1-15,-1 1 1 0,2-1-1 0,-1 0 0 16,2 2 0-16,-2-1-2 0,0 1 1 16,1-1 2-16,0-1 1 0,-1 2-2 0,1-1 0 15,0 0 1-15,2 1 0 0,-5 0-1 0,3-2 0 16,1 0 1-16,-1 2 0 0,0 1-1 15,-1-3 0-15,1 1-1 0,1 0 0 0,-1-1 0 16,2 1 0-16,-3-1 1 0,0 0-1 16,3 0 0-16,-1 0 1 0,1 0 0 0,-1-1-1 15,0 1 1-15,1-1 1 0,-1 1-2 0,0-1 0 16,0 1 2-16,3-3 2 0,-2 3-1 16,0 0-2-16,1-2 0 0,0 2 0 0,0 0 0 15,0 0-2-15,-2 0 2 0,3-2 0 0,-2 2 0 16,2-2 1-16,0 2-1 0,-2-1-1 15,4 0 1-15,-4 1 2 0,3 0 1 0,-1-2-2 16,0 2 0-16,-1 0 1 0,1 0 0 0,2 2-3 16,-1-2 0-16,0 0 0 0,1 1 0 15,1 0-1-15,1 1 3 0,-2 0 1 0,1-2-1 16,0 0 0-16,0 2 0 0,0 1 2 16,-2-3-4-16,2 0 0 0,-1 1 1 0,0-1 0 15,0 0 0-15,-2-1-3 0,1 1 2 0,-1 0 0 16,0-3-1-16,0 3-2 0,-2 0 3 15,0-2 1-15,2 2 0 0,-5 0 4 0,2 0-3 16,-1 0 3-16,-1-2-1 0,-1 0-3 16,1 1 0-16,-3 0 1 0,0 1-1 0,-2 0-1 15,0-2-1-15,-1 2 1 0,-2 0 1 0,-1 0-2 16,1 0 2-16,-1-1 2 0,-1 1 2 16,-1 0 0-16,2 0 2 0,-2 0 0 0,0 0-1 15,0-2-2-15,0 2-1 0,-2 0 1 0,2-1-3 16,-1 1-1-16,-1-2-2 0,-1 2-2 15,0-1-47-15,-2 1-63 0,-2 0-72 0,-2-2-144 16,1 4-216-16,-3-2-320 0,0 0-271 16,-2 0-197-16,2 0 9 0,-1 0 491 0</inkml:trace>
  <inkml:trace contextRef="#ctx0" brushRef="#br0" timeOffset="-96591.06">21245 7847 151 0,'1'0'244'15,"-1"0"48"-15,2 0-45 0,0 2-58 0,-1-2-45 16,-1 0-31-16,3 2-12 0,-3-2-1 16,0 0 25-16,0 0 8 0,2 0-5 0,0 0-2 15,-2 0-17-15,0 0-17 0,1 0-39 0,-1 0-24 16,0 0-10-16,0 0-7 0,0 0-6 16,0 0-3-16,0 0 3 0,0 2 0 0,2-2-4 15,-1 0 2-15,-1 1 0 0,0-1-2 0,2 1-2 16,-2-1-4-16,3 2 0 0,-3-2 0 15,1 1 2-15,-1 1-2 0,3-1 2 0,1 1 0 16,-3 1 2-16,3-1 0 0,-1-1-2 16,2 0 1-16,-1 3-3 0,4-3-8 0,-2 2-21 15,-1 0-31-15,2-2-49 0,-3 2-88 16,2-2-183-16,1 1-93 0,-1 1 12 0,-1-3 91 16,0 2 125-16</inkml:trace>
  <inkml:trace contextRef="#ctx0" brushRef="#br0" timeOffset="-96341.08">21539 7888 6 0,'9'0'190'0,"-2"0"93"16,-3 0 90-16,4 0-93 0,-3 0-102 15,3 2-59-15,-2-1-40 0,2-1-25 16,0 2-15-16,1 1-10 0,-1-2-8 0,-1 2-7 16,1 0-3-16,1 1-5 0,-2 0 0 0,1-2-6 15,-2 2-13-15,1-2-26 0,2 1-43 0,-5-1-94 16,4 2-145-16,-2-2-43 0,-1 0 36 16,2-1 77-16</inkml:trace>
  <inkml:trace contextRef="#ctx0" brushRef="#br0" timeOffset="-96155.08">21899 7933 121 0,'10'0'257'0,"-1"-1"107"15,-1-1-24-15,0 1-75 0,0 0-66 16,1-1-53-16,-1-2-38 0,1 4-36 0,0-4-21 16,-3 3-23-16,2-3-12 0,-1 2-8 0,2 0-4 15,-1-1-4-15,-2 0-4 0,2 2-16 16,0-1-27-16,-4 1-42 0,1 1-81 0,0 0-126 15,0 0-99-15,-2 1 4 0,2 1 75 16,-1-1 98-16</inkml:trace>
  <inkml:trace contextRef="#ctx0" brushRef="#br0" timeOffset="-95934.95">22298 7872 13 0,'9'0'151'0,"1"0"63"16,-4 0 14-16,0 2-54 0,1-1-44 0,-1 0-28 16,0 1-16-16,-1 1-21 0,1-2-21 15,-1 0-20-15,0 1-9 0,3-1-5 0,-2-1-7 16,0 0-1-16,3 0-2 0,0-1 0 0,-1-1-2 16,1 0-18-16,-1-1-45 0,3-1-65 0,-3 0-47 15,0 2-14-15,3-2-19 0,-3 1-6 16,0 2 49-16</inkml:trace>
  <inkml:trace contextRef="#ctx0" brushRef="#br0" timeOffset="-95755.39">22652 7885 76 0,'9'1'187'16,"3"-1"45"-16,0 0-15 0,-1 0-29 0,0-1-24 15,0 1-22-15,0 0-25 0,-1-2-20 0,2 2-25 16,-2 0-29-16,0-1-20 0,0 1-11 0,-2-1-5 15,2-1-1-15,-1 1-14 0,-1 1-23 16,-3-2-53-16,2 1-111 0,-3 1-121 0,2 0-29 16,-3 0 39-16,2 0 79 0</inkml:trace>
  <inkml:trace contextRef="#ctx0" brushRef="#br0" timeOffset="-95557.05">23025 7885 89 0,'11'0'222'0,"0"0"86"0,0 0-17 16,0 0-61-16,1-2-58 0,-3 1-45 0,0 0-29 16,1-2-21-16,-1 0-20 0,-2-2-24 15,1 3-14-15,0-5-11 0,-1 3 0 0,1 0-8 16,-1-2-4-16,-1 2 2 0,2-1-6 16,-4 1-23-16,1 1-31 0,0 0-33 0,-2 0-45 15,1 2-61-15,0-1-65 0,1 1-45 0,-4 1 30 16,1 0 65-16</inkml:trace>
  <inkml:trace contextRef="#ctx0" brushRef="#br0" timeOffset="-95369.62">23338 7843 33 0,'11'0'187'15,"3"0"81"-15,-2 0 7 0,-1 0-64 0,-1-1-58 16,2 1-56-16,-3-1-34 0,4-2-20 15,-4 3-12-15,1-2-7 0,-1 0-7 0,2 0-7 16,-3 1-14-16,2 0-26 0,-1-1-51 16,-1 1-98-16,0-1-112 0,0 2-20 0,-2-1 39 15,1 1 73-15</inkml:trace>
  <inkml:trace contextRef="#ctx0" brushRef="#br0" timeOffset="-95201.98">23651 7842 127 0,'7'0'199'15,"-3"1"31"-15,0 0-5 0,2-1-22 0,-2 0-11 16,1 0-13-16,0 0-20 0,0-1-28 16,0 0-29-16,1 0-24 0,-2-4-31 0,1 3-21 15,0-1-14-15,2 0-8 0,-3 0 0 16,4-1-16-16,-2 1-45 0,-1-2-88 0,2 2-120 16,-3 1-117-16,4 1-22 0,-3 0 56 0,1-1 104 15</inkml:trace>
  <inkml:trace contextRef="#ctx0" brushRef="#br0" timeOffset="-92847.02">23917 7816 41 0,'12'2'185'16,"1"-2"79"-16,1 1 3 0,-1 1-52 0,-1-2-55 15,1 0-44-15,0-2-28 0,-2 1-27 0,0-1-21 16,0 1-19-16,0-1-15 0,0-1-6 16,2-1-2-16,-2 1-2 0,3-1-2 0,-3-2-3 15,2 2-9-15,-1 0-8 0,0 1-9 16,-3 1-4-16,4 0-4 0,-4 2 0 0,4-2 10 15,-5 2 10-15,1 2 11 0,-1-2 8 0,2 1 15 16,-2 0 20-16,-2 2 16 0,0 0 16 16,2 0 19-16,-2 1 11 0,-1-2 10 0,0 3 0 15,0-2-5-15,0 0-12 0,2-2 1 16,-2 2-5-16,1-2-5 0,-1 1 17 0,2-2 7 16,0 0 6-16,0 0-7 0,1 0-12 0,-2-2-10 15,3 1-25-15,-1-1-16 0,0 1-12 16,0 0-9-16,1-2-2 0,1 1-3 0,-2 1-6 15,1 1-3-15,-1-1 0 0,0 1-2 16,0-2 0-16,2 2-2 0,-2 0-3 0,1 2 3 16,-1-2-8-16,1 0 5 0,-1 1-5 0,1-1-4 15,0 0-13-15,-1 1-12 0,0 1-10 16,1-1-6-16,0 1-6 0,0-2 5 0,-1 1 12 16,-2 0 11-16,3 1 12 0,-2 1 11 15,1-1 6-15,-2 1 3 0,2-2 1 0,0 2 0 16,-2 2-2-16,0-4 2 0,4 2 2 0,-4 0-1 15,2-1 1-15,0 3-2 0,1-4 0 16,-1 1-2-16,2 1 2 0,1-3-1 0,-2 0-3 16,3 2 2-16,-2-2 0 0,2 0 0 15,0-2-2-15,1 2-2 0,0 0 0 0,-1-3 6 16,-1 3 0-16,4-1 0 0,-1 0-2 0,-2-3-1 16,2 2-3-16,-1 2-4 0,1-4 0 15,1 3-3-15,-1-2 1 0,0 2-2 0,2-2 3 16,-3 0 5-16,-1 1 2 0,2 1 0 0,-1-1 6 15,0 1 4-15,-1-1 2 0,1 2 1 16,1 0-3-16,-1 0 4 0,1 0 0 0,-3 0-1 16,3 2 1-16,1-1-2 0,-4 1-2 0,1-1 1 15,1 1-3-15,-1-1 4 0,1 2-2 16,1-1 2-16,-2-1-3 0,0 1 1 0,1-1 0 16,0 0 0-16,-1 1 2 0,-1-2-6 15,1 2 3-15,1-2 1 0,-1 0-4 0,-3 2 0 16,5 1 0-16,-2-2 2 0,0-1-2 0,-1 1 0 15,0 0 0-15,2 2 0 0,-2-1 1 16,1 2-1-16,0-3-2 0,-3 2 0 0,5-2 0 16,-3 2 0-16,1-1-2 0,0 1 2 15,-1-3 0-15,2 2-2 0,0-2-1 0,-1 0 1 16,1 1-2-16,0-1 2 0,-1 0-2 0,-1 1 2 16,0-1 2-16,2 0-6 0,-2 2 0 15,0 0 1-15,2-1-1 0,0-1 2 0,-3 3 0 16,3-3 0-16,-2 3-2 0,3-3 3 15,-2 1-5-15,1 0 2 0,-1-1-2 0,2 2 2 16,-3-2-1-16,0 0-3 0,5 0 0 0,-3-2 1 16,-1 2-1-16,-1 0 6 0,2-1 2 0,-1 1 2 15,1-1 4-15,0 1 2 0,-1-2 0 16,0 2 1-16,2-1-1 0,-1 1 0 0,0 0 2 16,0 0-4-16,1 0 3 0,-2 0-3 15,0-2 2-15,2 2 0 0,1-1-4 0,-1 1 2 16,-1-1 0-16,2-1-1 0,0 0-1 0,0 1 6 15,1 0-4-15,0-1 0 0,-2-1-2 16,3 1 2-16,0 1-2 0,0 1-2 0,-3-2 0 16,3 2 0-16,0 0 0 0,-2 2-2 15,0-2 2-15,2 0 0 0,-3 1-2 0,3 1 2 16,-2-2 0-16,0 3 0 0,1-3-2 0,2 2-2 16,-2-2 0-16,1 0-4 0,0 1 1 15,1-1 1-15,-3 0 0 0,3 0-4 0,1 0 1 16,-2 0 1-16,4-1-4 0,-2 1 1 15,-2 0 1-15,4 0-2 0,-4 0-1 0,2 0-1 16,0 0 8-16,-1 0 4 0,-1 1 2 0,0 0 10 16,2-1 3-16,-2 2-1 0,3 0-2 0,-2-1 0 15,0-1-3-15,-1 1 1 0,4-1 0 16,-4 0-2-16,4 0 1 0,-4 0 1 16,4-1 0-16,-3 0-4 0,0-1 4 0,3 0-5 15,-4 0 1-15,4 0 0 0,-3-1-2 0,2 0 0 16,-2 1-2-16,1 1 0 0,-3-1 0 0,1 1 0 15,-2 0 0-15,1 1 0 0,0 0 2 16,-2 0-2-16,0 0 0 0,0 0 2 0,0 1-4 16,-2-1 2-16,2 1-2 0,-1-1-2 15,0 0 0-15,-1 0 0 0,2 0 3 0,-3 0-5 16,0 0 2-16,3-1 0 0,-3 0-4 0,1 1-1 16,2-2 1-16,-5 0 0 0,4 0 4 15,-4 2 2-15,3 0-2 0,-2 0 2 0,1-3-5 16,-1 3 3-16,2-1-6 0,0 0 2 15,-3 0-2-15,4-2 1 0,-4 1 1 0,3 0 0 16,0 0 2-16,-2 0 4 0,4 0 4 0,-5-1 2 16,4 0 0-16,-1 2 6 0,0-2 0 15,2 1-3-15,-3 1 3 0,2-1-2 0,-1 0 2 16,1 1-1-16,1 1-5 0,-1-2 0 16,1 1 4-16,0 0-2 0,1 1-4 0,-1-2 1 15,2 1 1-15,-1-2 2 0,1 2-2 0,1-1 0 16,1 0 0-16,-1 1 2 0,2 0-3 15,-1-1-3-15,1-1 2 0,-1 1-2 0,0 1-2 16,1-2 2-16,-3 1-3 0,3 1 1 16,-3 0-4-16,2-1 2 0,0 0 2 0,-2 0-4 15,2-1 2-15,-1 3 2 0,0-1 0 0,-1 0-1 16,-1 1-3-16,1-1 4 0,2 1 0 16,-2 1-6-16,-1-1 2 0,0 0 0 0,0 1 1 15,0 0-3-15,0 2 2 0,-2-3 0 0,3 0 0 16,-3 2 1-16,2-2-5 0,-4 2-2 15,2-2 0-15,1 2 8 0,-2-2-1 0,0 0 5 16,-1 1 5-16,-1-1 1 0,0 1 4 0,2 1-2 16,-3-2 2-16,0 3-3 0,3-2 1 15,-4 1 0-15,2 1 2 0,0-1-4 0,0-1-1 16,1 0 1-16,-2 3 2 0,-1-3-2 16,5 2-2-16,-4-2 3 0,1 1-1 0,2 0 0 15,-1 0 0-15,-1-1 0 0,2 1-1 0,0 0 1 16,2-1-2-16,-3-1 0 0,2 0 2 15,-1 2 2-15,-1-2-8 0,3 0 3 0,-2-2 3 16,0 2-2-16,1 0-4 0,0-1 2 16,-1-1 2-16,-1 2-4 0,2-2 2 0,-1 2 0 15,0-1 0-15,-3 1-2 0,4 0 2 0,-2 1 0 16,1-1-1-16,-2 2 1 0,1-2 0 16,2 0 2-16,-2 2-2 0,-2-2-2 0,4 1-2 15,-2-1-2-15,0 0 2 0,2 2-3 0,-2-2 1 16,1 0 0-16,-1 0 2 0,1 0 0 15,2 0-2-15,-5 0-2 0,4 0 2 0,0 0-1 16,-2 1 1-16,1-1 0 0,-1 2 2 16,1-1-4-16,0 1-2 0,-1-1 5 0,3 1-5 15,-3-2 0-15,2 1 0 0,1 1 1 0,-2-1 1 16,1-1-2-16,0 1 2 0,1 1 4 16,-1 0 0-16,0-2 6 0,1 2 6 0,-1 1 3 15,2-2-1-15,0 0 2 0,0 0-1 0,2 2-3 16,0-3 0-16,-1 0-3 0,1 0 3 15,-1 0 0-15,3 0 1 0,-2 0-3 0,1 0 0 16,0-3 1-16,2 2-5 0,-2 0 0 16,1-3-2-16,1 4 2 0,-2-2-1 0,0 2 3 15,1-2 0-15,-1 2-2 0,0-2 3 0,-1 1-3 16,-1 1 2-16,3 0-4 0,-3-1-4 16,1-1 0-16,1 1 0 0,-1-1 0 0,-1 1-2 15,0-2-1-15,1 1 3 0,-1 1-2 16,1-1-4-16,-2 1 3 0,0-1-5 0,1-1 2 15,2 1 1-15,-5 0-1 0,4-1 2 0,-4 0-2 16,2 0 3-16,0 0-3 0,-2 0 2 16,0 0-2-16,0 0 3 0,0 0-3 0,-2 1 2 15,0 1-4-15,0 0 8 0,-2 1 2 0,1-2 2 16,-2 2 8-16,0-2 15 0,0 2 4 16,1 0 0-16,-3-2 2 0,2 2 1 0,0 0-3 15,1 0-10-15,-2 0-4 0,-1 0-3 0,2-3 1 16,0 3-2-16,-3-1-1 0,3 0 1 0,-3 1 2 15,1-1 10-15,1-2 3 0,0 1 6 0,-1 2 7 16,1-2-1-16,0 2-1 0,0-2-8 16,-1 1 10-16,1 0 10 0,-3-1 2 0,6 2 14 15,-4-1 19-15,0 1 12 0,2-2 18 0,2 2 26 16,-2 0 18-16,1-1-5 0,2 1 7 0,-1 0 7 16,-1-2-6-16,4 1-11 0,0 1-1 15,-2-3 4-15,3 1-18 0,-1-1-10 0,0-2-20 16,2 3-26-16,-3-1-23 0,1-1-18 0,-2 0-12 15,2 2-15-15,-5 0-6 0,2-1-2 16,-1 0-2-16,-5 1 0 0,1 1 2 0,0-1-2 16,-2 1-10-16,-3 0-38 0,2-1-61 0,-4 0-100 15,2 0-109-15,-3 2-144 0,0-3-275 0,1 3-199 16,-1 0-58-16,1-1 166 0,-1 1 290 16</inkml:trace>
  <inkml:trace contextRef="#ctx0" brushRef="#br0" timeOffset="-91826.96">30976 8138 178 0,'2'3'273'0,"0"-3"51"0,-1 0-19 0,-1 0-39 15,2-3-37-15,-2 3-10 0,0-2 13 0,0 0 40 16,0 0 46-16,0 1 47 0,0 0 40 16,0-1 25-16,0 0-11 0,0 0-37 0,0 0-54 15,-2 1-58-15,1 1-51 0,-1-2-46 0,0 2-27 16,2 2-16-16,-1-2-4 0,1 1 7 0,-2 1 5 16,1-1-1-16,1 0-10 0,0 1-11 0,-4 1-15 15,4-2-17-15,-2 1-19 0,0 0-14 16,0 0-11-16,2 1-11 0,-1-2 1 0,-1 0-3 15,2 0 1-15,-1-1 0 0,1 0-1 0,0 0 1 16,-2 0-4-16,2 0-1 0,-2 0-6 0,2-1-3 16,-1 0-3-16,1-3-4 0,-2 2-2 0,1-2-2 15,1 2-1-15,0-3-1 0,-2 1 0 0,0-1 1 16,2-1 2-16,0 0 3 0,-1 1 3 16,1-1 1-16,0-1 0 0,0 1 1 0,-2-2-2 15,2 2-4-15,0-3-2 0,0 1-2 0,0 0 0 16,0-1 0-16,-2 1-2 0,2-2 2 15,0 1 0-15,-1 1-1 0,1-1 1 0,0 1 5 16,-2 2 3-16,1-2 1 0,1 2 2 0,0 2 0 16,-3-1 0-16,3 1-5 0,-2 0-2 0,2 2-2 15,0-1-1-15,0 1-2 0,-1 1 1 16,1-2-2-16,0 1 0 0,0 1-1 0,0 0 0 16,0-1-1-16,0 0 0 0,0 0 2 0,0-1-1 15,-2 2 0-15,2 0 1 0,0 0 0 0,0-2 2 16,0 1-2-16,-1 2 1 0,1 0-1 0,0 0 0 15,-2 0-2-15,0 0-2 0,2 0-2 16,0 0 0-16,0 0-4 0,0 0-10 0,0 0-12 16,0 0-26-16,0 2-47 0,-1 1-56 0,1-2-48 15,-2 0-50-15,1 0-73 0,-1 2-86 0,-1-3-65 16,1 0-53-16,-1 0-84 0,1 2-132 0,-2 0-143 16,1 0-3-16,0-2 135 0,-1 0 225 15,1 0 221-15</inkml:trace>
  <inkml:trace contextRef="#ctx0" brushRef="#br0" timeOffset="-91459.07">30823 7918 49 0,'2'-5'282'0,"1"1"165"16,-2-2 149-16,1 0-64 0,0 0-107 0,-1 0-62 15,2-1-21-15,-1 3-2 0,0-2 6 0,2-2-12 16,-1 2-20-16,0-1-26 0,2 1-38 15,-2-3-34-15,2 2-41 0,2-2-34 0,-1 0-31 16,0 1-16-16,0 0-12 0,3-1-8 0,-5 1-2 16,4 2 0-16,-2-1-2 0,1 1-13 0,-2 0-10 15,-1 1-16-15,2 1-14 0,-1 0-1 16,-2 1-3-16,4 2 42 0,-2 1 29 0,-1 0 21 16,2 0 7-16,1 0-6 0,-2 1-3 0,-1-1-24 15,1 2-24-15,0 1-11 0,1 0-4 0,0 2-2 16,-1-2-2-16,0 1-14 0,-2 0-5 15,4 2-3-15,-3-1-3 0,-1 1-1 0,0-1-2 16,1 1-2-16,-1 0-1 0,-2-2-4 0,-1 1-2 16,2 1 0-16,-2-2-1 0,-2 2-3 0,2-1-39 15,-4 1-66-15,0-1-65 0,0 1-129 16,-4 0-190-16,2-1-317 0,-2 1-283 0,1-1-206 16,0 3-66-16,-1-2 398 0,0 1 525 0</inkml:trace>
  <inkml:trace contextRef="#ctx0" brushRef="#br0" timeOffset="-88932.03">25798 7772 239 0,'0'4'425'0,"0"-2"163"0,0-1 15 0,0-1-156 15,0 1-129-15,2-1-77 0,-2 0-22 0,0 0 4 16,1 0 14-16,-1 0 13 0,4 0-1 0,-3-1-9 15,1 1-31-15,-1-1-33 0,1 1-19 16,0 0-26-16,-1-2-10 0,2 0-18 16,-1 2-6-16,0-2-5 0,-2 2-16 0,1 0-10 15,-1-3-5-15,3 3-4 0,-3 0 4 0,0-1 12 16,0 1 20-16,0 0 20 0,0 0 18 0,0 0 4 16,0 0-5-16,0 0-16 0,-3 0-24 15,3 0-25-15,0 1-29 0,-1-1-17 0,1 3-13 16,-4-3-7-16,4 4 2 0,-1-1-4 0,-1 1 1 15,1 1 16-15,1 1 6 0,-2 0 4 16,0 0 2-16,2-2 2 0,0 2-4 0,0-3-9 16,0 2-4-16,2-2-5 0,0-2-2 15,-1-1 2-15,1 0 2 0,3-3-3 0,1-3 1 16,-2-2 3-16,3 0 0 0,-1-4-3 0,1-1 1 16,0-2-1-16,0 4 2 0,-3-3 9 15,0 2 10-15,-3 2 12 0,3 1 10 0,-4-1 9 16,0 5 1-16,-4-1-10 0,3 4-8 0,-6 2-8 15,2 2-8-15,-1 3-4 0,-3 1-3 16,1 2-2-16,1 1-1 0,-2 2-2 0,4-1-5 16,1 4-2-16,-1-2-3 0,2-1 0 15,-1 2-2-15,1-3 0 0,2 1-1 0,-1-4-2 16,-1 1-3-16,6-2-9 0,-3-3-35 0,2-2-74 16,-1 0-94-16,1-2-166 0,-1-2-293 15,-1-3-328-15,2 0-335 0,0 0-173 0,-2-1 199 16,1-2 642-16</inkml:trace>
  <inkml:trace contextRef="#ctx0" brushRef="#br0" timeOffset="-79091.88">22201 7228 108 0,'-1'1'274'16,"-1"1"120"-16,0 0 47 0,-1-1-102 0,2-1-74 15,-1 0-37-15,-1 0-10 0,0 0-5 16,2 0 5-16,1 0-8 0,-2 0-13 0,0 0-10 15,2 0-7-15,-1 0-4 0,1 0-3 0,0 0 3 16,-2 0 3-16,2 0-4 0,0 0-4 16,0 0-2-16,0 0-7 0,0 0-8 0,0 0-12 15,0 0-9-15,0 0-17 0,0 0-18 0,0 0-21 16,0 0-15-16,0 0-19 0,0 0-13 16,0 0-12-16,0 0-5 0,0 0-3 0,2 0-3 15,-2 0-5-15,0 0-3 0,0 0 1 16,0 0 0-16,0 0 1 0,1 0-1 0,-1 0 3 15,0 0 0-15,0 0 2 0,2 0-1 0,-2 0-4 16,0 0 3-16,0 2-2 0,2-2-1 16,-2 0-1-16,0 0 1 0,1 0 3 0,1 0-3 15,-1 2-3-15,2-2 3 0,-1 3 4 16,1-2-4-16,0 0-1 0,-1 0 3 0,1-1 6 16,-2 3 3-16,3-3 2 0,-1 2 6 0,0 0 0 15,0 0-2-15,2-2-4 0,-2 2-5 16,0-2-3-16,0 2-5 0,-1-1 0 0,1 1-1 15,-1-2 1-15,-1 1 0 0,3-1-1 16,-3 2 3-16,1-2 0 0,-1 1-1 0,4-1-1 16,-4 2 1-16,1-1-2 0,-1-1-2 0,3 2-4 15,-4-1 7-15,1 1-4 0,3 0 0 16,-3-2 4-16,2 1-1 0,-1-1 3 0,1 0-2 16,-1 1 2-16,1-1 2 0,1 2-1 15,0-2 1-15,0 1-3 0,0-1-1 0,0 2 2 16,0-2-5-16,0 1 1 0,1-1 5 0,1 1-6 15,-1-1 4-15,0 0 0 0,0 2-2 16,-1-2 0-16,1 0-1 0,0 1 6 0,-1-1-5 16,1 2 0-16,-2-2 4 0,2 0-4 15,-1 2 0-15,0-2-1 0,1 1 2 0,-2-1-4 16,2 0 2-16,-4 1 1 0,4-1-3 0,-2 0 2 16,2 2-2-16,-2 0 4 0,2-2-2 0,-1 1-2 15,1-1 2-15,0 2 1 0,-2-2 3 16,2 0-1-16,0 1 0 0,1-1 2 15,-1 2 0-15,-2-2-2 0,2 0-1 0,0 1 0 16,-4-1 2-16,4 0 1 0,-1 1-2 0,1-1 1 16,-2 2-1-16,1-2-4 0,-1 0 3 0,0 2 0 15,0-2-1-15,0 1 1 0,1-1 2 16,-2 0 3-16,2 2-1 0,-1-2-2 16,0 0-1-16,0 0-1 0,0 2 0 0,1 1 0 15,-1-2-1-15,0-1 1 0,3 1-1 0,-3 0 0 16,2 2-3-16,0-3 5 0,0 0 2 0,0 2 0 15,-2-2 0-15,3 2 1 0,-2 0 2 16,0-1-4-16,0 0-3 0,1-1 0 16,0 2 1-16,0-2 0 0,1 1 0 0,-1-1 0 15,0 2 0-15,-2-2-3 0,2 1 3 0,-2 1 0 16,3-2 2-16,-2 1-2 0,0-1 1 0,1 2 5 16,-1-1-5-16,0-1-1 0,0 2 0 15,2-1 0-15,-1-1 0 0,-2 2 1 0,1-2 2 16,0 2-1-16,0-2-1 0,0 1 2 15,0-1-2-15,0 0-5 0,-1 1 1 0,2-1-1 16,-2 2 1-16,0-2 0 0,2 0 3 0,-2 1 3 16,2-1 2-16,0 2 1 0,-1-2-3 15,1 0 0-15,0 1-2 0,-2-1-2 0,2 1-6 16,1-1 5-16,-3 2-1 0,4-2 1 16,-4 1 2-16,0 1 1 0,0-2 6 0,1 0-4 15,-1 2 0-15,0-2-2 0,1 1-1 0,1-1 2 16,-2 0-1-16,0 1-2 0,2-1-2 15,0 0-1-15,-2 2 1 0,3-2 1 0,1 0 1 16,-2 0 3-16,-1 0 1 0,1 0-2 16,0 2 2-16,-1-2-2 0,3 0-1 0,-4 0 1 15,2 0-1-15,0 1 1 0,-1-1 1 0,2 0-1 16,-1 0 2-16,2 0-4 0,-3 0-1 16,1 0 2-16,3-1 0 0,-2 1 1 0,1-2-1 15,1 0 3-15,-3 2 2 0,2-1-1 0,-1 0-2 16,-1-1-2-16,2 2 0 0,-1-2 0 15,2 1-4-15,-4-1 1 0,3 2-3 0,-2-1 1 16,1 0 4-16,2-1 0 0,-2 2-1 16,-1-1 2-16,1 1 3 0,-1 0-3 0,3-2-2 15,-4 2-3-15,3-1 6 0,-1 1-2 0,-1 0 1 16,0-1 2-16,3 1 0 0,-4 0 2 16,1 0-3-16,0 0 0 0,0 0-1 0,1 0 0 15,0 0-1-15,-1 0-2 0,0 1-2 16,0-1 5-16,-1 1 0 0,1-1-3 0,1 0 1 15,1-1-2-15,-3 1 6 0,1 0-5 0,0 0-1 16,1 0 7-16,-1 0-2 0,1 0 1 16,-1 0-2-16,2 0 1 0,-3 1-2 0,2-1-1 15,1 2 2-15,-1-2-2 0,1 1-2 16,-3 1-1-16,5-2 0 0,-4 1 1 0,3 0-2 16,-1-1-1-16,0 2 1 0,1-1 5 0,0 1 1 15,0-2 0-15,0 2-1 0,0-1 3 16,0-1 4-16,-2 0-3 0,4 1 0 0,-2-1-3 15,-2 0 3-15,1 2 2 0,2 0-5 0,-3-2 0 16,0 0 0-16,1 1 4 0,-1-1-2 16,2 0-1-16,-3 0 2 0,1 0-1 0,1 0 0 15,-3 0 0-15,2 0 0 0,1 0-1 0,-2-1 0 16,-1 1 3-16,1 0-4 0,3-2 1 16,-5 2 1-16,2-2 1 0,0 2-4 0,-2 0-1 15,2-1 2-15,-1 1-2 0,0-1-1 16,2-1 2-16,-2 2 4 0,1 0 3 0,2-2-1 15,-3 2 1-15,1-1-5 0,1 1-1 0,1-2-2 16,-3 2 0-16,1 0 2 0,0-1 0 16,3 1 1-16,-2 0 0 0,-1 0 2 0,0 0 1 15,0 0-4-15,-1 0 0 0,2 0 0 16,-1 0 0-16,-2 0 1 0,4 0 0 0,-6 0 0 16,4 0-1-16,-2 0-1 0,2 0-1 0,-2 0 2 15,2 1-1-15,-4-1 2 0,3 0-3 16,-3 0 4-16,2 0-4 0,-1 0 2 0,1 2 0 15,-1-2-1-15,1 0 1 0,1 1 0 16,-1-1 3-16,1 2-3 0,1-2 0 0,-1 2 2 16,0-1-1-16,0 0 1 0,4 1-5 0,-2 0 2 15,1-1 2-15,-1 1-1 0,2 1 1 16,1-2-1-16,-1 0 0 0,0 1-3 0,2 1 1 16,-2-1 2-16,0-2-2 0,-2 2 2 15,3 1 2-15,-1-2-1 0,-1 0-1 0,-1 0-1 16,2 2 3-16,-2-1-1 0,-1 0-2 0,1 0 1 15,-1-1 2-15,0 0-3 0,1 1 0 16,-1-2 1-16,-4 1 2 0,3 1-2 0,0-1-1 16,-2 1 4-16,0-2-1 0,-1 0-1 15,2 1-1-15,-3-1-3 0,2 0 2 0,0 2 0 16,-2-2 1-16,0 0-1 0,2 0 1 0,-2 1 4 16,0-1-6-16,2 0 0 0,0 0 1 0,-2 0-4 15,1 2 0-15,1-2 2 0,-1 1 3 16,-1-1-2-16,4 2-1 0,-3-2 4 15,1 2 3-15,-1-1-5 0,3-1-1 0,0 1 4 16,0 1-3-16,2-1 0 0,-2 1-2 0,1-1 3 16,2 0 2-16,1 1-5 0,-1-1 4 0,0 1 0 15,2-2 4-15,-1 0-4 0,5 2-1 16,-4-2 0-16,4 0 0 0,-4 0-1 16,3 0-4-16,-2 0 3 0,2 0-5 0,-3 0 1 15,3 0 0-15,-2 0 1 0,0 0-3 0,1 0-1 16,-2 1 6-16,-1-1 4 0,0 0-1 0,3 1-3 15,-3-1 4-15,-1 2-2 0,2 0-3 16,-1-1 2-16,0 1-1 0,-2-2 5 0,2 1-2 16,-4 1 5-16,1-1-2 0,0-1-4 15,-2 1 2-15,1-1-3 0,-1 2 0 0,-2-2 2 16,4 1-2-16,-4-1 3 0,-1 0 0 0,3 0 2 16,-3 0 1-16,0 0-4 0,0 2 1 15,2-2-1-15,0 0 0 0,-2 0-2 0,0 0 1 16,1 0-1-16,-1 0 5 0,0 2-2 15,2-2 0-15,0 0-1 0,-1 0 0 0,-1 0 1 16,2 2-1-16,-1-2 1 0,1 0-1 0,0 3 0 16,-1-3-1-16,2 0 1 0,-1 0 0 15,1 0-1-15,-2 0-1 0,-1 1 2 0,2-1 2 16,-1 0 2-16,1 1-1 0,0-1 0 16,-1 1 1-16,1-1-1 0,1 0-6 0,0 3-3 15,1-3 4-15,0 2-2 0,2-2 2 0,-1 2-3 16,2 0 7-16,-3 0 1 0,3-2-2 15,-1 2 0-15,3-1 1 0,-1 1 3 0,1-1 1 16,1 1-5-16,-2-1 2 0,2 1 1 16,1-1 2-16,-2-1-3 0,-1 2-3 0,5-1 0 15,-5 1-2-15,1 0 1 0,1-1-2 0,1-1 2 16,-3 3-1-16,0-2 3 0,3 1 2 0,-3-1-3 16,0 0 4-16,0 1-4 0,1 1 0 15,0-1 3-15,-1-1-4 0,2 0 1 16,-2-1-2-16,0 2 3 0,0 0-1 0,-1-1 0 15,1 1 2-15,-1-2-2 0,-1 0 2 0,3 1 1 16,-2-1-2-16,1 2 0 0,-3-2-4 0,1 0 3 16,0 1-1-16,-1-1 0 0,-2 0 0 15,0 0-2-15,0 0 2 0,-1 0 0 0,0 0 1 16,-1 0-2-16,1 0 1 0,-1 0 4 16,1 0 1-16,-2 0-3 0,2 0 0 0,-2 1 3 15,0-1-3-15,2 0-1 0,-2 0 2 0,4 0-1 16,-4 0 0-16,1 0-3 0,1 2-1 15,-1-2 2-15,-1 0-4 0,2 1 2 0,0-1 1 16,-1 2 2-16,2-2 3 0,-1 0-5 16,1 2 3-16,2-2-1 0,1 2 0 0,0 1 0 15,-1-2 0-15,3-1 2 0,0 2-1 0,1-2-2 16,1 3-3-16,0-3 0 0,0 2 1 16,2-2 2-16,-3 2-4 0,4 0 0 0,-4-1 1 15,4 0 4-15,-4-1 0 0,3 2 0 0,0-1 0 16,-2 1 5-16,-1-1-2 0,4 1-7 15,-4 1 0-15,1-2 3 0,1 1-1 0,-2-1-2 16,-1 3 3-16,3-3-2 0,-1 2 2 16,-2 0-4-16,1-1-2 0,0 0 2 0,1 1 1 15,-2-1 6-15,4 0-6 0,-3 0 3 0,-1 0 7 16,2 1-2-16,0-2-4 0,0 1-2 16,0-1 2-16,0 0 0 0,0 1-2 0,-1-1 2 15,0-1 2-15,3 2 6 0,-4-2 0 16,2 0-3-16,-2 2-5 0,1-2-2 0,1 0 3 15,-3 0-4-15,1 0 1 0,-2 2 5 0,2-2-3 16,-4 0 1-16,1 3 1 0,2-3 0 16,-4 1 1-16,0-1-2 0,0 0-1 0,-1 1 0 15,2-1-5-15,-2 0 5 0,-1 0-1 16,1 1-4-16,0-1 4 0,-1 0 1 0,-1 0 5 16,2 0-7-16,0 3 2 0,-2-3 5 0,1 0-2 15,-1 0 1-15,2 0-1 0,-1 0-1 0,1 0-4 16,0 0-2-16,-1 2 4 0,1-2 0 15,-1 0 0-15,3 2 4 0,2 0-2 0,-3-1-1 16,2 0-2-16,1 1-2 0,0 1-1 0,2-2-1 16,-2 1 5-16,2-1 0 0,0 1 0 0,2-2 5 15,-1 2-2-15,-1-1-1 0,5 0 1 16,-4 3 3-16,1-4-3 0,2 1-2 16,-2 0 1-16,1 1 3 0,1-1-5 0,0 1 0 15,-1-2 2-15,1 1-4 0,0 0-3 0,-2 1 2 16,2-1 0-16,-1 1-5 0,1-2 1 0,-1 2 7 15,1-1 2-15,-2 1 1 0,2-2 0 16,-3 1 2-16,4 1 1 0,-4-2-4 16,4 1-3-16,-5-1-3 0,1 2 3 0,1-2 0 15,1 1 0-15,-2 1 3 0,-1-1 0 0,2 1 2 16,-1-1-1-16,-1 0 1 0,0 1-7 0,1 0 1 16,-1-2 3-16,1 2-1 0,0 1 3 15,-1-2-3-15,0 0 3 0,-2 0-2 0,2 2-2 16,0-3 1-16,-2 2 0 0,1-2 0 15,-3 2-2-15,5 0 2 0,-4-1-1 0,0 0-1 16,0 1-2-16,0-2 0 0,1 1 5 0,-5 1-4 16,4-1 4-16,-2 1 1 0,-1-2 2 15,1 1-5-15,-1 1-1 0,-1 0 4 0,3-2-2 16,-3 1 0-16,-1 0 2 0,3-1-2 16,-3 2 3-16,2 0-1 0,0-2-5 0,0 1-1 15,-2-1-2-15,2 1 5 0,0 1 0 0,-1-2-1 16,-1 1 5-16,2-1-1 0,-2 2 3 15,1-2-3-15,-1 0-4 0,4 1 0 0,-4 0 1 16,1 1-2-16,-1-2 0 0,3 1 3 16,-1 1 2-16,0 0-1 0,-1-1-1 0,4 2-1 15,-2 0 1-15,3-1-1 0,-1 1 1 0,1 0 0 16,-1-1-1-16,3 2 2 0,0-2 1 0,-2 2-1 16,2-3-1-16,0 0 0 0,1 2 2 15,-1-3 0-15,-1 2 0 0,-1-2-2 0,0-2 1 16,1 2 0-16,-4-3 25 0,0 2 23 15,-1-1 18-15,-1-3 11 0,-1 3 3 0,0-2 3 16,-1 1-17-16,-1 0-21 0,-1 1-19 0,0 1-14 16,-1-2-15-16,1 3-48 0,2 0-43 15,-5 1-78-15,3 1-150 0,-1-2-197 0,1 1-295 16,0 1-241-16,3-2-199 0,0 0 78 16,0-3 455-16</inkml:trace>
  <inkml:trace contextRef="#ctx0" brushRef="#br0" timeOffset="-76401.12">25958 7708 73 0,'0'0'208'0,"0"2"76"0,0-2-10 0,-2 0-65 15,2 0-59-15,0 0-46 0,-1 0-26 16,1-2-12-16,-2 2-2 0,1-1-6 0,-3 1-2 16,2 0-4-16,-2-2-12 0,3 2-11 0,-2 0-6 15,-1 0-9-15,1 0-6 0,0 0 0 16,0 2-4-16,-1-1 4 0,0 1-5 0,-1-1-1 16,2 1 2-16,2 1 2 0,-3-1-2 15,3-1 4-15,-2 0 4 0,-1 1 5 0,3 0 5 16,-3-1 4-16,1 0 1 0,2 1-3 0,-2-1-1 15,1 1-5-15,-1-2 2 0,2 1 9 16,-1 0 22-16,0 1 28 0,1-2 22 0,-3 0 18 16,4 0 14-16,-1 0 4 0,-1 0-9 15,2 0-11-15,0 0-14 0,0 0-19 0,0 0-20 16,0 0-15-16,0 0-14 0,0-2-12 0,0 2-5 16,2 0-4-16,-1-1 0 0,3 0 5 15,-3-1 23-15,3 1 15 0,-1 1 2 0,0-2 4 16,3 1 6-16,-1 1 36 0,1 0 10 15,1-1 6-15,-3 1-4 0,5-2 1 0,0 0 34 16,-1 1-16-16,0 0-16 0,2 1 10 0,-2-2 5 16,2 0-4-16,1 1-34 0,-2-2-20 0,1 1-14 15,-1 1-26-15,-1-1-12 0,2 1-8 16,1 0 10-16,-3-1 5 0,0 0 3 16,0 0 2-16,1 2-1 0,-1 0-2 0,2-3-16 15,-4 2-8-15,3 0-4 0,-1 1-1 0,-1-1-2 16,2 1 1-16,-1-3 1 0,-2 3-3 0,2 0 2 15,-1-2-4-15,2 2-1 0,-3 0-1 16,1-2-1-16,1 0 5 0,-1 1 2 16,0 1 6-16,-1-3 4 0,1 3 5 0,0-1-1 15,-1-1 0-15,-1 1-2 0,2 1-7 0,-2-2-5 16,1 2-4-16,0-1 0 0,-1 1-2 0,0 0-1 16,-1-2-1-16,1 2 5 0,0-1 0 15,1 1-2-15,-1 0 0 0,-2-2 1 16,2 2 3-16,0 0-2 0,-4-1 0 0,4 1 4 15,-1-2-1-15,-1 2 0 0,1 0-4 0,1-2-2 16,-4 2-1-16,2-1 1 0,-1 1-2 0,1-2 0 16,-1 2 3-16,1 0 0 0,-1-1-2 15,2 1-1-15,-2-1 1 0,1 1-1 0,0 0 0 16,0-2 2-16,0 2 0 0,2-1 4 16,-2 1-2-16,1-2 1 0,2 1-3 0,-2 1-3 15,1-1 4-15,-2-1-6 0,1 0 4 0,1 2 1 16,-2-1 3-16,1 1 0 0,-1-1-1 15,0 1 1-15,-1 0-2 0,1-2 3 0,0 2-4 16,-1 0 3-16,1 0-1 0,-3 0-3 0,4 0 5 16,-1 0-5-16,-2 0 4 0,2 0 1 15,-1 0 0-15,-1 0 3 0,1-2-1 0,-1 2 0 16,3-1-5-16,-3 1-2 0,2 0 3 16,1-2-1-16,-3 1 0 0,3 1 1 0,-1-2-2 15,-2 1-1-15,4-1 2 0,-4 2 0 0,1-1-2 16,-1 0 1-16,3-1 2 0,-1 0 3 15,2 0-4-15,-2-1-2 0,0 1-1 0,5 1 4 16,-4-4-2-16,3 5 0 0,-1-4-1 0,2 1-1 16,2 1 5-16,-2 0-3 0,0-1 3 0,1 2-1 15,2-3 1-15,-1 3-2 0,2-2-1 16,-1 1-2-16,1 1 1 0,0-1 1 0,1 1 3 16,-2 0 4-16,3-2 0 0,-1 0 3 15,1 2-3-15,-1-3-3 0,1 3-1 0,-3-2 0 16,2 0-2-16,-3 0 0 0,3 1 3 0,-2-1 2 15,0 2-2-15,-1-2 3 0,1 1-3 16,-3 0 0-16,1 2 2 0,-1-3-5 0,1 3 1 16,0-1 0-16,0 0 1 0,0 1-1 15,-2-1-2-15,2-2 3 0,-1 1 3 0,1 2-1 16,0 0 4-16,-1-2-1 0,2-1-2 0,-2 0 1 16,4 0-5-16,-4 0 0 0,2 0 0 15,0 0 0-15,0 0 1 0,0 0-1 0,0 1 1 16,0 0 4-16,0-1-6 0,2 1-1 15,-3 1 3-15,0-2 3 0,3 1-2 0,-4 1-1 16,2-1 0-16,0 1 4 0,0-1-4 0,1 1-4 16,-2 1 2-16,2-3-2 0,0 1 1 15,-1 1 0-15,1-2 2 0,1 0 4 0,0-1-4 16,-3 1-3-16,4 1 5 0,-4-2-1 16,4 2-3-16,-2-2-2 0,-1 1 3 0,2 1 1 15,-1-1 0-15,0 0-3 0,0 1 3 0,0-1 0 16,1 2 0-16,-2-3 1 0,2 3-2 15,0-2-1-15,-1 2-2 0,1-2 1 0,1 0-3 16,-1-2-1-16,2 2 2 0,-3-1 4 0,2-2-1 16,-1 2-4-16,-1-2 3 0,3 1-2 15,-2-1 3-15,-3 1 0 0,5 1-1 0,-3-2 2 16,-1 1 0-16,2 0 1 0,0 1 2 0,-3 0 0 16,4 0 4-16,-2-3 3 0,1 3-1 15,0-1-1-15,-1 1-2 0,-1-1 0 0,3 0-1 16,0 3-1-16,-2-4-1 0,0 3 2 15,2-1 0-15,-2 2-1 0,0-3-1 0,1 0 0 16,0 4 0-16,0-2 0 0,-2 0 0 0,-1 0-1 16,4 2 0-16,-4-1 0 0,-1 1-2 15,5-2 0-15,-5 3-1 0,1-1 1 0,1-1 2 16,1 0 0-16,-2 1 0 0,1-1 0 16,1 1-1-16,-3-1 2 0,1 1-2 0,1-2-1 15,-1 1 2-15,-1 1 2 0,3-1-1 0,-3 1-4 16,2 0 0-16,-2-1 2 0,2 2-3 15,0-2 1-15,0 2-1 0,0-2 5 0,-1 2-1 16,2 0-2-16,-1-3 2 0,2 3-1 16,-3-2 0-16,2 1-2 0,0-2-1 0,1 1 3 15,0 0 0-15,-1 1-2 0,3-3-3 0,-3 3 4 16,2-2-1-16,0 2 0 0,-4-2-3 16,5-1-1-16,-2 3 1 0,-1 0 1 0,1-3 1 15,-1 3 1-15,2 1 3 0,-2-1-2 16,0-1 0-16,2 1-3 0,-1 1 0 0,0-2-2 15,2 1-1-15,-3-1 7 0,3 1 3 0,-3 0 1 16,0-3 1-16,3 1 2 0,-1 2-2 0,-1-2 0 16,1 0-3-16,0 0 0 0,0 1 2 15,-1 0-2-15,2-2 2 0,-2 2-1 0,2-1 1 16,-2 1 4-16,0-2-4 0,2 2 0 0,-3 0 0 16,3 2 0-16,-3-5 1 0,2 4-5 15,-1 0 0-15,1-1 0 0,-1 1 3 0,1-2-4 16,-1 1 1-16,2 0 2 0,-3 1-1 15,3 0 1-15,-1-1-4 0,-1 2 2 0,-1-2-3 16,1 1 2-16,0 0 0 0,-3 1 0 16,1-2 2-16,1 1-1 0,-1-1 1 0,-2 2-1 15,1 0-1-15,-1 0 1 0,0 0-2 0,1 0-2 16,1 0 4-16,-2 0-1 0,-2 0 1 16,2-1 0-16,1 1 0 0,-1 0 0 0,-1-2-2 15,1 1 0-15,1 0 1 0,-3 1 0 16,1-2 4-16,1 0 0 0,-1 1 0 0,0-1 0 15,-3 2-2-15,5-1-3 0,-5-1 1 0,4 1 1 16,-2 1-1-16,1-2-2 0,-2 1 1 16,1 1 0-16,1-1-1 0,-2-1-1 0,2 0 1 15,-2 1 3-15,4 0 1 0,-5-1-1 0,3 0 1 16,-2 0-2-16,1-1 1 0,1 1-1 16,0-2-3-16,0 2 4 0,-3 2 4 0,1-2-3 15,2-1-2-15,-1 1-1 0,0 1-1 16,0 0 0-16,-1 1-6 0,2-2 4 0,-1 1 3 15,-2 1 1-15,1-2 0 0,0 1 1 0,-2 1 0 16,4 0-5-16,-4-2 0 0,1 2-1 16,-2-2 1-16,1 2 0 0,-1 0-1 0,-1 0 6 15,-1 0 2-15,2 0 2 0,-2 0 0 16,0 0-1-16,0 0 2 0,0 0-2 0,0 0-4 16,0 0-2-16,0 0 2 0,0 0 1 0,-2 0 0 15,1 0-1-15,-1 2 1 0,0-2-3 0,-1 2-32 16,-3-2-85-16,2 0-136 0,-5 0-177 15,1 1-288-15,-2 1-266 0,-2-1-176 16,1 1 120-16,-1-1 391 0</inkml:trace>
  <inkml:trace contextRef="#ctx0" brushRef="#br0" timeOffset="-68559.32">24575 7482 110 0,'0'3'327'16,"0"-2"166"-16,-2 1 145 0,0-2-123 0,2 1-91 16,-1-1-42-16,1 0-23 0,-2 0-16 15,0 0-15-15,2 0-29 0,0 0-33 0,0 0-36 16,-1 0-28-16,1 2-23 0,-2-2-24 0,2 1-28 15,0-1-28-15,-1 2-19 0,-2-1-19 0,1-1-13 16,2 2-6-16,-3 0 3 0,3-1 5 16,-1 2 1-16,-1-2 2 0,0 1 0 15,1 0-6-15,-2 0-8 0,-1 1-9 0,3 0-12 16,-3 2-7-16,3 1-3 0,-2-1 1 0,-2 5-4 16,4-1-3-16,-2 3-3 0,3 0 4 0,-4 1-4 15,3 2-5-15,-1 0 7 0,0 2-1 16,2-1 8-16,0 1-1 0,0-1 1 0,2-1-3 15,0 0-7-15,-1-1 4 0,3-2-5 16,-3 0-2-16,2-3-5 0,3-2 4 0,-3-1 1 16,1 0 0-16,-1-1 3 0,0-4-1 0,0 1-1 15,1-4-1-15,0 1-1 0,1-2-19 16,-2-1-18-16,2-2-20 0,-4 1-47 0,1-1-95 16,0-2-123-16,-1 2-123 0,1-1-193 15,-1 0-272-15,3 2-165 0,-3-1 66 0,1 0 286 16,1 1 323-16</inkml:trace>
  <inkml:trace contextRef="#ctx0" brushRef="#br0" timeOffset="-68135.06">24696 7553 106 0,'2'0'354'0,"-2"1"188"0,0 0 152 15,-2 4-108-15,2-1-123 0,0 4-71 0,0 1-29 16,0 2-11-16,0 3-19 0,2 2-35 16,-1 0-53-16,1 2-59 0,1 1-53 0,1-1-45 15,-1 2-32-15,3-2-25 0,0-2-13 0,1-2-8 16,-3-1-2-16,4-2 0 0,0-3 1 0,0-4 15 15,-2-1 16-15,2-3 9 0,0-3 9 16,-2-3 3-16,1 0 0 0,-1-5-13 16,-1 0-14-16,-1 0-10 0,3-3-2 0,-6 0 2 15,4 0 5-15,-3-3 4 0,-1 2 1 0,1 0 3 16,-2 1-7-16,-2 0-5 0,2 1-8 0,-3-2-7 16,2 4-3-16,-3 0-2 0,3 2-3 15,-2 3-3-15,-3 0-1 0,2 3-3 0,0 2-7 16,0 2-13-16,0 2-13 0,-3 3-34 15,1 0-87-15,-3 1-130 0,1 1-155 0,-1 0-240 16,2-1-267-16,1 0-184 0,-1 2 83 0,1-2 345 16,-1-1 355-16</inkml:trace>
  <inkml:trace contextRef="#ctx0" brushRef="#br0" timeOffset="-67929.09">24679 7675 186 0,'2'3'610'16,"-2"0"312"-16,1-2 99 0,2 3-164 0,-1-4-275 16,2 5-212-16,1-4-128 0,2 1-60 15,-1-2-35-15,5 3-29 0,0-3-40 0,0 0-33 16,3-3-21-16,2 1-13 0,2-2-9 16,-2 2-6-16,2-2-10 0,3 0-50 0,-2 1-125 15,1-1-164-15,-1 1-284 0,1 0-253 0,-2 1-212 16,0 0 15-16,-1 2 357 0</inkml:trace>
  <inkml:trace contextRef="#ctx0" brushRef="#br0" timeOffset="-67002.73">27100 7519 44 0,'0'0'286'0,"0"2"175"0,0-2 168 15,0 0-27-15,-2 0-113 0,0 0-72 0,2 0-46 16,0 0-31-16,0 0-21 0,0 1-23 0,0 2-27 16,0 0-27-16,0 1-29 0,0 5-31 15,0-3-31-15,0 4-40 0,-1 0-33 0,1 1-24 16,0 2-18-16,-2-1-14 0,0 2-6 0,1 1 1 16,-1-2-1-16,1 2-8 0,-4 0-1 15,2-2 0-15,2 3-2 0,-4-2 0 0,2-1-6 16,-2 0 2-16,0 0-3 0,-3-1 0 15,2 1-19-15,-2-1-52 0,-2-2-81 0,0 1-114 16,-3-2-132-16,0-2-204 0,0-2-269 0,2 1-166 16,-1-4 39-16,2-2 259 0,2-2 319 15</inkml:trace>
  <inkml:trace contextRef="#ctx0" brushRef="#br0" timeOffset="-66667.02">26931 7639 111 0,'0'10'392'15,"-4"-2"216"-15,3 3 195 0,-1 1-51 0,1 0-119 16,1 1-95-16,-2 2-74 0,2-2-58 16,-2 3-77-16,2-4-85 0,2 1-83 0,0-1-68 15,1-1-41-15,2-4-27 0,1-1-7 0,-2-3-4 16,1-1 0-16,2-4 0 0,1-3-1 15,-1 0-1-15,0-5-4 0,1-3-5 0,-3-4-5 16,-1 3 4-16,1-6 6 0,-2 2 3 0,-2-1 11 16,-2 2 12-16,-1 0 9 0,-1 3-5 15,-3 0 0-15,0 1 0 0,-2 2-14 0,0 4-6 16,-2-1-13-16,1 3-5 0,1 2-4 0,-1 3-5 16,1 3-5-16,0 2-19 0,-1 3-11 15,-1 2-50-15,2-1-117 0,0 3-136 0,0-1-196 16,0 1-270-16,3 1-256 0,1-1-98 15,0-2 236-15,3 1 391 0</inkml:trace>
  <inkml:trace contextRef="#ctx0" brushRef="#br0" timeOffset="-66476.01">26889 7728 182 0,'0'-2'707'0,"2"1"388"16,-2 1 74-16,2 0-194 0,-2 0-359 15,1 0-281-15,2 1-166 0,3 1-82 0,1-2-41 16,-1 0-22-16,2 0-11 0,5-2-6 0,-2 0-5 16,3-2-12-16,2 0-67 0,-2-2-122 15,3-1-167-15,1-2-290 0,-6 3-258 0,1 2-202 16,0-2 46-16,-4 3 362 0</inkml:trace>
  <inkml:trace contextRef="#ctx0" brushRef="#br0" timeOffset="-64175.03">24140 1255 220 0,'-8'-4'458'0,"0"-1"244"0,2 1 214 0,-1 1-161 16,2 2-127-16,2-1-92 0,2 2-93 0,-1-2-92 16,-1 2-110-16,3-1-86 0,0 1-56 0,5 0-37 15,-1-1-18-15,3-1-11 0,3 0-4 0,3 2-3 0,2-1-6 16,4 1-8-16,-2 1-2 0,5-1-1 15,0 4 5-15,4-2 4 0,-4 3 2 0,2 2 0 16,-1 0 0-16,-1 3-2 0,-2 0 10 0,-2 3 38 16,-3 1 41-16,0 1 36 0,-3 2 12 0,-4 2 5 15,-2 1-15-15,-5 1-23 0,-1 0-31 0,-6 3-26 16,-2 0-15-16,-1 3-8 0,-5-1-4 0,-4 5-13 16,-2 0-8-16,-4 2-4 0,1 0-2 0,-2 0-1 15,2-1-2-15,-1 0-1 0,2-1 1 16,1-3 0-16,2-2-2 0,3-4-2 0,1-2-1 15,5-4 1-15,0-2-4 0,6-3-3 0,-2-1 0 16,4-3 0-16,2-1-1 0,2-1-2 0,4-1 5 16,2-2 1-16,1-1 3 0,5-2 1 15,2-2 4-15,1-2 0 0,4-1 0 0,1-1 0 16,4-2-3-16,-3 1-3 0,6-1-2 0,-4 0-2 16,1 1-17-16,-1 0-53 0,0 0-57 0,-1 2-76 15,-4 0-147-15,2 2-210 0,-3 1-307 0,1 0-255 16,-3 0-216-16,-1 1 13 0,1 1 472 15</inkml:trace>
  <inkml:trace contextRef="#ctx0" brushRef="#br0" timeOffset="-63703.06">25019 1549 38 0,'3'-7'604'0,"-3"-1"505"0,-1 1 176 16,-3 1-92-16,0-1-301 0,-3 5-331 0,1 1-190 15,-3 1-96-15,1 0-56 0,-4 3-48 0,-2 4-57 16,2 4-50-16,-4 2-23 0,1 5-17 0,-2 1-5 16,1 6-2-16,1 1-2 0,0 1 1 15,1 3-5-15,5 0-1 0,2 0-4 0,2-2-2 16,4 0-3-16,2-6-2 0,6-2 0 0,2-5-1 16,4-5-2-16,1-4 2 0,5-6-1 0,0-8-1 15,5-3-3-15,1-5 1 0,0-9 3 16,4-3 1-16,-1-4-1 0,1-4 1 0,-4-1 4 15,1-1 3-15,-3 1 2 0,-1-1 0 0,-3 1 5 16,-1 1 2-16,-4 1-2 0,-2 1-10 0,-4-1-5 16,0 2-4-16,-3 0-4 0,0 2 2 0,-5 3-3 15,0 2 12-15,-2 2 5 0,-2 5 6 0,0 3 1 0,1 3 0 16,-2 3-1-16,2 4-4 0,-2 1-5 16,2 3-2-16,-3 5-1 0,1 2-1 0,1 6 0 15,-3 0 8-15,4 4 3 0,0 3 2 0,0 5 0 16,-1-1 0-16,2 6 0 0,-2 0-6 0,1 3-5 15,0 1-5-15,-2 2 1 0,2 1 3 0,-2 1-2 16,0 1 3-16,-1-1 0 0,3 0 1 0,0-1 2 16,1-3-2-16,2-1-1 0,4-4-1 15,-3-4-14-15,2-1-53 0,3-5-53 0,2-1-57 16,-1-6-96-16,1-2-145 0,3-4-174 0,-3-1-250 16,1-3-229-16,4 0-186 0,-4-6 88 0,4 0 397 15</inkml:trace>
  <inkml:trace contextRef="#ctx0" brushRef="#br0" timeOffset="-63374.78">25496 1413 4 0,'8'-23'319'0,"-1"2"273"0,-1 0 275 0,-3 5 115 16,0 3-172-16,-1 2-175 0,-1 2-152 0,1 1-112 16,0 3-94-16,-1 1-98 0,1 3-76 0,-1 1-45 15,1 1-24-15,1 4-14 0,-1 2-10 0,1-1-2 16,0 5 0-16,0 2-6 0,0-1-2 0,0 4-1 15,1 1 0-15,0 0-2 0,0 0-1 0,0 1 6 16,0 2 5-16,0 0 2 0,1-1 10 0,-4 1 9 16,3-1 7-16,-3 1 7 0,-1 2 22 15,0-1 28-15,0 2 22 0,-3-1 19 0,0 2 9 16,-4 0-5-16,-2 0-20 0,1-2-23 0,-2 3-24 16,-2-2-18-16,1-1-12 0,0-1-3 0,-2-1-4 15,4-1-6-15,-4-4-5 0,5 0-7 16,2-5-7-16,-1-1-6 0,4-2-5 0,0-1-2 15,0-5-3-15,2-1-18 0,2-5-59 0,4-2-60 16,-1-7-127-16,4-5-179 0,2-4-306 0,4-4-313 16,-1-3-239-16,2-1-110 0,2-6 396 0,0 2 545 15</inkml:trace>
  <inkml:trace contextRef="#ctx0" brushRef="#br0" timeOffset="-63205.08">25821 1346 26 0,'4'10'470'0,"-2"0"410"0,-7 4 259 0,4 2 7 15,-3 2-340-15,0 4-255 0,-3 0-124 0,1 5-78 16,-3 0-70-16,1 0-53 0,0 3-46 16,0-3-47-16,0 0-57 0,3-2-39 0,0-2-19 15,4-2-12-15,-1-3-53 0,2-2-51 0,0-4-102 16,2-4-148-16,-1-1-231 0,-1-5-316 16,4-5-247-16,-3-3-200 0,2-3 159 0,1-3 489 15</inkml:trace>
  <inkml:trace contextRef="#ctx0" brushRef="#br0" timeOffset="-63041.16">25819 1234 10 0,'3'-23'437'0,"-3"4"401"0,0 5 268 15,-1 5 20-15,-3-1-342 0,3 4-302 0,-2 3-183 16,-1 2-113-16,1 2-73 0,0 2-53 16,0 2-29-16,0 2-11 0,-2 2-14 0,5 2-7 15,-1 0-31-15,1 1-78 0,-2 4-109 0,2-1-146 16,-2-1-263-16,2 6-267 0,0 1-190 0,-1-1 52 15,-1 2 303-15,2 3 353 0</inkml:trace>
  <inkml:trace contextRef="#ctx0" brushRef="#br0" timeOffset="-62646.05">25806 1757 171 0,'5'4'560'0,"-2"-4"317"15,0-2 190-15,1-4-149 0,3-3-224 0,0-4-197 16,-1-4-128-16,2-1-41 0,3-3-27 15,0 0-31-15,0 0-29 0,2-1-28 0,-2 0-31 16,0 4-43-16,-2 0-45 0,-1 4-35 0,-3 2-22 16,2 4-14-16,-1 0-8 0,-3 3-1 0,-2 1-2 15,1 4-4-15,-2 4-2 0,0 3 1 0,-2 4 0 16,1 1-1-16,1 3-2 0,-3 1 1 0,3 4 2 16,-2 0-3-16,2-1-2 0,2 0 0 0,-1-2-1 15,2-1-1-15,2-2-2 0,2-4 0 16,3-2 0-16,0-4 1 0,3-4 2 0,2-4-1 15,2-4 0-15,3-5 0 0,2-2 0 0,-1-2 0 16,2-1-4-16,-2-1 4 0,-2 2 0 0,-2 1 3 16,-2 0 4-16,-3 6 0 0,-2 1 8 0,-4 1 5 15,0 3 0-15,-3 0-1 0,0 4-1 0,-3 2-1 16,-3 4-8-16,2 1-3 0,-5 2-2 0,1 5-1 16,2 0-1-16,-2 2-1 0,2 2-1 0,1-1 0 15,2 1-5-15,2-3-10 0,-1 2-46 16,6-4-62-16,-2-2-70 0,4-4-126 0,0-1-179 15,3-5-306-15,1-2-265 0,2-2-217 0,2-3-81 16,-1-3 366-16,5-3 514 0</inkml:trace>
  <inkml:trace contextRef="#ctx0" brushRef="#br0" timeOffset="-62269.07">26674 1182 55 0,'17'-36'583'15,"-7"3"495"-15,-3 4 233 0,-3 7-2 0,0 2-365 16,-4 5-313-16,0 5-212 0,-4 4-121 0,1 3-83 15,0 3-89-15,-2 3-50 0,0 3-31 0,-3 4-10 16,2 4-7-16,2 2-4 0,-3 5-3 0,2 3-6 16,0 5 7-16,1 3 1 0,-2 3-1 0,1 6 0 15,2 1-1-15,-1 1-2 0,4 2-8 0,5-4-8 16,2-1-2-16,2-4-1 0,4-3-2 0,2-6-2 16,5-2 1-16,0-2-2 0,2-9-1 0,2-5-1 15,1-5 0-15,2-5 0 0,2-5-1 16,-3-6 0-16,3-4 5 0,-2-4 3 0,-2-4 1 15,-1-4 3-15,-4-1 5 0,1-4 3 0,-5-2-8 16,-2-4-4-16,-5 0-3 0,-1-1-1 0,-4-4 5 16,-3 2 10-16,-2 0 25 0,-6 2 21 0,-3 4 10 15,0 4 2-15,-6 5-5 0,-1 6-13 0,-3 6-16 16,1 4-17-16,-1 8-10 0,1 3-4 0,2 3-3 16,0 7-3-16,4 0-1 0,0 5 1 0,0 3-3 15,4 1 0-15,1 2-6 0,0 0-12 0,0 3-19 16,2 1-28-16,-1-1-69 0,2 0-69 0,-1 0-125 15,-1-4-183-15,2-1-296 0,0-1-318 0,2-3-221 16,-1-3-117-16,1-1 392 0,0-6 579 16</inkml:trace>
  <inkml:trace contextRef="#ctx0" brushRef="#br0" timeOffset="-62070.98">26700 1244 146 0,'-4'-5'754'0,"3"0"454"0,-3 1 81 0,3 1-166 15,-1 0-416-15,1 0-334 0,2 1-141 0,1 2-63 16,3 0-35-16,1 0-17 0,4 0-17 0,4 0-6 16,0-3-23-16,7 0-22 0,1 1-13 0,2-2-12 15,3-1-4-15,3 1-6 0,1-2-5 0,2 2-8 16,1-1-22-16,2 0-45 0,-5 1-67 0,2 0-152 16,1 1-238-16,-3 0-294 0,-1 2-294 0,0-1-237 15,-1 0 26-15,-2 1 533 0</inkml:trace>
  <inkml:trace contextRef="#ctx0" brushRef="#br0" timeOffset="-61838.91">27533 1126 234 0,'-3'1'871'0,"-1"-1"417"0,3 0-3 16,-1 0-227-16,4 0-419 0,-1 0-265 0,4 0-117 15,3 0-67-15,3-1-34 0,0 0-20 0,4-3-10 16,2 0-41-16,2-2-38 0,-2-2-19 0,4 0-10 16,-2-1-7-16,1-2-8 0,1 2-6 0,-5-1-43 15,-1 0-53-15,-2 3-108 0,-5-2-182 0,0 3-294 16,-8 1-312-16,0 0-264 0,-3 4-166 16,-6 1 307-16,-3 1 597 0</inkml:trace>
  <inkml:trace contextRef="#ctx0" brushRef="#br0" timeOffset="-61662.89">27593 1242 7 0,'3'13'438'16,"0"1"373"-16,1-6 262 0,0 2 70 0,4-3-309 15,0-2-284-15,2 1-172 0,0-3-91 0,5 0-72 16,-1-3-72-16,2 0-44 0,3-3-36 0,-2 0-26 16,5-3-17-16,2-2-5 0,-2 0-6 0,2 0-9 15,0 0-11-15,1-1-29 0,-4 0-84 0,-1 2-155 16,0-1-213-16,-3 2-287 0,1-1-273 15,1 2-222-15,-3 1 113 0,3-1 478 0</inkml:trace>
  <inkml:trace contextRef="#ctx0" brushRef="#br0" timeOffset="-61148.73">28741 789 407 0,'-3'0'849'0,"-2"0"294"0,0 1 19 0,2-1-299 16,-2-1-330-16,1 0-199 0,0-1-109 0,1 5-41 16,2 3-4-16,1 4 0 0,0 5 10 0,0 1 1 15,0 0-12-15,1 5-22 0,2 1-42 0,1 2-31 16,0 3-28-16,-1 2-12 0,-1 3-6 0,1-1-13 15,-1 2 0-15,-1 3 1 0,2 1 4 0,1 1-4 16,-3-1-6-16,4-3-1 0,-2 0-5 0,5-4-1 16,-3-5-7-16,-1-1-4 0,1-2 0 0,0-7 1 15,-2-1 2-15,2-4 1 0,-5-1 0 0,1-6 5 16,-1 2 2-16,0-5-1 0,-1-5 0 16,-2 2 0-16,0-7 0 0,0 0-1 0,-2-3 3 15,0 2 0-15,0-4-7 0,0 0-3 0,-1-1 2 16,2 0-1-16,0 1-2 0,-1 0 0 0,2 2 4 15,0 1 7-15,0 1 5 0,0 2 2 0,-2 2 0 16,0 1 0-16,2 3-1 0,-2 2-4 0,-1 1-6 16,0 2-5-16,-4 4 3 0,1 3 1 0,-2 5 0 15,-3 0 1-15,1 5-1 0,-3 2 1 0,2 0-6 16,0 1-3-16,-1 2-2 0,1 0-1 0,1 0 2 16,1-1 0-16,-1 1 0 0,4-3-1 0,-1-2 1 15,2 0-3-15,2-3-10 0,1-1-22 0,2-2-42 16,0-1-73-16,0-4-92 0,-1-2-169 15,-2-1-292-15,3-3-322 0,-2 1-315 0,1-1-177 16,-5-1 171-16,-3 2 651 0</inkml:trace>
  <inkml:trace contextRef="#ctx0" brushRef="#br0" timeOffset="-45391.29">21836 6910 153 0,'0'-1'307'0,"0"-1"121"0,-1-1 13 0,1 0-125 15,0 0-104-15,0 0-63 0,0-1-37 16,0 1-18-16,0-3-6 0,1 2 1 0,-1-2 18 16,0 1 8-16,3-1 8 0,-3 1 13 0,4 1 12 15,-3-2 9-15,1 1 7 0,-1-1 20 16,1 2 23-16,1-1 1 0,-2 1-4 0,2-1-18 15,-3 2-19-15,4-1-27 0,-4 1-32 16,1-1-21-16,1 0-19 0,0 2-12 0,-2-1-18 16,1 1-13-16,1-2-6 0,-1 2 16 0,-1 0 12 15,2-3 11-15,0 3 6 0,-1-2 8 16,2 2 2-16,-3-2-21 0,5 0-12 0,-4 1-13 16,1-1-8-16,1 1-1 0,-1-2 2 15,1-1 4-15,0 2-1 0,0-2 5 0,2 0 5 16,-2-1-8-16,3 1-4 0,-1-1-9 0,0 1 4 15,0-2-7-15,1 2-8 0,-1-2 3 16,4 0 0-16,-1-2 8 0,0 1-1 0,0-3 4 16,3 1 4-16,-3 0-3 0,0 3-1 15,0-1-6-15,-2 0-3 0,-1 3-3 0,-2 0 12 16,0 1 19-16,1 3 22 0,-3-1 17 0,-1 1 8 16,0 2 1-16,0 0-10 0,-1 1-19 15,-3 3-23-15,3-2-18 0,-2 2-9 0,-1 0-21 16,-1 2-35-16,2-2-31 0,-3 2-53 15,2-1-118-15,-3 1-147 0,1-2-197 0,-2-1-264 16,-1 2-244-16,0-3-108 0,1 2 245 0,2-3 412 16</inkml:trace>
  <inkml:trace contextRef="#ctx0" brushRef="#br0" timeOffset="-45165.07">21913 6606 95 0,'5'-6'346'0,"2"-2"197"0,1 1 200 15,-4-2-21-15,6 0-99 0,-2-2-72 0,0 1-52 16,-2-1-56-16,3 2-74 0,1-1-94 16,0 1-81-16,-1 1-65 0,-1 2-43 0,-2 2-24 15,2-1-20-15,0 2-2 0,-2 3 2 0,1 3 0 16,-3 2-4-16,1 0-4 0,-2 5-4 16,2 0-9-16,-5 4-10 0,1 0-3 0,-1 3-9 15,-1 0-21-15,1-1-56 0,-3 2-148 16,1-3-212-16,2-1-287 0,2 0-277 0,2-4-235 15,1-3 15-15,3-2 463 0</inkml:trace>
  <inkml:trace contextRef="#ctx0" brushRef="#br0" timeOffset="-43899.03">29498 6844 144 0,'0'-6'415'0,"0"-1"237"0,0-1 192 16,0-2-113-16,0 0-101 0,0-1-93 15,0-2-81-15,0 1-69 0,-2-1-64 0,2 1-56 16,-1 0-29-16,-1 1 2 0,1 1 9 0,-4 1-8 15,4 0-16-15,-3 2-24 0,1-2-42 16,2 1-49-16,-3 2-38 0,1 0-22 0,0-2-15 16,0 3-8-16,0-3-8 0,-2 2-6 15,4 0-4-15,-4 0-3 0,2-1-2 0,-2-2-2 16,2 1-1-16,-1 1 1 0,0 1-2 0,-2-1 1 16,2 2-2-16,0-1-1 0,-3 1-1 15,1 2-8-15,-1 2-26 0,-2 1-54 0,0 0-59 16,0 1-65-16,-1 2-118 0,2 0-153 15,0 2-179-15,1-1-245 0,1 0-214 0,2 2-140 16,0-2 186-16,3-1 421 0</inkml:trace>
  <inkml:trace contextRef="#ctx0" brushRef="#br0" timeOffset="-43731.15">29361 6547 211 0,'3'-5'549'0,"1"1"259"0,-2 0 106 0,1-1-178 16,0 2-186-16,4 0-161 0,-2-1-107 0,1 2-56 15,1-1-33-15,0 2-51 0,-1 1-60 16,1-2-35-16,0 2-23 0,0 2-18 16,-2-2-46-16,-1 1-92 0,0 2-125 0,0 3-181 15,-2-1-278-15,0 2-234 0,-2 2-95 0,-4 1 175 16,3 4 338-16</inkml:trace>
  <inkml:trace contextRef="#ctx0" brushRef="#br0" timeOffset="-38275.08">25754 7600 66 0,'-5'-1'272'0,"1"-1"129"0,-1 1 108 0,-2-1-135 15,1-1-143-15,0 2-94 0,0-3-46 16,1 3-28-16,0-2-11 0,-1 2-9 0,1-2-9 16,2 0-9-16,0 0-7 0,-1-2-7 15,0 2-3-15,0-1-6 0,1 1-6 0,2-1-21 16,-5-2-28-16,3 1-31 0,-2-1-40 0,-2 4-64 15,1-3-98-15,-2 3-122 0,0 0-18 16,0 1 62-16,0-2 100 0</inkml:trace>
  <inkml:trace contextRef="#ctx0" brushRef="#br0" timeOffset="-38063.05">25518 7467 29 0,'-1'-4'252'0,"-4"2"146"0,2-2 141 0,0 0-38 15,0 3-106-15,-2-2-65 0,2 0-35 16,-4-1-24-16,1 3-31 0,2-2-42 0,-1 1-47 16,-2 1-46-16,2-1-41 0,1 1-25 15,-2 0-20-15,3 1-14 0,-2-2-7 0,0 1-14 16,0-1-36-16,0 1-45 0,-1 0-52 16,1-1-58-16,1 0-65 0,-3-1-79 0,1 0-134 15,-3 3-114-15,-1-1 3 0,0 1 100 0,1 0 148 16</inkml:trace>
  <inkml:trace contextRef="#ctx0" brushRef="#br0" timeOffset="-37867.01">25224 7419 130 0,'-4'0'311'0,"-1"-2"131"16,-3 2 60-16,3-1-150 0,1-1-128 0,-3-1-83 15,1 2-45-15,-1-2-25 0,1 0-17 0,2 0-13 16,-1-1-12-16,2 0-11 0,-2-1-9 15,1 1-7-15,0-1-2 0,-1 3-9 0,1-4-24 16,0 2-26-16,0 0-34 0,-1 1-41 16,-2 0-50-16,1 2-77 0,0-2-104 0,-2 3-53 15,0 0 38-15,-1 0 88 0</inkml:trace>
  <inkml:trace contextRef="#ctx0" brushRef="#br0" timeOffset="-37703.05">24923 7377 197 0,'-9'-2'324'0,"3"1"113"0,0-1-44 16,-3-1-134-16,2 1-97 0,1-2-68 0,-1 1-38 15,1-1-27-15,2-2-15 0,-1 1-6 16,0-1-22-16,0-1-31 0,0-1-50 0,2 2-100 16,-1-1-164-16,-1-1-59 0,2 2 34 0,-1-1 88 15</inkml:trace>
  <inkml:trace contextRef="#ctx0" brushRef="#br0" timeOffset="-37524.18">24734 7231 8 0,'-6'0'231'0,"-1"-2"125"0,-2 2 116 16,1-1-52-16,0 0-150 0,2-1-115 16,-2-1-61-16,0 0-39 0,3 0-20 15,-3-3-11-15,4 2-10 0,-2-2-6 0,-1 0-8 16,2 0-16-16,2-2-23 0,-2 0-30 0,1 2-51 15,-2-1-100-15,-1 0-152 0,2 1-51 0,-1 0 28 16,0 0 91-16</inkml:trace>
  <inkml:trace contextRef="#ctx0" brushRef="#br0" timeOffset="-37352.97">24476 7092 61 0,'-9'-4'211'0,"1"2"92"0,0 0 11 16,2-1-71-16,-3 0-80 0,1 0-52 15,1 0-34-15,-1 2-19 0,1-3-18 0,-1 3-15 16,0-2-9-16,-1 0-10 0,0 2 0 0,3-2-8 16,-4 0-16-16,2-1-28 0,-1-3-45 0,3 3-56 15,-4-2-100-15,-1 2-81 0,3-2 7 16,-1 1 66-16,1-1 80 0</inkml:trace>
  <inkml:trace contextRef="#ctx0" brushRef="#br0" timeOffset="-37174.2">24119 6988 171 0,'-9'0'263'0,"1"-3"84"15,-3 2-82-15,1-2-105 0,2 0-71 0,-3-1-37 16,3 0-21-16,0-2-18 0,-2 2-7 0,0-1-6 16,0 1 0-16,2 0-4 0,-2 0-9 15,2-1-27-15,-2 1-35 0,1-1-85 0,1 1-109 16,-2-2-33-16,-1 2 32 0,3-1 68 15</inkml:trace>
  <inkml:trace contextRef="#ctx0" brushRef="#br0" timeOffset="-36966.02">23702 6786 66 0,'-11'-5'206'15,"1"-3"78"-15,-1 0 2 0,-1-1-103 0,-3 0-76 16,0 0-43-16,-2 0-25 0,2-2-22 16,-3 2-6-16,3 0-4 0,-4-1-18 0,1-1-22 15,0 2-17-15,-2-1-23 0,1 1-32 0,1 0-34 16,-2 1-31-16,2 1-20 0,-2 1-13 16,2 1 31-16</inkml:trace>
  <inkml:trace contextRef="#ctx0" brushRef="#br0" timeOffset="-36877.34">23258 6588 23 0,'-13'-3'150'0,"-3"-2"55"0,3-1-1 15,-1 1-42-15,3 0-54 0,-2 0-33 0,1-2-30 16,1-1-40-16,-3 0-79 0,2 3-123 16,0-3-39-16,-1 1 8 0,2 0 44 0</inkml:trace>
  <inkml:trace contextRef="#ctx0" brushRef="#br0" timeOffset="-26773.08">24649 15262 55 0,'-2'-1'263'0,"-1"-1"139"0,2 1 132 16,-3-1-70-16,3 2-89 0,-1-1-23 16,1 1 19-16,1 0 15 0,-2 0-7 0,0 0-43 15,2 0-63-15,0 0-69 0,0 0-68 0,2 0-55 16,-2 0-38-16,2 0-21 0,-1 1-11 15,2-1-2-15,2 2 14 0,0-1 31 0,3-1 21 16,-2 2 8-16,0-1 7 0,3-1 20 16,1 0 4-16,-2 0-20 0,4 0-20 0,-2-1-7 15,2-1-5-15,0 1-25 0,1-1-9 0,-4 1-4 16,5-2 3-16,-2 0-2 0,0 2-6 16,2-3 2-16,-2 3-9 0,2-2-8 0,-3 0-5 15,0 1-2-15,1 0 1 0,0 0-2 0,-3-2 3 16,4 4 1-16,-2-3 0 0,0 2 0 15,0 0 2-15,-1 0 3 0,0 1 0 0,2-3-2 16,-3 3 2-16,2 0-1 0,-1-2-5 16,1 2 1-16,0 0-3 0,-2 0 2 0,3 0 2 15,-2 0 6-15,0 0 3 0,0 0-2 0,0-2-1 16,0 2 1-16,1-2-5 0,0 2 1 0,-1 0-2 16,-1-1-2-16,3 1 6 0,-2-2-4 15,0 2 3-15,2 0-3 0,-2-1 1 0,-1 1-3 16,2 0 1-16,-3-1-3 0,2 1 2 15,-1-2 0-15,-1 2 0 0,0 0 3 0,-1-1-1 16,2-1 7-16,-3 2-4 0,0-1 0 0,3 1-2 16,-5 0 0-16,4-2-1 0,-3 1-4 15,3 1 2-15,-3 0-3 0,-1-2-1 0,4 2-1 16,-3 0 2-16,0 0 2 0,-1 0-1 0,0 2 5 16,0-2 3-16,1 0-1 0,-1 1-4 15,0 1-3-15,1-2-1 0,-2 1 3 0,2-1 0 16,-2 2-2-16,2-1 2 0,1 1 0 15,-2-1 0-15,0-1-2 0,0 1-2 0,1 1 5 16,2-1 0-16,0 1-1 0,-2 0 3 16,1-2 0-16,1 2-1 0,-1 1-2 0,0-1-1 15,1-2 3-15,-1 4-2 0,1-4 0 0,-3 2-3 16,2 0-1-16,1-2-1 0,-1 2 2 0,-1-1 1 16,1-1 2-16,0 0 1 0,1 1-1 0,-2-1 0 15,-2 2-3-15,2-2 2 0,-1 0 0 16,2 0 1-16,-1 0 5 0,-2 0-3 0,2 0 3 15,0 0-5-15,-2 0-4 0,2 0 3 0,-1 0-3 16,0 0 2-16,0 0 2 0,0 0-1 0,0 0 1 16,0-2 0-16,-1 2 0 0,2-1 0 15,-4 1 0-15,5-1 5 0,-3-1 2 0,-1 0-6 16,1 0 3-16,0-1 0 0,1 1 0 16,-1-2-3-16,0 0-2 0,0-1 7 0,2 0 2 15,-2-1 7-15,2-1-2 0,-2 2 3 0,2-2 2 16,0-1-4-16,-2 0-1 0,3-3-5 15,-3 2-1-15,2-1 0 0,-4-2 17 0,4 0 12 16,-2 0 20-16,2-1 10 0,-2 0 7 16,2 0-1-16,-4 0-12 0,2-2-12 0,-1 1-24 15,1 0-11-15,-1-1-7 0,0 0-1 0,1 2-6 16,-2-2 1-16,1 0 4 0,0-1-2 0,-1-1 6 16,1 1 0-16,-1-2-5 0,4-3-2 15,-4 2-4-15,-1-1 3 0,3-1-8 0,-3 1 2 16,2-1 6-16,0 2 1 0,-1 0 4 15,-1-1-6-15,0 2 1 0,2 1-3 0,-2 1-1 16,0-1 1-16,0 2-1 0,0-1 0 0,0 1 1 16,0-1 6-16,0 0-6 0,0 0-1 15,0 1-1-15,0-1 6 0,0-1-1 0,0 0 0 16,2-1 5-16,-2 0-2 0,0-2-2 16,1 1-1-16,1 0 0 0,-1-2-3 0,3 2-2 15,-3-3 3-15,-1 1 0 0,3 1-1 0,1-2-1 16,-2 1-1-16,2 0 2 0,-1-1 3 15,-2 2 0-15,3-1 3 0,-3 2 2 0,2-2-1 16,-1 2-3-16,0 2-1 0,-1-1 0 16,1 1-5-16,-1-1 0 0,1 3-1 0,0-3 3 15,-1 1 6-15,2 4 0 0,-1-5-3 0,-1 3 3 16,1 0-1-16,-1 1-2 0,-1 1-6 0,2-2-1 16,0 0 4-16,-1 2-4 0,1-2 3 15,-1 0 3-15,3-2 1 0,-3 2-3 0,2 0 3 16,1-2 0-16,2 4 3 0,-5-4-2 0,4 3-1 15,-2 0 4-15,0 1 2 0,-1 1 0 16,1 0-1-16,1 0 2 0,-1-2-2 0,-2 2-4 16,4 2-2-16,-4-1 2 0,1 2-2 0,-1-3 0 15,-1 3 4-15,2 0 2 0,-2-2 1 16,2 2-3-16,-1-3-1 0,-1 1-2 0,2 3 2 16,-2-1 0-16,1 0-1 0,-1 0 0 15,0 1 2-15,2 0-3 0,0 1-1 0,-2-1 1 16,0-1-3-16,1 1-2 0,-1-1 1 0,0 0-2 15,0 2 3-15,2 1-3 0,0-2 5 0,-2 3 5 16,0 0 1-16,0-2 1 0,0 5-1 16,1-3 0-16,-1 4-1 0,0-2-6 15,0 1 4-15,0-3-2 0,0 4 0 0,0-2-5 16,2 0-1-16,-2-2 1 0,1 1 0 0,-1 1 1 16,2-3 3-16,1 2 3 0,-2-3-2 0,-1 3 2 15,2-1-1-15,-1 0-1 0,1 2-3 16,0 0 0-16,-2 0 5 0,0 1 4 0,0 1 0 15,1-1-1-15,-1 1-1 0,0 1 3 16,0-3-6-16,0 3 3 0,0 0-4 0,0 0 0 16,0 0 0-16,0 0-3 0,0 0 5 0,0 0-1 15,0 0-5-15,0 0 4 0,0 0-3 16,0 0 6-16,0 0-5 0,0 0 2 0,0 0 2 16,0 0-2-16,0 0 3 0,0 3-8 15,0-3 7-15,0 3-2 0,-1 0-4 0,1 0 1 16,0 3 2-16,0 1 1 0,0 0-4 0,-2 1-2 15,0 2 4-15,2 2 1 0,0 1 2 0,-1-2-1 16,1 5 2-16,-2-1 3 0,2-1-2 16,0 3-1-16,0-2-2 0,0 2 0 15,0 2 1-15,0-1 0 0,0 1-3 0,2 0 2 16,-2 0 0-16,1 0-4 0,-1 3 0 0,0-3-1 16,4 1 6-16,-4 1 1 0,0-2-2 0,1 1 2 15,-1 1 4-15,0-2-2 0,2 2 2 16,-2-1-2-16,0-1 4 0,-2 3 0 0,2-2-8 15,0-1 4-15,-1 4-5 0,1-3 1 0,0-1-5 16,0 0 5-16,-2 0 2 0,0 0 3 16,2 1 1-16,0-4-1 0,0 2 2 0,0-1-7 15,0 1 1-15,2-2-2 0,0 2-3 16,-2 1-1-16,1-3 1 0,-1 0 2 0,4 2-2 16,-3-1 2-16,1-1 1 0,-1-1 0 15,3 1 3-15,-3 0 0 0,2-1 0 0,-1 2 0 16,2-4 3-16,-1 1 1 0,-1 2-4 0,1-2 0 15,-1-2-2-15,0 1-1 0,-1 0-1 0,1-1-2 16,-2 0 3-16,1 1 3 0,-1-1 3 16,0-2 0-16,0 2-3 0,0-2-1 0,0 1 4 15,0-1 1-15,0 1-1 0,2 0 3 16,-2-3-3-16,0 1 2 0,0 2-1 0,0-2-6 16,0-2 2-16,0 0-1 0,0 2 1 0,0 0 4 15,0-2-2-15,0 0 1 0,0 1-4 16,0-1 1-16,-2 1 3 0,1-1-5 0,-1 2 1 15,1 0 0-15,-3 0 1 0,3 2-1 16,-3-1 2-16,1 1-2 0,2-1 1 0,-4 1-3 16,2-1 0-16,2 0 4 0,-1 0-4 0,0 0 5 15,2-1-3-15,0 2 4 0,-1-1-4 0,1 1-2 16,0-2-2-16,0 2-3 0,0 1 5 16,0-1 2-16,0 1-1 0,0-2 3 0,0 2 2 15,0 1 2-15,0-2-6 0,0 0-2 16,0 0 5-16,0-1-2 0,1 1-4 0,-1-4-4 15,0 3 3-15,2-1 4 0,0-2-3 0,-2 2 1 16,0-2 5-16,1 1-3 0,1-3 5 16,-1 2-6-16,-1-1 3 0,2-2-3 0,1 0-3 15,-2 1 3-15,2-1-5 0,-3 1 4 16,4-1-1-16,-1 2 1 0,-1-4 4 0,1 1-3 16,0 2 0-16,0-1 2 0,0 1 1 0,1-1-3 15,0 2 2-15,-1-2 3 0,0 1 1 0,1 0-1 16,-3-2-2-16,2 1-1 0,1-1 0 15,-3 0-2-15,2-1-1 0,1 3-1 16,-2-4-3-16,2 0 2 0,-3 0 0 0,2 2 0 16,1-3 12-16,0 2 10 0,1-2 5 0,-2 0 3 15,2-2-1-15,1 2 0 0,-3-3-9 0,2 2-8 16,0 1-5-16,0-1-3 0,0 0 1 16,1-2-2-16,-3 3 0 0,2 0 2 0,-2 0 1 15,2 0 2-15,0 0-2 0,-2 0 2 16,3 0-3-16,-2 3 3 0,0-3-3 0,1 0-1 15,-1 1 2-15,1 0 2 0,-2 0 2 0,3 2-1 16,1-1 3-16,-2 2 9 0,-1-3 7 16,1 2 1-16,3 0-3 0,-4 1 0 0,3-1 1 15,-1 0-9-15,1 2-7 0,0-1-2 16,0-1-2-16,-1 0 0 0,1 2-1 0,1-3-3 16,-1 2 2-16,0-1 0 0,1 0 1 0,0-2-3 15,-1 0 0-15,1 1 3 0,0-1-1 0,0 1 2 16,1 0-3-16,0-2 0 0,-1 0 0 15,1 0-4-15,-1 2 3 0,0-2-2 0,1 3 4 16,0-2-2-16,0 0 0 0,-1-1 2 16,0 1-1-16,2 2-3 0,-2-3 1 0,4 2 0 15,-3 0 3-15,0 1-2 0,3-2 0 0,0 1 2 16,-1-1-2-16,2 2 0 0,-1 0-3 16,0-1 3-16,2 1 0 0,-1-2 0 0,0 1 0 15,0 0 1-15,1-1-1 0,-1 0 4 16,2 2-2-16,-1-1-1 0,0-1-1 0,2 0 0 15,-3 1-1-15,2-1-2 0,0 3-1 0,-2-3 2 16,4 1 3-16,-4-2 0 0,4 3 4 16,-2-2-1-16,0-1 0 0,2 2-3 0,-3-1 0 15,3 1 0-15,0-1-3 0,0-1 1 16,-1 0-1-16,1 1 2 0,-1-1 3 0,3 0-1 16,-1 2 0-16,-1-2 1 0,1 1-1 0,2-1 1 15,-2 0 0-15,1 2 1 0,1 0 4 16,-2-2 9-16,-2 0 6 0,5 2 1 0,-6 1-2 15,1-3 1-15,2 1-2 0,-6 0-9 0,1 0-5 16,1 2-2-16,-2-3-1 0,-3 0 1 16,-3 0-1-16,0 0 12 0,-1 0 13 0,-1 0 17 15,-3 0 13-15,1 0 4 0,-2 0 3 0,0 0-9 16,-2 0-11-16,1 0-15 0,-3 0-14 16,3-3-7-16,-4 2-4 0,2 0-5 0,-2 0-1 15,2 1-2-15,-3 0-1 0,1-3-9 16,0 3-20-16,-1 0-48 0,-1 3-79 0,-4-2-143 15,2 1-262-15,1 3-309 0,-5 0-365 0,4-1-327 16,1 2-31-16,0 0 621 0</inkml:trace>
  <inkml:trace contextRef="#ctx0" brushRef="#br2" timeOffset="-13435.21">21463 9181 101 0,'0'1'318'0,"-2"1"147"0,1-2 122 16,1 0-142-16,-2 0-135 0,0 0-62 15,2 2-5-15,0-2 21 0,0 1 17 0,0-1 8 16,0 0-24-16,0 1-39 0,2-1-48 16,-2 0-54-16,2 3-45 0,-2-3-32 0,1 1-18 15,1-1 25-15,0 1 12 0,2 0 7 16,1 4 4-16,0-5 7 0,2 2 36 0,2 2-13 15,-1-1-8-15,0 2-3 0,2-2-6 0,2-1-2 16,2 0-28-16,-3 2-10 0,0-3-11 16,5 0-10-16,-3 1 4 0,2-1-11 0,0 1-9 15,0-1-6-15,0 0-1 0,2 1 22 0,0-2 8 16,1 3 10-16,0-1-1 0,2 1 5 16,-2 0 1-16,2 0-19 0,0 1-11 0,4-1-7 15,-2 3-2-15,0-1-1 0,3 2-3 16,2-5-2-16,-2 4-2 0,2 0-5 0,2 0-1 15,-4-1 0-15,2-1-3 0,0 0-1 0,1-1 6 16,1 0 0-16,-1 0 2 0,4-1 0 16,-2-1 0-16,2 1 1 0,-1 1-5 0,1-2 1 15,-1 0 1-15,3 3 0 0,-3-2 0 16,4 0 2-16,-2 2 1 0,2 0 4 0,1 0-2 16,1-1 4-16,-1 2-3 0,2-1 0 0,0 1 0 15,1 1 0-15,1 0-1 0,-2-2-7 16,5 2 3-16,-5 0-4 0,1-1 0 0,4 0-7 15,-4 1 4-15,4-1 0 0,0 0 6 0,-4-1 0 16,4-1-5-16,-1-1 9 0,1 2-3 16,3-2 4-16,-1-1-1 0,-1-1 71 0,3 2 38 15,4-2 17-15,-4 0 5 0,0 0-6 0,1 0-9 16,3 0-56-16,-5 0-31 0,3 2-17 16,-3-1-12-16,-1 0-1 0,1 1-1 0,0 0-1 15,-2 0 1-15,2 2 1 0,-1-2 1 16,-2 1 0-16,2 0 0 0,1 0 1 0,-2 0 1 15,2-1-5-15,-2-1 4 0,1 2-2 0,0-3 1 16,0 2-4-16,-1-2 0 0,0 0 0 16,0-2-2-16,1 1 1 0,-1-2-2 0,-1 0 1 15,-1-1 1-15,2 0 0 0,-1 0 1 0,1 1 0 16,-2-1 2-16,2 0 2 0,2 2 0 16,-2-2-2-16,2 1-1 0,0 2 1 0,1-2 0 15,-1 3-1-15,1-2-1 0,1 2 0 16,-1 0 1-16,-1 0-3 0,3 0 0 0,-3-3-3 15,5 1 5-15,-3 2 2 0,0-2 0 0,1 0 2 16,0 0-1-16,3-2 1 0,2 1 2 0,1 0-4 16,-1-1 0-16,3-1-2 0,2 2 2 15,-3-1-2-15,1-1-4 0,2 2 3 0,-1-1 1 16,1 3 0-16,-2-3-1 0,1 2 3 16,3 0 1-16,-1 0-2 0,0 1 1 0,1 0-1 15,3-1 1-15,0 0 2 0,0 1-4 0,-1 1 1 16,0-2 0-16,2 1-2 0,-4-2 0 0,3 3 15 15,-3 0 9-15,2-2 5 0,1 2 1 16,1 0 2-16,1 0 0 0,1 0-13 0,1 0-9 16,-1 2-5-16,0 2 0 0,-1-2-3 0,2 3-1 15,-1-1 1-15,1 0 1 0,-1 1 2 16,3 1-1-16,-2-2-1 0,4 2 1 0,-2-1 1 16,2-1-2-16,-3-1 1 0,4 1-1 15,-3 0 1-15,-1-2 1 0,1 2-2 0,1-2 1 16,-5 0-1-16,4 1 2 0,0-3 0 15,-1 2 0-15,1-2-1 0,-2 0-1 0,0 3 12 16,-1-3 5-16,0 0 3 0,-2 0 3 0,0 0 3 16,-2-3 1-16,-2 3-3 0,1 0 0 0,0-2-2 15,-1-1 1-15,0 1-3 0,2 0 1 0,-3-2-1 16,2 0-1-16,-2 1 0 0,-2-2-1 16,0 3 0-16,-1-1-1 0,-1-2-8 0,-1 2-3 15,-3 2-1-15,0-1-1 0,-2 0 0 0,-2 2 0 16,-1-1-1-16,0 1 0 0,-4 1-1 0,1-1 0 15,-3 2-1-15,-1 0 0 0,-2-1-1 0,-2-1 1 16,-3 2-1-16,-3-2-1 0,-3 1 0 16,-6-1-1-16,1 0 0 0,-6 0 0 0,-2 0 0 15,-5 0 0-15,-2 0 0 0,-3 0 0 0,-4 0-2 16,-4 0-5-16,-4 0-17 0,-5 0-28 16,-4 3-77-16,-9-1-84 0,-2-1-160 0,-5 3-269 15,-7 1-321-15,-3 0-364 0,-6 1-198 0,-4-2 73 16,-6 1 641-16</inkml:trace>
  <inkml:trace contextRef="#ctx0" brushRef="#br2" timeOffset="-10581.01">22118 7344 39 0,'1'1'229'0,"2"3"104"0,1-4 96 0,-3 1-117 16,4 0-104-16,-2 1-60 0,0-2-31 15,0 1-3-15,0 1-4 0,2 0-7 0,0 0 0 16,1 1-3-16,-1 0-9 0,1-2-12 0,1 4 24 16,-1 0 9-16,3-3-13 0,-1 3-8 15,0-1-10-15,0 1-6 0,1 1-32 0,1 0-19 16,1-1-15-16,2 2 39 0,-4 0 44 15,3-2 23-15,-2 2 8 0,3-1 6 0,0 4-2 16,-2-3-40-16,0 1-46 0,3 1-25 0,-3 0-12 16,2 0-7-16,-1 0 2 0,-2 1-1 0,2-1 2 15,0 0 2-15,-3 2 4 0,4 0 2 16,0-1 1-16,-3 1 1 0,2-2 1 0,0 2 21 16,2 1 50-16,-1-1 29 0,1 2 13 15,-1 0 6-15,3-2 0 0,-4 3-22 0,3-2-43 16,1 0-24-16,-4 1-13 0,4 0-9 0,-2-2-5 15,2 1-1-15,-2 0-4 0,4 2 0 16,-4-2 0-16,3 0-1 0,-2 0-2 0,2 0 1 16,2 0-1-16,-5-1-2 0,5 0-2 15,-3 0 1-15,3 1-2 0,-5-1 1 0,3 0 0 16,-1 1-1-16,2-1 1 0,-4 0-1 0,3-1-1 16,-2 2 0-16,2-2 2 0,-3 1 0 15,2-2-2-15,-2 2-3 0,4-3 1 0,-6 1 0 16,4 1-3-16,-2-3 3 0,0 1-2 15,-1 2 0-15,3-3 3 0,-3 0-3 0,1-1 0 16,-2 3 2-16,0-2-4 0,2 0 1 0,-3 0 0 16,1 0-2-16,0-1 3 0,0 1-3 15,1-1 1-15,-4 1-1 0,3-2 2 0,-2 0 0 16,2 2 0-16,-3-1 4 0,4 0 1 0,-4-1 2 16,4-1 3-16,-4 1-1 0,1 0 3 15,2-1 0-15,0 0-1 0,-3 0-1 0,3 1-3 16,-2-2 3-16,1 2-1 0,2-3-1 0,-2 2 1 15,1 0-2-15,0-2-1 0,0 3 5 16,1-2-4-16,0 0-1 0,1 1 2 0,-3 0 2 16,3-1-1-16,0 2 0 0,-1-2-2 15,3 0 3-15,-2 2-2 0,2-3-1 0,-2 1 3 16,3 1-3-16,-1-2-1 0,2 1-1 0,-1 0 3 16,0 2-2-16,2-2-1 0,-3-1 1 15,3 3 3-15,-3-2 3 0,5 0-2 0,-5 2 2 16,2-3-1-16,1 1-5 0,0 1 2 15,-1 0-2-15,-1 1-4 0,0-1 1 0,1 1-2 16,-1 0-1-16,0-3 0 0,0 3-6 0,0-1-1 16,-3 2-1-16,2-1 0 0,-2-1-1 15,0 2-2-15,1-1 10 0,-1 1 2 0,-2-1 4 16,1-1 5-16,0 3 4 0,0-1 4 0,0 0-4 16,-1-1 5-16,2 1 0 0,-5 0-1 15,4-2-2-15,0 2 0 0,-4-2 3 0,4 2-2 16,-1 0 0-16,0-1 32 0,0 1 20 0,-1-4 8 15,1 4 2-15,0 0 4 0,-3-1-1 16,3-1-32-16,0 0-20 0,-1 1-9 0,-1-1-4 16,2 1-6-16,0-1 1 0,-2-1-1 15,2 1 2-15,0 1-1 0,-1-2-5 0,0 1 2 16,2 1-3-16,1 1 0 0,-2-4 1 0,1 4 0 16,-1-1 3-16,-3-1 0 0,4 0 7 15,-2 1 4-15,1-1 3 0,-2 2 0 0,0-1 4 16,0 1-2-16,2-2-10 0,-3 2-1 15,4 0-4-15,-4 0-1 0,2 0-2 0,2 2 1 16,0-2 0-16,-1 1-2 0,1 2-4 0,0-1-2 16,2 1 2-16,0 0 1 0,0-1-1 15,1 3 11-15,0-3 7 0,0 3 5 0,1-3-4 16,-1 3-2-16,3-1 0 0,-2-1-10 0,3 2-6 16,-3-2-5-16,0 3 0 0,4-1 4 15,-3-2 1-15,0 2 6 0,3 1 2 0,-1-1 5 16,-1-2-2-16,3 2-3 0,0-1-1 15,-1-1-2-15,1 0 2 0,0 0-6 0,-1-2 2 16,1 3 1-16,0-2 1 0,0-2-2 16,-1 1-6-16,1 0 7 0,-2 2 2 0,1-2-2 15,0 1-1-15,-3-1-2 0,0-1 0 0,1 0-2 16,-2 1-1-16,1 0 1 0,-2 2 2 16,-1-1-4-16,0-1 2 0,0 0 2 0,-2 2 1 15,1-1-1-15,-1-1-2 0,-1 0-3 0,1 4 1 16,-2-5-1-16,2 1-1 0,-2-1 3 15,0 1 1-15,2-1 7 0,-4-2-3 0,2 2-4 16,-1-1 2-16,-1 0-5 0,-1 0 3 16,3 0 0-16,-3-3-2 0,0 3 7 0,0 1 0 15,0-4 4-15,-2 2-3 0,-1-2-2 0,1 1 2 16,-1 0-1-16,-1-2 1 0,-2 1-5 16,1 0 26-16,-1-2 32 0,0 2 32 0,-1 0 25 15,2 0 12-15,-3 0 6 0,4 3-16 0,-4-3-28 16,0 3-25-16,1 1-26 0,-1 0-12 0,0 1-10 15,0 2-9-15,0-1-3 0,0-2-4 0,2 3 0 16,-1 1-2-16,1-3 1 0,0 0 0 16,0 1 2-16,0-1 0 0,1-1-1 0,-1 0-1 15,1 0 0-15,-1-1-1 0,2 1 2 16,0 0 2-16,-3 0-1 0,4 0 5 0,-2 0-3 16,2 0 1-16,-1 0 2 0,1 1-3 0,0 0 0 15,0-1 1-15,1 2 4 0,0 0-2 0,1-2-2 16,-3 0-2-16,3 2 1 0,-1-4-2 15,0 0 0-15,-1 1-4 0,-2-2 4 16,2-2 0-16,-2 2-4 0,-1-3 3 0,0 2-2 16,-1-2 4-16,-1 0-3 0,0-2-2 0,-1 1-24 15,-3-2-58-15,3 0-51 0,-4-1-117 0,0 0-162 16,-1 0-261-16,0-1-281 0,-1 1-223 16,1 0-137-16,1-1 275 0,0-1 491 0</inkml:trace>
  <inkml:trace contextRef="#ctx0" brushRef="#br2" timeOffset="-8775.21">25887 9322 102 0,'-3'-1'228'16,"1"1"86"-16,-1 0-29 0,2 0-82 16,1 0-61-16,-2 0-42 0,0 0-14 0,2 0-13 15,0 0-9-15,0-2-12 0,0 2-9 0,0 0-8 16,2 0-1-16,0 0 7 0,-1-1 12 15,2 1 15-15,2-2 23 0,-2 1 21 0,3-1 15 16,1-1 4-16,1 0 15 0,2-1 9 16,2 0-12-16,-1-2-17 0,3 0-19 0,0-1-16 15,4 1-32-15,-2-3-20 0,1 1 29 0,2 0 19 16,-2 0 6-16,2 0 30 0,0 0 22 16,2-1 9-16,-3 0-32 0,2 1-22 0,0-3-10 15,-1 4-22-15,-3-2-29 0,1 0-11 0,-2 2-4 16,-1 1-1-16,0-1-1 0,-3-1 22 15,3 2 10-15,-1-2 6 0,-1 3 0 0,0-2 0 16,-3-1-7-16,4 3-22 0,-4-1-12 16,3-2-6-16,-2 2-3 0,0 0-3 0,0 2-5 15,0-2 1-15,-2 0 3 0,4 1-2 0,-3-2-4 16,0 2 0-16,0-1 2 0,0 1 0 16,-1 0-2-16,-2 0 0 0,2 1 1 0,0-1 2 15,0-1 0-15,-3 2-1 0,3-2-2 16,-4 2-1-16,4-1 1 0,-2-1 0 0,1 4-3 15,-1-5 2-15,2 1-2 0,1 1 5 0,-2-1-2 16,1 0-3-16,3-1 2 0,-2-1-2 16,3-1-1-16,0 1-3 0,1-3 0 0,-2 3 3 15,5-1 3-15,-4-1 1 0,4 1 5 0,-3 0 4 16,2 0 0-16,1-1-1 0,-2-1-2 16,2 3 1-16,-2-1-2 0,3 0-2 0,-2 0 0 15,0 0 3-15,2-1 0 0,-3 1-4 16,3-3 2-16,-2 2-1 0,2-1-2 0,-1 0 0 15,1-1-1-15,-1 0 0 0,1 2 0 0,-1-4 0 16,-2 2 2-16,4 0-2 0,-4 0-2 16,2 1 2-16,-3 0 2 0,-1-1-4 0,2 3 2 15,-1-1 2-15,0 2-5 0,-2-1 2 16,-2 0-3-16,4 2 0 0,-2-3-1 0,0 1-1 16,0 1 1-16,0-2-2 0,2 1-1 0,-4 0 2 15,4 0 0-15,-1 0-2 0,0 1 0 16,-3-2 1-16,4 1 1 0,-4 2-1 0,3-3-2 15,-3 3-1-15,0 1 1 0,1-1-1 0,1 1 0 16,-5 0 1-16,2 1-1 0,0 1 6 16,3-2-1-16,-3 3 1 0,0-3 0 0,1 2 3 15,1-1 0-15,0 0-2 0,0 0 3 0,2-1-3 16,-3 1 5-16,3-1-2 0,1-2 2 16,-1 0 4-16,2 0-2 0,-2-3 5 0,2 0 3 15,1 1 5-15,-1 0 1 0,-1-2-2 16,1 1 1-16,-2 1-2 0,1-1-3 0,0 0-2 15,0 1-2-15,-1 0-1 0,1-1-2 0,-2 1-1 16,3 1 2-16,-1 0-4 0,1-2 0 16,-1 0 2-16,2 3 3 0,0-3-2 0,2 0 0 15,-3 2-1-15,3-4 1 0,0 1-1 16,1-1-3-16,0 1 2 0,1-2-3 0,0 1 1 16,-2 1 0-16,2-1-1 0,-1-2 0 0,-3 4-1 15,4-2-1-15,-3 4-2 0,0-2 0 16,-2 1 3-16,2 0-3 0,-3 1 1 0,-1 0 0 15,2 2 0-15,-1-1 1 0,1 1-4 16,-3 1 4-16,2 0-3 0,0 0 2 0,0 0 2 16,-1-1 0-16,1 3-3 0,-2-3 1 0,1 2-1 15,0 1-1-15,1-4-2 0,-1 2-2 16,-3 1 1-16,5 0 1 0,-2-1-2 0,-2 0-2 16,2 0 1-16,-1-1 0 0,3 1-3 15,-5-3 0-15,3 3 4 0,2-1 5 0,-5 0 2 16,5-1 4-16,-2 1 3 0,0-1 5 0,1 1 32 15,0-1 19-15,0 0 5 0,0 2 7 16,1-3 4-16,-2 2-5 0,0 0-30 0,2-1-14 16,-1 1-8-16,3-2-6 0,-3 1-4 0,1 0 0 15,-2-1 2-15,1 1-3 0,3 0-2 16,-2-1 1-16,4 1-1 0,-2 0 2 0,1-3 1 16,0 2-3-16,1 0-1 0,0-4-1 0,2 4 1 15,-2-3-2-15,1 0 0 0,1-2-2 16,-2 3 3-16,2-4-2 0,-2 1-1 0,1 0-1 15,-1 1 0-15,1-2 0 0,-2 0-1 16,2 1-2-16,0-1-2 0,-1 2 3 0,0-1-4 16,0 0 2-16,1-2-1 0,0 1 0 0,0-1-1 15,1-1-3-15,2 0-1 0,-2 0 1 16,1-1 1-16,3 0 0 0,-3 2 6 0,1-2 4 16,0 2 4-16,0 2-3 0,-3 0 2 0,2 1-1 15,-4 0-4-15,0 1 0 0,-2 1-6 16,-3 3-31-16,-2 0-91 0,-4 2-139 0,-1 2-206 15,-8-1-279-15,0 4-245 0,-4 1-118 16,-4 0 189-16,-4 1 390 0</inkml:trace>
  <inkml:trace contextRef="#ctx0" brushRef="#br2" timeOffset="-4733.13">27465 8457 79 0,'1'1'272'16,"-1"1"126"-16,2-2 101 0,0 2-100 0,-1-1-67 16,1 0-21-16,1 1 21 0,0 1 44 0,2 0 47 15,1 3 6-15,0-2-20 0,1 2-48 16,-1 2-56-16,3 1-57 0,-1 2-59 0,4 2-35 15,-3 2-8-15,5 1 11 0,-2 2 17 16,1 3 19-16,0 4-2 0,1 0-19 0,-2 2-27 16,0 3-30-16,-1 1-30 0,-1 4-29 0,-2-1-16 15,-1 4-10-15,0-1-9 0,-4 1-8 16,0 0-5-16,-1 0-4 0,-2-1-1 0,-3 0 1 16,-1-3 1-16,-1 1-4 0,1-2 2 15,-4-3-1-15,0 1 0 0,-2-4-2 0,1-1-1 16,1-3 0-16,-1-3 1 0,1-4-2 0,-1 0 2 15,2-6-5-15,1-1-6 0,-2-5-28 0,0-2-54 16,2-4-52-16,-1-3-50 0,2-4-80 16,-1-3-130-16,-2-5-131 0,2-1-137 0,0-1-229 15,1-2-214-15,0 1-32 0,-1-4 268 16,0 2 376-16</inkml:trace>
  <inkml:trace contextRef="#ctx0" brushRef="#br2" timeOffset="-4309.06">27357 8721 18 0,'-4'-2'418'0,"-1"2"337"16,-2 2 223-16,3 1 51 0,-2 3-305 0,1 1-216 15,0 5-150-15,0 5-75 0,0 2-38 16,1 7-19-16,0 4-7 0,0 3-1 0,1 5-6 16,1 0-16-16,-1 5-21 0,1-2-29 0,2 1-46 15,0-1-42-15,5-2-26 0,0-7-20 16,3 0-8-16,3-6-6 0,-2-5-2 0,5-6 0 16,-1-2 1-16,3-7 1 0,-2-3 2 0,0-4 1 15,-1-5 1-15,0-6 1 0,-1-2 0 16,0-6 1-16,-2-2-1 0,2-3 2 0,-4-3 0 15,0-3-2-15,-3 2 1 0,0-4-1 16,-5 5-2-16,0-2 0 0,-1 2-1 0,-6 5-1 16,1-2 1-16,-2 4-1 0,0 3 1 0,-1 2 0 15,-2 4-3-15,0 4-10 0,0 0-39 16,0 5-47-16,-1 0-44 0,2 5-43 0,0 1-74 16,0 1-105-16,0 1-98 0,-2 2-105 15,3 4-241-15,-4 1-230 0,5 0-83 0,-1 0 175 16,-2 0 345-16</inkml:trace>
  <inkml:trace contextRef="#ctx0" brushRef="#br2" timeOffset="-4080.14">27348 9013 293 0,'8'2'531'0,"-2"-1"184"0,3 1 102 15,-1-1-234-15,2 1-162 0,2 1-82 0,0-2-47 16,-1 2-32-16,1-1-43 0,1-1-61 0,1 2-52 16,-1-1-45-16,1-1-28 0,-1-1-14 0,2 0-7 15,-2 0-10-15,2-1-51 0,-1-1-92 16,-3-1-121-16,1-2-163 0,-2 3-278 16,0 0-207-16,-1 1-44 0,-5-1 184 0,0-1 304 15</inkml:trace>
  <inkml:trace contextRef="#ctx0" brushRef="#br2" timeOffset="-3259.22">24616 8646 86 0,'0'-5'327'16,"-2"1"187"-16,-1-1 198 0,0 1-8 0,-2 1-82 15,2-2-43-15,-4 3-41 0,0-3-58 0,0 2-73 16,-1 0-80-16,2 0-69 0,-2 0-47 15,0 3-22-15,0 0-19 0,0 3-14 16,-1 1-27-16,1 2-25 0,-2 5-30 0,1 2-30 16,0 6-19-16,1 6-10 0,-2 5-3 0,-1 4-9 15,2 5-1-15,-4 2-2 0,4 8 1 0,-4 1 1 16,-1 1-4-16,1 4 3 0,2-1 0 16,-3 0 0-16,2-1 1 0,2-1-4 0,2-3-1 15,0-4-3-15,1-2-1 0,1-6-19 16,3-5-44-16,3-6-35 0,2-3-33 0,2-6-59 15,-1-5-94-15,2-7-109 0,0-5-96 0,1-5-185 16,4-5-252-16,1-4-155 0,-2-6 59 16,4-2 288-16,0-3 332 0</inkml:trace>
  <inkml:trace contextRef="#ctx0" brushRef="#br2" timeOffset="-2909.09">24723 8783 229 0,'0'8'593'0,"-2"1"263"0,-1 4 99 0,2 6-143 15,-4 3-244-15,2 4-157 0,2 4-92 16,-3 1-51-16,1 4-32 0,0 1-53 0,1 1-56 16,1-3-39-16,1 1-29 0,0-3-13 15,1-4-12-15,2-5-12 0,1 0-8 0,1-7-5 16,-1-3 0-16,2-1-4 0,-1-3 2 0,0-7-2 15,-2 2-4-15,0-5-4 0,1-4-3 16,-1-4-1-16,0-3 0 0,1-4-1 0,-1-3 3 16,1-5 3-16,1-1-1 0,-2-1 4 15,2-4 1-15,-2 0 5 0,3 1-3 0,-5-1 0 16,2 3 5-16,-1 4-4 0,-2 0-2 0,-2 5-2 16,-1 3 0-16,-1 4-7 0,-1 3-12 0,-1 2-12 15,-2 5-36-15,-3 2-86 0,0 5-117 16,-2 0-144-16,-1 5-252 0,-1 1-264 15,2 0-179-15,-2 1 57 0,-1 1 315 0,4-1 356 16</inkml:trace>
  <inkml:trace contextRef="#ctx0" brushRef="#br2" timeOffset="-2725.07">24636 9057 253 0,'13'0'480'0,"-1"0"170"0,3 1 124 15,0-1-218-15,2 2-195 0,0-2-106 16,0 0-59-16,2 2-30 0,0-2-50 0,0 1-62 16,0-1-35-16,-1 0-52 0,0 0-95 15,1-1-127-15,-3-1-279 0,0 2-184 0,-2-2-90 16,0 2 82-16,1-1 239 0</inkml:trace>
  <inkml:trace contextRef="#ctx0" brushRef="#br2" timeOffset="-180.32">21888 7525 95 0,'0'-1'291'0,"-2"-1"139"0,-1 1 122 0,2-3-134 15,-4 4-117-15,2-1-45 0,0 0-15 0,-2-1-7 16,2 2-7-16,0 0-22 0,-1 0-22 15,0 0-20-15,-2 0 2 0,3 2-6 0,-4-1-14 16,4 2-16-16,0 2-12 0,-4-2-14 16,1 2-18-16,2 4-12 0,-3-3-6 0,2 4 12 15,0 0 8-15,1 4-1 0,-2-1-16 0,3 2-13 16,-2 0-2-16,0 4-19 0,0-1-8 16,0 2 9-16,-1 3 14 0,1 1 11 0,-1 1 4 15,0 2-1-15,-2 1-3 0,-2 2-17 16,-1 2-16-16,3 0-14 0,-3-1-12 0,0-1-3 15,1-1-1-15,1-3-1 0,3-3-1 0,0-5 1 16,2-3 1-16,-1-1 1 0,2-5 0 16,2-3 2-16,1-2-2 0,0-4 1 0,1-4 5 15,2-4-3-15,2-2-3 0,-1-6-2 16,0 0-6-16,1-2-21 0,3-1-47 0,-5 0-77 16,0 3-92-16,-1 0-110 0,-1 2-119 0,-1 2-158 15,0 3-218-15,0 1-68 0,0 2 99 0,-1-1 225 16,-1 4 244-16</inkml:trace>
  <inkml:trace contextRef="#ctx0" brushRef="#br2" timeOffset="58.87">21624 7902 77 0,'-5'4'268'0,"2"-1"123"16,-2 1 101-16,1 2-123 0,-1 1-111 0,2-1-66 16,0 3-31-16,1 1-15 0,2 2-14 0,0 1 4 15,4 3-7-15,-3-1-15 0,2 0-18 16,3-1-10-16,1 1-12 0,-1 1-22 0,2-1-16 15,4-3-6-15,-2 0 0 0,6-3 37 0,-3-2 30 16,3-1 26-16,-1-3 15 0,2-3 5 16,1 0-2-16,-1-5-37 0,3 0-29 0,-2-3-30 15,4-1-17-15,-1-2-11 0,1-2-8 0,3-1-2 16,1-2-4-16,-2 1-8 0,1-1-62 16,0-2-97-16,0 3-142 0,-1 1-281 0,-2 0-198 15,0 1-105-15,-1 1 118 0,-2 1 271 0</inkml:trace>
  <inkml:trace contextRef="#ctx0" brushRef="#br2" timeOffset="1666.88">29750 7141 55 0,'-4'-1'296'16,"3"-1"159"-16,1 0 132 0,-4 2-70 0,3 0-188 15,1 0-92-15,0 2-25 0,0 2 13 16,-2 1 12-16,2 2 11 0,0 0 12 0,2 4-9 16,-2 2-21-16,3 1-15 0,0 0-18 15,1 1-5-15,0 1-21 0,1 3-20 0,3-3-20 16,-4 4-23-16,1-1-18 0,0 1-24 0,0-1-15 16,1 2-8-16,-1-2-10 0,-1 3-7 15,0-1-7-15,-1 0-5 0,-1-2-4 0,1 1-5 16,-3 1-3-16,-2-1-4 0,1-1 2 15,-3-1 4-15,1 3 1 0,-2-3 1 0,-1 1 2 16,0-1 0-16,0 0-1 0,1-4-3 0,-2 1-3 16,6-3-4-16,-5-3-14 0,3-2-31 15,-1-1-69-15,3-3-95 0,-2 0-111 0,-2-4-118 16,1-1-138-16,3-1-215 0,-2-1-142 16,-2-3 40-16,2 1 196 0,-2-4 254 0</inkml:trace>
  <inkml:trace contextRef="#ctx0" brushRef="#br2" timeOffset="1942.98">29680 7602 9 0,'1'9'245'16,"-1"-1"139"-16,0 3 128 0,0 0-17 16,0-1-134-16,2 4-73 0,0-2-8 0,-2 2 26 15,3 0 26-15,-2 0 0 0,1 0-13 0,1 0-21 16,1-2-20-16,3-2-30 0,-1 1-32 15,1-3-26-15,3-2-31 0,0-1-33 0,2-5-38 16,-1 0-26-16,4-5-25 0,0-1-15 16,0-2-7-16,1-3-8 0,2-1-6 0,-4-1-7 15,2-2-2-15,0 2 1 0,-2-4-2 0,-3 4 3 16,1-2-4-16,-4 2-22 0,0 2-50 16,-3-1-88-16,-3 3-112 0,-2 0-134 0,0 3-191 15,-3 1-256-15,-2 3-147 0,0 2 68 16,-2 2 257-16,1 1 294 0</inkml:trace>
  <inkml:trace contextRef="#ctx0" brushRef="#br2" timeOffset="5992.88">23074 15331 33 0,'0'3'246'0,"0"-1"133"0,0-1 137 0,-1 2-41 16,1-3-85-16,0 1-22 0,-2 1 8 0,2 0 21 15,-2-2 4-15,2 1-27 0,0 1-54 16,0-2-66-16,2 1-65 0,-2-1-59 0,2 2-50 15,-2-2-5-15,1 0 4 0,2 0 16 16,2 0 6-16,0 0 1 0,-1 0 9 0,1 1-27 16,2-1-20-16,1 2-23 0,-1-1 1 0,1 2 5 15,0-1-6-15,5 2-2 0,-4-2-3 16,3 3 0-16,-2-4-12 0,3 1-11 0,3 1-9 16,-3-1-1-16,1-2 1 0,2 2 1 0,-4-2 2 15,6 0-1-15,-6 0 3 0,6 0 1 16,-4 0-1-16,3-2 33 0,1 2 50 15,1-2 30-15,-2 2 6 0,1-3 3 0,-1 2-2 16,0 1-32-16,1-1-45 0,-2 0-23 0,1-2-10 16,2 3-8-16,-3-2-5 0,2 2-1 0,-1-2-3 15,1 0-1-15,-2 1-3 0,3 0 1 16,-2 1 1-16,3-2 0 0,-5 1 1 0,3-1 0 16,-3 1 2-16,2-1-1 0,-2 2-1 15,0-1 1-15,-2 1-1 0,0 0 2 0,1-2-1 16,-2 2 0-16,0 0 2 0,1 0-1 0,-4 0-2 15,3 0 1-15,-2 0-3 0,2 2 2 16,-4-2-4-16,1 0 2 0,0 0 1 0,-2 0 0 16,-1 0 0-16,3 0 0 0,-2 0 2 15,-1 0 0-15,1 0 0 0,0 0 1 0,0-2 1 16,-1 2 13-16,1-1 5 0,2 1 4 0,-5 0 2 16,3-2-1-16,-1 2 0 0,1-1-13 15,0 1-6-15,1-2-2 0,-1 0-1 0,-1 2 1 16,3-1-1-16,-2-2 0 0,-1 2 0 15,2-1 0-15,-1-1-4 0,0 2-1 0,1-2 2 16,-1 0-2-16,1 0 0 0,-1 1-2 0,0-1 1 16,1 0 2-16,-3 2 1 0,1-2-2 0,1 2-2 15,0-1 4-15,-1 0-2 0,-1 2 0 16,3-2 0-16,-2 2 0 0,1-3 2 0,-3 3-1 16,1-1 0-16,3 0 1 0,-4 0-2 15,1-2 0-15,0 1 1 0,-2 0 1 0,2-2 0 16,-2 1 0-16,3-3 0 0,-2 1 1 0,-1-1 0 15,2 0 0-15,-2-1-2 0,0-1 2 16,0 2 0-16,0-1-2 0,1 0 1 0,0 1-1 16,-1 0 2-16,2-1 0 0,-2 0-2 15,4-1-2-15,-2-1-2 0,-1 0 0 0,2-1 2 16,2 0 0-16,-1-3 2 0,-2 1-1 0,4 0 1 16,-3 1 2-16,0-2-3 0,1 1 0 0,-1-1-2 15,2 2 1-15,-2-1 2 0,1 0-1 16,-2 0 0-16,-1 2 1 0,2-2 0 0,1-1 2 15,-2 1-2-15,-1-1-1 0,1-2 1 16,0 0 2-16,1-3-2 0,-1 0 0 0,0 0 0 16,-1-3 0-16,1 0-1 0,2-1 0 0,-3-2-1 15,1 1 0-15,-2-2-1 0,0 0 2 16,0 0 0-16,-1-3-2 0,0 2 0 0,-1-1-1 16,1 2 2-16,-1 0-2 0,1 0 1 15,-2 1 2-15,2 0 1 0,-2 3 1 0,1-3 0 16,-1 0-2-16,3 1 1 0,-1 0-1 0,-1-1-1 15,-1 0 2-15,2-1-2 0,-1 0 2 0,1 1-1 16,0 0 1-16,-1-1-2 0,-1 0-1 16,3 2 2-16,-1-1 0 0,0-1-1 0,-1 1 0 15,3 1 3-15,-1 2-2 0,3-2-3 16,-5 2-1-16,6 0 1 0,-4 0 0 0,2 0 0 16,1 0 1-16,2 0 1 0,-4 0 0 0,1 0 2 15,2 0 0-15,-1-3 2 0,-1 2-2 0,1-1 2 16,-1-1 1-16,-2 0 0 0,0 2-4 15,0 1 0-15,-1 0 0 0,0 1-2 0,-1 2 0 16,-1 4 1-16,0-2 1 0,0 4 0 16,0 2-1-16,0 0 2 0,0 5 4 0,0-1-4 15,0-1 2-15,0 5 0 0,0-1-1 0,0 1-3 16,0 0 0-16,0 0 1 0,0-1-2 16,0 0 0-16,0-1-2 0,0 4 3 0,0-4-2 15,0 1 1-15,2-1 2 0,-2 2 0 16,1-3 1-16,-1 1-2 0,0 1 2 0,2-2-1 15,0 3 0-15,-2-3 0 0,2 2 0 0,0 0 1 16,0 0-1-16,-2 2-1 0,3-1-2 16,-3 1 3-16,1 1-1 0,-1-2-1 0,0 2-2 15,0 0 1-15,2 0 1 0,0 0-2 16,-2 2 3-16,1-2-3 0,1 3 4 0,-1 0 0 16,-1 1 1-16,2 2 1 0,0 2-1 0,-2-1 1 15,0 4 2-15,1-1 0 0,-1 2-4 0,0 0 1 16,2 3 1-16,-2 1-2 0,1 2 1 15,-1-1-2-15,0 3 1 0,2-1 0 0,0 0-2 16,-2 2 2-16,2 1 2 0,-2-1 2 16,0 0-1-16,2 1 1 0,0 2 1 0,-2-1-3 15,1 1-2-15,-1-2 1 0,3 3 2 0,-3 0 0 16,2-3-3-16,0 2 2 0,-1 0-1 16,1 0 0-16,-1 2-2 0,3-2 0 0,-3 1 3 15,1-1-1-15,-1 0 2 0,3 0 1 0,-3-1-2 16,2 1-1-16,-1-2-2 0,-2-1 1 15,1-2 0-15,1 3-2 0,-1-1 0 0,1-2 3 16,0 0 0-16,-2 0 2 0,1-1-4 16,1 1 1-16,-1-2 3 0,-1 1-2 0,2-2 1 15,0 1-2-15,-2-1 0 0,0 0 3 0,1-3-3 16,-1 1 0-16,0 0 0 0,2-1 1 0,-2 2 3 16,2-4 8-16,-2 3 4 0,0-1 5 15,1-1 2-15,-1 1-3 0,2 0 1 0,-2-1-9 16,1 0-5-16,-1 0-4 0,3 1-1 15,-1 0 2-15,-2-1-2 0,1-1-1 0,1 1 1 16,-1 0 0-16,-1 0-1 0,4-1-1 0,-4 0 0 16,1 1 0-16,1-2 0 0,-1 0 0 15,3-1 0-15,-3 0-1 0,3 2 0 0,-3-3 0 16,2 2 0-16,2-3 0 0,-4 2 1 16,2 0 1-16,-1 0 1 0,0 0 1 0,1 0-1 15,-1-1 0-15,1 0-1 0,-2 1 0 0,3-2-1 16,-3 0-1-16,2 0-2 0,-1-2 2 15,2 1 1-15,-2 0-2 0,-1-1 1 0,3-1 1 16,-3 0 0-16,1-1 0 0,0 1 0 16,-1 2 0-16,1-1 0 0,-1-1 0 0,3-1 0 15,-3 1 0-15,-1 1 0 0,3-1 0 0,-1-1 0 16,1 2 0-16,-2-2 0 0,1 0 0 0,-1-1 0 16,1 1 0-16,0-1 0 0,-1 1 0 15,3-2-2-15,-3 1 2 0,2 0-2 0,1-1 2 16,-3 2 1-16,2-3-2 0,3 2 2 15,-2-1 0-15,0 0 0 0,1-1 0 0,-2 2-1 16,2-1 1-16,2-1 1 0,-1 2-2 0,0 0 1 16,0-2-1-16,1 0 1 0,-1 2 0 15,3 1-1-15,-1-2-1 0,1 0-1 0,1 0 1 16,-2 2-1-16,2-1 2 0,1 0 0 16,-2 0 0-16,3-1 0 0,-2 0 1 0,2 1-1 15,0-1 0-15,1 1 0 0,-2-1-1 0,0 1 1 16,3-1 0-16,-2 2 0 0,1-1 0 15,-1-1 0-15,2 3 2 0,-2-2-1 0,1 1 0 16,1 0-1-16,-1 0 1 0,1-2 1 16,-1 4-2-16,3-2-2 0,-4 0 2 0,1 0 0 15,3 0-2-15,-2-2 1 0,2 2 1 0,-2 1 1 16,3-2-2-16,1 1 1 0,-4-1 0 0,2 2 0 16,0-4 1-16,-1 4 0 0,1-2 0 15,2 0-1-15,-4 0 0 0,3-1 0 0,-1 1 1 16,0-1-1-16,2 1 1 0,-1-1 3 15,0 1-1-15,1-1 1 0,2-1-3 0,-1 2 0 16,2-1 0-16,1-1 0 0,-1 2-1 0,0-2 0 16,1 0 1-16,4 2 0 0,-5-2 0 15,4 1 3-15,0-1 0 0,2 0 3 0,-2 1 1 16,1-1 1-16,1 0-1 0,-1 2-3 16,3-2 1-16,-2 0-2 0,3 0-1 0,-4 0-1 15,3 0 0-15,-1-2 0 0,1 2-1 0,-4 0-1 16,1-1-1-16,-3 0-2 0,1 1-2 15,-6 0-18-15,-5 0-70 0,-1 1-75 0,-7 2-163 16,-4 1-280-16,-1 4-324 0,-3-1-368 16,-2 2-234-16,-1 1 62 0,-4 0 694 0</inkml:trace>
  <inkml:trace contextRef="#ctx0" brushRef="#br3" timeOffset="23902.87">17339 1714 255 0,'-9'-4'452'0,"-2"-3"149"0,1 5 107 0,2-3-251 16,-1 4-179-16,1 0-37 0,0-1 48 15,3 2 34-15,-1-2-13 0,0 2-19 0,1 0-36 16,4 0-68-16,-3 0-73 0,3 0-49 0,-1 0-31 16,2 2-19-16,0-2-10 0,0 2-5 0,3 0-1 15,1 3 1-15,-1-3-3 0,4 5 2 16,-2-3 1-16,2 2 3 0,-1 0 30 0,2 0 17 16,1 1 11-16,-1 0 4 0,2 4 31 0,1-3 20 15,-2 3-19-15,3 1-8 0,1 4-11 0,2 1-4 16,2 4-24-16,2 4-14 0,2 4 6 0,2 2-1 15,4 5 5-15,2 3-5 0,2 3-6 16,2 2-9-16,2 2-12 0,0 1-5 0,2 0-3 16,-1 2 3-16,2 0 5 0,-4-1-3 0,1-1-4 15,-3 2-2-15,0-2 0 0,-4-4-5 16,-1 1-2-16,-3-4 0 0,0-2-1 0,-2-1 1 16,-4-2-4-16,0-4 4 0,-1-1-5 0,-4-3 2 15,3-3-3-15,-7-1 2 0,3-4 5 16,-3-2-2-16,-1-3 2 0,-2 0 1 0,1-3 3 15,-4-2-3-15,3-2-1 0,-5-2 1 0,1-1 2 16,-1-1-1-16,1 0-1 0,-2-3 2 0,0 0-1 16,0 0-14-16,-2-3-16 0,-1 0-27 0,-3-3-93 15,2-1-135-15,-3-2-184 0,-1-4-280 0,-3 3-262 16,2-7-195-16,-3 1 119 0,0-3 410 16</inkml:trace>
  <inkml:trace contextRef="#ctx0" brushRef="#br3" timeOffset="25298.76">17287 1891 5 0,'0'3'221'0,"-3"-1"129"16,2 1 136-16,-1-2-7 0,0 1-75 0,-1-2-14 16,2 0 33-16,-3-2 19 0,1 1-13 0,0-2-30 15,-1 1-50-15,0-3-54 0,1 3-67 0,0-3-41 16,0-1-22-16,0 0-25 0,-1 0-26 15,-1-1-21-15,2-1-17 0,-1 1-18 0,-1-2-16 16,2 0-9-16,-2-1-7 0,4 3-7 0,-4-2-8 16,1-1-3-16,1 0-5 0,-1 1-3 0,2-1 0 15,2-3 1-15,-1 2-4 0,1-3 3 0,1 1 1 16,-1-1 2-16,2 0-2 0,1-2-1 16,-2 3 0-16,2 0-1 0,-1-1-3 0,1 1-2 15,1 2 4-15,-1-1-2 0,0 1 2 0,-1 4 0 16,-1-2 0-16,2 3 0 0,-1 0 0 0,1 2-2 15,-2-1 2-15,-1 3 2 0,3 0 1 0,-3-1 4 16,2 2-5-16,0-1-2 0,-1 0 3 16,3 2-2-16,-1 0 0 0,2 0-2 0,-1 2 3 0,6 1 3 15,-4 0 0-15,2 1-4 0,3 2 1 16,0 1-1-16,0 1-4 0,2 0 3 0,-1 0-1 16,1 2 5-16,1-1 1 0,-1 2 2 0,1-3 5 15,1 1-4-15,-3 2 1 0,-1-4-3 0,2 1-1 16,-1-1-6-16,-4-1 1 0,0 0 1 15,2-1 0-15,-6-2 2 0,1 0-2 0,-2 0 5 16,-1-2 1-16,0 1 15 0,-1 0 29 0,-1-1 14 16,0 0 13-16,0 1 2 0,-3 0-1 0,-2-2-10 15,0 1-25-15,-3 0-18 0,-1 1-12 0,1-1-4 16,-1-1-6-16,-4 2-7 0,2-1-1 16,-3 0 5-16,1 1 9 0,0 0-3 0,-1 1 0 15,1-2 2-15,0 2 0 0,-2 0-3 0,4 0-5 16,0 0-3-16,3 0 3 0,2 0 0 0,-2-1-3 15,3-1-2-15,2-1 6 0,0 1-3 0,1-1-3 16,1 0 1-16,1 0 4 0,0-1 0 16,1 0 0-16,1-4 1 0,1 0-2 0,2-2-1 15,0-2-5-15,2 0 4 0,-2-1-4 0,1-1 1 16,-1-1 2-16,2 1 3 0,-1 1 4 0,-2 0-2 16,-2-1 0-16,1 4 4 0,0 0 4 0,-3-1 1 15,0 3-3-15,0-3 0 0,-1 3-1 16,-1 1 0-16,-1 0-5 0,0 2-5 0,0 1 1 15,-3 2-2-15,-1 1 3 0,2 1 0 0,-3 3 6 16,-1 0 3-16,1 2 2 0,2-1 1 0,-1 3 1 16,-1-2-6-16,2 3-4 0,2-2 0 15,-1 0 1-15,2-2-3 0,-1-1-2 0,4 0 1 16,-1-1-1-16,1-1 0 0,1-2-3 0,1 0 7 16,1-2-4-16,2-4-2 0,0 0 0 0,2-4-1 15,0-1 1-15,-1 0-4 0,1-1 4 16,-1-2 8-16,2 1-1 0,-5 1 4 0,0-1 1 15,-1 3 0-15,-1-1-3 0,-1 3-3 0,-1 1 3 16,1 0 2-16,-4 2-7 0,1 2-1 0,2-1 3 16,-5 4-4-16,2 1-2 0,0 1 0 0,-1 3 2 15,2 4 2-15,-2 1-12 0,2-1-27 0,-1 3-36 16,4-1-86-16,-2 0-137 0,4 0-185 16,-2 3-290-16,4-2-256 0,-3-1-209 0,2 2 80 15,1 0 417-15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7:42:59.7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4411 1069 347 0,'0'-12'699'0,"-3"6"344"15,-5 1 121-15,-2 0-303 0,-4 0-196 0,-5 4-99 16,0 2-115-16,-8 5-107 0,-3 3-75 0,-5 3-50 16,-3 2-49-16,-4 3-60 0,-1 3-14 0,-4 3-6 15,2 3-6-15,-2 0-4 0,-1 4 1 0,3 3-3 16,3 1-14-16,3 1-10 0,4 2-8 0,1 3-12 16,5 0-13-16,3 2-7 0,6 2-6 0,7 1-2 15,3 0-4-15,6-2 1 0,4 1 0 0,8-1 0 16,5-5 1-16,3-1 9 0,7-7 5 0,3-2 7 15,4-3 6-15,3-7 3 0,7-8-4 0,3-5-8 16,7-8-8-16,3-8-4 0,4-7-9 0,3-4 0 16,0-6 0-16,0-1-3 0,-3-4-9 0,-1 1-12 15,-6 0-19-15,-2 3-30 0,-9 2-64 16,-2 2-69-16,-7 3-88 0,-5 5-137 0,-6-1-172 16,-3 5-256-16,-2 1-236 0,-3 1-195 0,-5 0-19 15,-1-1 373-15,-3 1 451 0</inkml:trace>
  <inkml:trace contextRef="#ctx0" brushRef="#br0" timeOffset="322.14">4610 1394 139 0,'0'-10'505'16,"0"4"376"-16,0 3 218 0,0 6-156 0,0 3-213 16,0 6-173-16,1 6-98 0,1 7-59 0,1 7-52 15,2 3-53-15,2 4-38 0,3 4-40 0,0 1-57 16,1 1-53-16,5-2-33 0,0 1-19 0,1-6-12 16,5-1-5-16,2-6-2 0,3-5-4 0,6-8-5 15,0-5-7-15,5-8-6 0,2-9-9 16,-1-5-6-16,4-10 1 0,-4-5-1 0,-1-6 5 15,-1-3 3-15,-1-6 0 0,-3-3 0 0,-4 0-3 16,-4 0-1-16,-3 1 4 0,-5-2 0 0,-9 3 3 16,-3-1-3-16,-8 2-5 0,-5-2-1 0,-8 1-3 15,-4 1 0-15,-6 1-1 0,-4 1 7 0,-6 7 4 16,-2 0 2-16,-3 6 1 0,-5 5 3 16,2 9 4-16,1 1 6 0,-1 9 4 0,3 5-2 15,3 7 1-15,2 1-4 0,4 3-5 0,6 5-11 16,3 1-5-16,4 4-3 0,4 1-4 0,5 0-4 15,5 3-10-15,5 0-18 0,3-3-39 0,6 0-77 0,1-1-129 16,6-3-216-16,3 0-296 0,6-4-345 16,3-1-350-16,2-4-111 0,5-2 474 0,2-4 669 15</inkml:trace>
  <inkml:trace contextRef="#ctx0" brushRef="#br0" timeOffset="690.11">5666 1069 197 0,'3'-15'447'16,"-1"3"209"-16,-2 5 166 0,3-1-94 0,-3 5-92 16,2 0-84-16,-2-1-68 0,0 2-53 0,1 1-32 15,1 4-27-15,2 1-45 0,1 7-52 0,-2 2-34 16,2 5-30-16,0 3-42 0,-2 6-61 0,2 6-32 16,-2 3-16-16,0 5-12 0,0 5-10 0,0 4-7 15,-1 2-7-15,1-1-11 0,0 3-7 0,2 0 0 16,-1-1-2-16,0-4-5 0,4-4-17 15,-3-6-55-15,1-7-69 0,1-4-100 0,-3-8-165 16,2-7-239-16,-3-7-321 0,-1-7-267 0,-2-7-181 16,-2-8 154-16,-2-5 546 0</inkml:trace>
  <inkml:trace contextRef="#ctx0" brushRef="#br0" timeOffset="1013.67">5614 958 296 0,'0'-13'530'15,"0"1"146"-15,3 3 67 0,3 4-194 0,1-1-118 16,2 4-67-16,4 2-4 0,0 0 23 0,3 2 0 16,4-1-75-16,0 4-80 0,4 0-49 0,2 1-45 15,2 0-30-15,1 4-30 0,2 1-19 0,1 2-9 16,-1 5 8-16,1 2 3 0,1 2-3 0,-1 5 21 16,0 2 16-16,-2 2 6 0,0 2-13 0,-2 2-11 15,-1-1-3-15,-2 2 11 0,-3 3 0 0,-1-5 1 16,-2 4-1-16,-4-1 4 0,-3-1-2 15,-4 2-22-15,-5-2-14 0,-3 0-7 0,-3-2-5 16,-7 2-5-16,-6-4-7 0,0 0-2 0,-6-2-2 16,-3-4 2-16,-2-1-3 0,2-4 0 0,-2-4 0 15,2-3-4-15,-1-5-6 0,4-1-4 0,3-3-8 16,2-4-11-16,2-4-38 0,3-1-66 16,4-4-67-16,3-3-139 0,4 0-183 0,1-3-311 15,4-1-297-15,3 0-218 0,5-4-80 0,0 1 432 16,2 0 523-16</inkml:trace>
  <inkml:trace contextRef="#ctx0" brushRef="#br0" timeOffset="2149.89">6751 1019 108 0,'2'-6'345'0,"-4"0"169"15,2 2 137-15,0 1-125 0,0 2-115 0,0-2-46 16,0 6-19-16,2-3 4 0,-1 1-16 0,-1 1-37 16,2-1-18-16,-1-1 3 0,1 0-21 0,2 0 18 15,-1 4 38-15,2 0 9 0,0 2-25 0,2 4-44 16,-1 1-35-16,0 3-47 0,0 5-45 16,1 4-32-16,-1 3-21 0,-1 4-16 0,-1 6-7 15,1 5-2-15,0 2-6 0,-2 2-1 0,0 2-3 16,2 1-5-16,0-1-11 0,-1-2-15 0,3 2-6 15,-1-5-7-15,2-3-6 0,3-3-3 0,0-1 6 16,2-5 2-16,1-2 7 0,2-4 3 0,3-1 2 16,0-4 3-16,0-2-1 0,5-2 0 15,-1-5-5-15,4-2-4 0,-1-4-1 0,1-2-1 16,-1-6-1-16,1 0 1 0,0-5-1 0,0-2-4 16,-2 0-12-16,-1-4-17 0,-2-2-47 0,0-1-70 15,-6-1-103-15,-4-1-164 0,0-1-294 0,-3-1-324 16,-3 1-307-16,-1-2-177 0,-3 1 222 0,-2-2 627 15</inkml:trace>
  <inkml:trace contextRef="#ctx0" brushRef="#br0" timeOffset="2419.16">6757 996 341 0,'-4'0'701'15,"0"0"237"-15,1-2 43 0,3-1-233 0,3 0-227 16,4-2-140-16,3-2-55 0,3 0-5 0,4-1 40 16,4 0-8-16,5 3-68 0,4-1-54 0,3-3-32 15,3 0-37-15,5-1-58 0,0 2-36 0,1-2-19 16,0 0-10-16,-1 2-14 0,-1 3-10 0,-2 1-5 16,-2-1-2-16,-3 2-3 0,-1 3 1 0,-2 0-2 15,-5 2-2-15,0 2-6 0,-7 0-39 0,-1 2-63 16,-4 2-74-16,-5-1-154 0,-5 2-199 15,-3 2-316-15,-3 1-297 0,-5 0-211 0,-3 4-18 16,-6-1 502-16</inkml:trace>
  <inkml:trace contextRef="#ctx0" brushRef="#br0" timeOffset="2626.22">6865 1403 179 0,'6'8'437'0,"0"-2"255"0,5-2 234 0,-1 1-82 15,7-2-164-15,-1-1-119 0,4-1-83 0,3-2-104 16,1-1-94-16,2-2-86 0,4-1-70 0,2-2-34 16,3-3-21-16,1 2-9 0,3-4-14 0,1 0-14 15,2-1-7-15,-2 1-12 0,0 2-6 0,0 1-7 16,-4 3-24-16,0 4-47 0,-6 0-173 0,-4 4-221 16,-3 0-278-16,-4 4-281 0,-4 3-243 0,-5 0-10 15,-7 3 536-15</inkml:trace>
  <inkml:trace contextRef="#ctx0" brushRef="#br0" timeOffset="3352.19">3686 2761 132 0,'10'2'297'0,"-5"1"120"0,1-2 34 0,0 1-138 15,-1 0-84-15,0 0-34 0,-2 0 16 0,-1-2 43 16,-1 1 54-16,1-1 35 0,0 0 0 0,-1 0-31 15,1 0-52-15,-1 0-53 0,5 1-19 0,-1 1 8 16,3 0-1-16,2-1-3 0,5 2-3 0,1 1 0 16,6 1-32-16,5-3-48 0,3 3 6 0,8-3 51 15,6 2 21-15,7-4 0 0,5 0-6 0,4 0 3 16,4 0-33-16,5 0-54 0,3-3-18 0,4 2-7 16,1-1-2-16,4-3-5 0,5 3-1 15,2-1 5-15,5 0-8 0,4 0-8 0,1 0-8 16,2 0-9-16,2 0-3 0,-1-2-1 0,7 1 1 15,-1 0 0-15,5-1-1 0,0-1-5 0,0-1-2 16,1-2-6-16,0 0-6 0,1 1-3 0,1-4 0 16,-1 0-1-16,1-1-3 0,-3 0 2 15,-2-2 3-15,-3-1 2 0,-1 1 3 0,-3 0 1 16,-2-1 2-16,-5-1-2 0,-2 2-3 0,-6 0-2 16,-6 0-2-16,-6 0-2 0,-6 3-2 0,-5-2-3 15,-8 4-1-15,-7 0-1 0,-7 1 0 16,-4 1 0-16,-9 2-1 0,-7 0 2 0,-3 2 1 15,-7 0-1-15,-1 1 2 0,-7 1-2 0,-5-1 0 16,-1 0 0-16,-3 1-3 0,-2-1-2 0,-3 1-3 16,1 1-15-16,-2 1-24 0,1 0-55 15,-1 0-88-15,2 1-189 0,0 1-281 0,1 1-339 16,0-1-407-16,-1 2-327 0,2-1 133 0,-2 1 854 16</inkml:trace>
  <inkml:trace contextRef="#ctx0" brushRef="#br1" timeOffset="8250.9">7682 4906 19 0,'-6'3'237'0,"3"-3"126"0,-2 2 125 15,3-2 0-15,-1 0-71 0,0 3-16 16,1-3 34-16,1 0 9 0,-1-3-16 0,-1 3-37 16,3-2-68-16,0-1-52 0,0 0-45 15,3-3-28-15,-1-3-20 0,-1-1-20 0,4-1-21 16,0-2-6-16,1-1 6 0,1 1 6 0,3-3 23 16,-2 2 3-16,2-1-4 0,2-2-29 15,0 3-30-15,2-2-15 0,-1 3-26 0,1 0-17 16,2 1-12-16,-2 1-3 0,3 3-3 15,2 1-9-15,-3 2 0 0,1 4 1 0,1 1 8 16,-1 1 6-16,-1 5 7 0,1 1 6 0,-1 6 1 16,0-1 1-16,-3 4-3 0,1 2-4 0,-3 1-5 15,-1 2-5-15,0 1 0 0,-2 0-1 16,1 1 2-16,-2 2 2 0,-1-1 4 0,-2 2-1 16,-1-1-2-16,0 3-3 0,-3 0-5 15,0 2-2-15,0 0-4 0,-3 1-5 0,0 0-3 16,-2 3-4-16,-3 0-1 0,2 1-3 0,-2-1-2 15,0 1 1-15,-3-1-1 0,3 1 0 16,-2-1 1-16,-2 2-2 0,-1-3 0 0,3-2-1 16,-2 0-1-16,3-3 0 0,-1 1 0 15,-1-5-1-15,5 0-1 0,-1-4 0 0,1 0-1 16,1-2 0-16,-1-1-1 0,5-3 1 0,-1-1 0 16,2 0-1-16,2-1 1 0,-1 0-1 0,5-3 0 15,0 1 1-15,1-2-1 0,3 1 0 16,2-7-1-16,-1 4 1 0,5-3-1 0,-2-3 1 15,5 0 0-15,-1-3 1 0,2-3 1 16,-1 1 0-16,3-3 1 0,0 1 0 0,-1-2 0 16,0 0-1-16,-1-1-1 0,0 2 0 0,-2 0-1 15,1 0-8-15,-5 3-16 0,2-2-28 16,-5 2-63-16,-3 0-87 0,3 4-172 0,-5-2-282 16,-1 0-334-16,2 2-391 0,-3-1-278 15,2-1 88-15,-3 0 759 0</inkml:trace>
  <inkml:trace contextRef="#ctx0" brushRef="#br1" timeOffset="9250.31">8816 5443 46 0,'3'6'247'0,"-1"0"121"0,-1-1 107 0,2-1-103 16,-1-1-110-16,-1-2-53 0,1 1-17 15,-1-2 17-15,-1 2 99 0,2-2 84 0,1 0 57 16,0-2 10-16,-1 0-13 0,3 0-42 16,0-3-83-16,1-2-62 0,0 0-13 0,2-4 4 15,0 0-11-15,3-4-16 0,0-3-21 0,0-4-19 16,3-4-46-16,-1-4-45 0,4-3-26 0,-1-5-14 16,3-3-8-16,3-2-12 0,-2-5 0 15,3 1-2-15,-1-1-4 0,2-1-1 0,-3 4-4 16,1-1-5-16,0 4-6 0,-3 3-6 15,-2 3 0-15,1 3 0 0,-3 4 0 0,-2 3 4 16,1 2 0-16,-3 3 2 0,2 2-1 0,-5 0-1 16,1 4-1-16,-2-1-2 0,2 4 0 15,-3-1-2-15,2 0 1 0,-1 3 0 0,0-1-1 16,-2 2 0-16,0 2 0 0,0 1 5 16,-2 0 5-16,0 3 4 0,-1 0 1 0,1 0 3 15,-3 1 4-15,3 0 2 0,-3 2 2 0,3 2 7 16,-3 0 6-16,2 4 3 0,-1 3 0 15,-1 3-2-15,0 1-6 0,0 5-4 0,0 3-6 16,0 3 0-16,0 4-1 0,0 3-2 0,0 3-1 16,0 4-3-16,0-1-1 0,2 5-5 15,-1 1-2-15,1 3-1 0,1 0-1 0,0-1-3 16,1 4 0-16,-1-4-3 0,2 5-1 0,-1-3-1 16,1-2-1-16,0 0 0 0,-1-3 0 0,1-1 1 15,-1 0 0-15,-1-2 0 0,1-3 0 16,1-3-1-16,-2-4 0 0,0-2-1 0,-1-3 0 15,-1-5 0-15,1-4-2 0,0-1 1 16,-2-4 1-16,0-2-1 0,0-4-1 0,0-1 1 16,-2-3 0-16,0-2-2 0,1 0-5 0,-1-1-10 15,2-3-17-15,-3 2-24 0,1-2-40 16,1-1-81-16,-2 1-107 0,1 0-181 0,-1 1-287 16,0 1-334-16,3 1-354 0,0 0-160 15,0 0 274-15,2 2 693 0</inkml:trace>
  <inkml:trace contextRef="#ctx0" brushRef="#br1" timeOffset="9502.25">9824 5607 622 0,'0'-2'1543'0,"-3"-2"152"15,-2 1-301-15,-1 0-316 0,-3 0-475 0,2-3-288 16,1 4-124-16,0-4-61 0,-2 1-41 0,3 1-32 16,2 0-28-16,1-2-15 0,1 1-9 0,1-1-4 15,1 0-5-15,3 2-14 0,-1-2-24 16,2 2-61-16,1 0-78 0,-2 2-142 16,0 0-243-16,0 2-312 0,1 0-356 0,0 0-274 15,4 2-48-15,-4-2 561 0</inkml:trace>
  <inkml:trace contextRef="#ctx0" brushRef="#br1" timeOffset="10374.21">10685 4695 91 0,'0'-6'345'16,"0"1"201"-16,-2-2 219 0,2 2-9 0,-2 0-72 16,1 1-76-16,-1 0-73 0,0-1-69 15,1 1-69-15,-1 1-52 0,2-1-26 16,-4 2-34-16,4 0-27 0,-2 1-22 0,-1-2-34 15,2 3-45-15,-3-1-54 0,-2 1-28 0,1 1-22 16,0 0-14-16,-2 4-10 0,0 1-6 16,-1 3-6-16,0 1-5 0,-2 6-4 0,1 3-1 15,0 3 1-15,-2 7-1 0,5 4-2 0,-1 4 0 16,2 5 0-16,1 3-1 0,2 5-2 16,2 2 0-16,3 2-1 0,2 0 1 0,3 0 1 15,2-3 0-15,4-2 1 0,2-2 0 0,3-3 1 16,2-5-1-16,2-3-1 0,5-8-1 15,2-4-1-15,2-4 1 0,1-8-1 0,5-6-1 16,0-7 2-16,0-5-1 0,0-7-1 0,-2-8 0 16,0-3 0-16,-4-4 3 0,-2-2-1 0,-3-4 3 15,-3-3 1-15,-4 0 1 0,-1-2 1 16,-6 0 2-16,-2 0 6 0,-5-2 1 0,-3 1 2 16,-6-1-1-16,-4-2-1 0,-5-1-4 15,-2-2-4-15,-5-2-4 0,-4-1-2 0,-4 2-2 16,-3-1 1-16,-3 3 1 0,-2 3-2 0,-2 6 1 15,1 4 0-15,-1 8-1 0,-2 8-1 0,4 5-2 16,-1 9 0-16,1 5-1 0,2 10 1 16,3 5 0-16,3 4-1 0,5 7 0 0,4 2 0 15,4 5-8-15,5 0-15 0,5 3-36 16,4 0-73-16,5 0-81 0,2-3-153 0,2 0-241 16,5-1-316-16,2-6-321 0,3 3-196 0,1-3 37 15,0-1 556-15</inkml:trace>
  <inkml:trace contextRef="#ctx0" brushRef="#br1" timeOffset="11212.19">12022 4510 252 0,'2'-6'478'0,"1"0"238"0,-6 0 183 15,3-1-110-15,-3 1-128 0,0 0-102 0,-1 1-78 16,0 1-58-16,-1-1-61 0,0 3-56 16,-3-2-46-16,2 2-27 0,0-1-31 0,-4 3-36 15,-1 0-42-15,1 3-41 0,-1 0-23 0,-3 2-19 16,3 3-5-16,-3 1-9 0,1 3-7 15,0 0-4-15,-2 4-1 0,3 4-4 0,-3 1 0 16,5 6 0-16,1 3-3 0,-2 4 0 0,5 7 0 16,-1 2 1-16,2 5-4 0,1 6 0 15,4 3-3-15,0 2-3 0,7 2-1 0,0 1-1 16,3-1 3-16,3-4 0 0,5-1 1 16,1-4 2-16,3-5 1 0,2-5-3 0,5-7-2 15,1-4-1-15,1-6 2 0,2-7-1 0,3-4-1 16,-1-8 2-16,2-6 0 0,-1-6 3 0,-3-2 1 15,2-7 0-15,-5-1 1 0,2-7-1 16,-4-4 4-16,-1-3-4 0,0-3-2 0,-4-6 3 16,-2-2-1-16,-2 0 3 0,-2-1 3 15,-5-3 4-15,-4 0 7 0,-4-2 1 0,-5 1 1 16,-6-2-2-16,-2-2-4 0,-7-1-5 0,-1 0-5 16,-9-1-3-16,0 2-1 0,-5 2 0 0,-2 5 0 15,-3 4 1-15,-1 7 0 0,-3 9-2 16,0 6-2-16,0 9-2 0,-1 10-2 0,2 6-3 15,2 9 0-15,2 4-5 0,4 6-8 16,4 6-21-16,2 0-61 0,4 7-62 0,7 0-128 16,4 6-192-16,3 2-301 0,4 0-329 0,4 5-246 15,2-1-128-15,6 4 402 0,-2 1 597 0</inkml:trace>
  <inkml:trace contextRef="#ctx0" brushRef="#br0" timeOffset="22446.07">8558 5982 50 0,'0'-2'255'16,"0"2"125"-16,0 0 120 0,0-1-92 0,0 1-111 16,0 0-47-16,0-1-12 0,-2 1 8 0,2 0 8 15,0 0 4-15,-1 0-4 0,-1 0-6 16,2 0-13-16,0 0-17 0,-2 0-8 0,1 1-16 16,1 0-20-16,0 1-17 0,-2 1-20 15,2 0-19-15,0 0-23 0,-1 1-9 0,1 1-6 16,0 2-7-16,0 1-6 0,0 2-7 0,1 1-9 15,-1 2-8-15,2 1-7 0,-2 2-5 16,3 2 8-16,-1 3 17 0,1 2 29 0,0 2 20 16,0 6 2-16,2-2 1 0,0 6-1 15,-1 1 18-15,1 1-11 0,0 4-14 0,1 1-11 16,-1 0-8-16,0 2-14 0,1-1-31 0,0 0-20 16,-1-1-8-16,2 2 1 0,-1-2-1 0,2-2-4 15,-2 0 1-15,-1-1 0 0,3 1 0 16,-2-3-2-16,0-1 1 0,1-1-3 0,-1-2 2 15,-1-3 2-15,1 0-2 0,-1 0 0 16,-1-2 0-16,0-2 2 0,-1 2 12 0,0-1 3 16,0-2 6-16,1-2 0 0,-3-2 1 0,2 0-3 15,-3-3-11-15,2-3-6 0,1 0-4 16,-2-3 0-16,-1-3-3 0,0-2 0 0,2-1 0 16,-2-1-1-16,0-1 1 0,0-2 0 15,0 2 1-15,0-3 0 0,0 0 2 0,0 1-2 16,0-2 3-16,0 0 0 0,0 0 0 0,0 0 3 15,0 0-1-15,0 0 2 0,0 0-2 0,0 0 1 16,0 0-2-16,0 0 1 0,0 0 0 16,0 0-1-16,0 0 0 0,0 0 1 15,0 0 2-15,0 0 3 0,0 0 1 0,0 1 1 16,0-1-2-16,0 0 1 0,0 2-3 0,0-2-1 16,0 0-5-16,0 0 1 0,0 0-1 0,0 1 0 15,0-1 1-15,0 2-2 0,0-2 0 16,0 0 0-16,0 1 1 0,0 2 0 0,0-1-2 15,-2 1 1-15,2 0 0 0,0 0-2 16,-1 0 0-16,1-1-1 0,-3 0 0 0,3 1 2 16,0-1 0-16,-2-1 2 0,2 0 2 0,0 1 1 15,0-2 8-15,0 2 5 0,-1-2 5 16,-1 0 6-16,2 1 1 0,0-1-1 0,-3 2-5 16,1-2-6-16,-1 0-6 0,0 0-4 15,1 0 1-15,-1 0 2 0,0 0 0 0,-3 1 0 16,4-1 0-16,-4 0 0 0,1 0 2 0,0 2 0 15,0-2 2-15,-1 0 0 0,-1 0 1 0,-2 0-1 16,1 0-1-16,-1 0-1 0,-2 1 1 16,1-1-1-16,-2 0 0 0,-1 1 0 0,0 1-3 15,-2-1-3-15,-1 1-1 0,-3 0-3 16,0-2 2-16,1 5-1 0,-2-4-1 0,-2 1 1 16,1 1-1-16,-1-1 0 0,0 2 0 0,1-2 0 15,-4 0 1-15,3-1 2 0,-1 1 2 16,0 1-1-16,-1-2 1 0,1-1-1 0,-2 2-2 15,1-1-2-15,-2 1-2 0,1-1 0 16,0 1 0-16,0 0 1 0,-2-1 0 0,0 2 0 16,3-2-1-16,-3 2 1 0,0-2 0 0,2 2-1 15,-2-1 0-15,1 1-1 0,0-2 1 16,-1 1 0-16,2 1-1 0,-2-1-1 0,0-1 2 16,-1 1-1-16,-1-1-1 0,-1 2 1 15,0-3-1-15,0 1 0 0,0 1-1 0,0 0 0 16,0-2 0-16,0 0 0 0,0 2-1 0,0 1 1 15,-2-2 0-15,2 0 0 0,0 0 1 0,0-1 1 16,-1 3 0-16,1-1 1 0,-2 0 0 16,2 0 1-16,-2-1-1 0,2 0 1 0,-1 2-2 15,-1-1 0-15,0 1 0 0,2 0 0 16,-3 1-1-16,0 0-1 0,1 0 1 0,-3 1-1 16,1 0 1-16,-1-1-1 0,0 3 0 0,0-2 1 15,-1 2 0-15,1-1-1 0,-1 1 0 0,1-1 1 16,0 0 0-16,0 1 0 0,-2-1 2 15,2-2-1-15,0 1 1 0,-2 0 0 0,1 0 1 16,1-2 0-16,-1 1-1 0,-2-1-1 16,3 0 0-16,-1 0 0 0,-1-1 0 0,1 0-1 15,-3 2 1-15,2-2-1 0,-1 1 0 0,-1-1-1 16,1 0 0-16,0 2 0 0,0-2-1 16,0 1 0-16,-1 0 1 0,2 0 0 0,-1 0 1 15,0 0 1-15,2 0 0 0,-4 0 2 0,2 0 0 16,0 1 0-16,2-1 0 0,-3 2-1 15,1 1 1-15,0-2-1 0,-2 0 0 0,1 2-1 16,-1-1 0-16,0 1 1 0,-2 0-1 0,4 0 0 16,-2 1 1-16,2-1 1 0,-3-1 2 15,5 1-1-15,-2 2 1 0,1-2 0 0,1 1-1 16,0-2 0-16,1 2-1 0,0-1-1 0,2 0 2 16,0 0 0-16,1 1-1 0,1-3-1 15,-1 2 1-15,2-2-1 0,2 0 0 0,-1 1-1 16,2 0 0-16,1-2-1 0,0 1 1 15,2-1 0-15,1 2 0 0,-1-3-1 0,2 2 1 16,3-2-1-16,0 1 0 0,1-1 0 0,1 2 0 16,4-2 0-16,-2 0 0 0,3-1 0 15,0 1 0-15,1-1 0 0,3 1 0 0,0-2-1 16,0 0 1-16,3 1-1 0,1-1 1 16,0 2-1-16,1-2 1 0,0 0 0 0,1 0 0 15,2 0 0-15,-4 0 0 0,4 0 0 0,-2 0 1 16,2 0-1-16,-1 0 0 0,1 0 0 0,0 0 0 15,-2 0 0-15,2 0 0 0,0 0 0 16,-1 0 0-16,1 0 0 0,-2 0 0 0,2 0 1 16,-2 0-2-16,2 0 1 0,-1 0 1 15,1 0-1-15,-2 0 0 0,2 0 0 0,0 0 0 16,-1 0-1-16,-1 0 1 0,2 0 0 0,0 0-1 16,0 0 1-16,0 0 1 0,0 0-1 15,0 0-1-15,0 0 1 0,0 0 0 0,0 0-1 16,0 0 1-16,0 0 0 0,0 0 0 15,0 0 0-15,0 0 0 0,0 0 0 0,0 0 0 16,0 0 0-16,0 0-1 0,0 0 1 0,0 0-1 16,2 0 1-16,-1 0-1 0,-1 0 1 0,0 2-2 15,2-2 2-15,-2 0-2 0,1 1 1 16,1 2 1-16,3 0 0 0,1 1 0 16,0 2 0-16,1 3 0 0,1 0 1 0,2 5-1 0,-2-2 0 15,4 2 0-15,0 1 0 0,-1-1 0 16,0 0 0-16,2 1 1 0,-2 0-1 0,0-2 0 15,0 1 0-15,0-4 0 0,-3 0 0 16,0 1-1-16,0-3 1 0,-2-1-1 0,-2-2 1 16,-1 0 0-16,0-3 1 0,1 0-1 15,-4 1 1-15,2-3 0 0,-2 1 2 0,0-1 0 16,-2-1 0-16,1-2 1 0,-5 0-1 0,1-3-1 16,-3 0-1-16,0-3 0 0,-3-2-1 15,-2-1 1-15,-1-1-1 0,0-2 0 0,-2-2 0 16,0-2 0-16,-1 1 0 0,1-2-1 15,-1 1 0-15,2 1 1 0,1 0 0 0,2 2 0 16,0 1-1-16,2 2 1 0,0 1-1 0,2 3 1 16,0-1 0-16,2 2 0 0,3 2 0 0,-2 2 0 15,3-1 0-15,-1 3 0 0,1-2-1 16,1 2 1-16,-1 0-1 0,2 2 0 0,0-3 1 16,0 3-1-16,0 0 0 0,0-2 0 15,0 2 1-15,0 0-1 0,0 0 0 0,2-1 0 16,-1 1 1-16,4-3 0 0,0 1-1 0,2 0 2 15,2-2-1-15,0-1 0 0,4-1 0 16,1 2 1-16,2-2-1 0,1-1 2 0,1-1-2 16,1 1 1-16,1 0 0 0,-1-1 0 15,2 0-1-15,-1 1 0 0,0-1 0 0,-2 1 0 16,0 1 0-16,-1 0 0 0,0-2-1 0,-2 2 1 16,0 2-1-16,-5-1 1 0,1 1-1 0,0 1-1 15,-3 0 2-15,-2 1-2 0,1 1 0 16,-1 1 0-16,0 0-3 0,-1 0-9 15,1 3-16-15,-1-1-30 0,-1 0-66 0,-1 3-94 16,-2-1-180-16,-1 0-285 0,0 4-342 0,-1 0-400 16,-2 0-257-16,-1 1 156 0,-1-1 775 0</inkml:trace>
  <inkml:trace contextRef="#ctx0" brushRef="#br0" timeOffset="25142.22">606 7616 257 0,'10'-7'514'15,"-3"4"229"-15,-3 0 181 0,-4 3-169 0,8 1-128 16,-3 4-93-16,-2-1-58 0,-1 5-15 16,-1 4-55-16,1 2-84 0,4 4-58 0,1 6-43 15,0 6-35-15,1 5-46 0,2 7-30 16,-1 6-20-16,1 4-17 0,-2 6-15 0,0 5-13 15,-1 4-10-15,0 3-10 0,-1 0-5 16,-1 3-7-16,0 0-1 0,2-1 0 0,-2 0-5 16,0-5-4-16,1-1-3 0,-1-5-1 15,4-7-4-15,-4-7-3 0,2-6-11 0,-3-7-20 16,1-7-58-16,3-7-56 0,-5-6-62 16,0-7-113-16,-3-8-152 0,5-8-147 0,-3-10-163 15,-1-5-234-15,-1-9-172 0,-1-4 91 16,-1-10 354-16,-1-3 336 0</inkml:trace>
  <inkml:trace contextRef="#ctx0" brushRef="#br0" timeOffset="25380.08">841 7786 139 0,'5'-37'486'16,"-1"7"299"-16,-1 5 181 0,-1 8-149 16,1 3-224-16,2 2-158 0,1 6-94 0,1 5-58 15,2 6-36-15,0 3-18 0,1 7 12 16,1 7 7-16,-2 8-16 0,3 3-21 0,2 9-21 15,-1 1-29-15,-1 6-40 0,1 5-45 16,2 5-32-16,-5 3-22 0,1 0-7 0,2 4-3 16,-2-2-4-16,-2 2-2 0,2-5 0 15,-1-2-2-15,-4-4-26 0,1-4-48 0,0-2-50 16,-5-7-58-16,1-3-112 0,-1-6-150 16,-4-2-172-16,-3-3-251 0,-2-4-235 0,-5-4-145 15,0-4 181-15,-6-4 407 0</inkml:trace>
  <inkml:trace contextRef="#ctx0" brushRef="#br0" timeOffset="25666.13">421 8376 301 0,'5'-4'530'16,"-1"1"176"-16,-1 1 73 0,0-3-299 0,-3 5-220 15,3-3-123-15,-3 3-56 0,5-3 12 16,1 2 9-16,0-3 3 0,4 4 2 0,2 0-1 16,3 0 3-16,4 2-36 0,2-2-18 15,5 0-9-15,4-2 62 0,7-2 56 16,4-3 23-16,0-5 4 0,3-3-3 0,2-6-5 16,0-5-63-16,1-1-51 0,-2-5-33 0,-3 0-9 15,-1-2-10-15,-4 0-10 0,-4 1-66 16,-3 3-118-16,-5 2-162 0,-6 4-295 15,-3 4-255-15,-7 5-219 0,-9 7 25 0,-6 2 345 16</inkml:trace>
  <inkml:trace contextRef="#ctx0" brushRef="#br0" timeOffset="25932.17">523 8651 84 0,'10'8'575'16,"0"0"382"-16,0-1 140 0,0-5-67 16,5 4-366-16,1-3-273 0,5-3-130 15,0-2-47-15,2-2-12 0,4-4-9 0,1-1 39 16,6-4-10-16,0-3-25 0,4-1-29 0,0-6-30 16,0-1-17-16,0-2-58 0,-3-4-33 15,2 0-15-15,-2 1-6 0,-3-3-1 0,0 1-2 16,-4 1-10-16,-1 0-51 0,0 3-55 15,-5 3-119-15,-1 1-169 0,-3 4-303 0,-3 0-317 16,-2 6-248-16,-6 1-150 0,-7 1 333 0,-7 6 551 16</inkml:trace>
  <inkml:trace contextRef="#ctx0" brushRef="#br0" timeOffset="26586.09">1461 8338 11 0,'4'-3'344'0,"1"0"250"16,-2 2 186-16,2 1 23 0,1 0-279 0,1 2-163 15,3 3-58-15,3 3-17 0,3 2 31 0,-2 3 18 16,2 5 8-16,2 1-24 0,2 5-42 16,2 4-21-16,2 4-38 0,0 2-39 0,-1 2-29 15,-1 3-33-15,-1 3-39 0,-2 0-32 0,1 1-22 16,-4 0-12-16,0-3-6 0,-3 0-6 0,0-5-2 15,-3-3 6-15,-2-4 1 0,-1-4 8 0,-2-4 11 16,-1-2 10-16,-1-3 8 0,-1-4 1 0,-4-1-1 16,1-3-5-16,-5-7-10 0,-1 0-8 0,-2-6-9 15,-1-3-1-15,-4-3-5 0,3-6 0 0,-3-3-3 16,-1-5-3-16,0-3 2 0,-3-6-3 0,1-5-1 16,-1-4-1-16,1-2-4 0,3-7 2 0,0-1-4 15,4-1 0-15,2 1 3 0,4 1 4 0,2 1 3 16,4 3 1-16,2 0 5 0,2 6 0 0,2 0 0 15,2 7-1-15,1 0-3 0,0 5 1 0,3 4 0 16,-3 2-2-16,4 4 0 0,0 0-1 0,0 7 1 16,0 2 1-16,0 2 0 0,-1 4 1 0,0 3 2 15,0 3 3-15,-4 2 1 0,1 4 6 0,-2 2 5 16,-2 4 9-16,-3 3 4 0,-2 2 3 0,-2 7 0 16,-2 1-5-16,-2 4-7 0,-3 2-9 0,-2 3-4 15,-2 4-4-15,0 2-1 0,-2 0-1 0,-1 2 2 16,0-2-1-16,1 1 0 0,-1-2-2 0,4-3-2 15,2-5-2-15,2-5-5 0,0-5-17 0,3-6-46 16,3-3-58-16,1-8-61 0,1-4-108 0,4-7-140 16,0-5-151-16,1-5-147 0,2-4-217 15,5-3-201-15,-1-1 29 0,1-4 264 0,2-1 347 16</inkml:trace>
  <inkml:trace contextRef="#ctx0" brushRef="#br0" timeOffset="26804.14">1993 8118 218 0,'5'-18'499'0,"0"3"319"0,-2 2 200 0,-1 0-128 15,-4 3-148-15,0 4-114 0,-1 1-87 0,0 5-97 16,0 2-104-16,-4 2-79 0,1 3-61 0,0 5-53 16,1 5-54-16,-1 2-38 0,1 3-23 0,-1 4-12 15,3 2-6-15,3 4-5 0,0 4-1 0,1-1 0 16,4 5 1-16,-2-2-1 0,3 0-2 16,1-2-1-16,1-3-3 0,4-5-2 0,-2-6-4 15,1-2-2-15,3-6-3 0,-1-5 0 0,1-5-15 16,0-4-51-16,0-6-56 0,-1-4-67 0,-3-5-124 15,0-5-170-15,-1-2-225 0,-1-5-244 0,1-1-217 16,-3-1-77-16,-1-2 291 0,0 2 435 16</inkml:trace>
  <inkml:trace contextRef="#ctx0" brushRef="#br0" timeOffset="26996.18">2145 7997 350 0,'0'0'757'0,"0"4"274"0,0 2 75 0,0 1-265 16,0 4-264-16,0 2-195 0,1 2-117 15,1 1-58-15,1 3-61 0,2-3-46 0,0 4-37 16,3-2-28-16,-1 3-14 0,3-3-12 0,0 1-3 16,1-1-8-16,-2-1-3 0,2-1 4 0,2-1 0 15,-2-3 1-15,0 1-17 0,2-5-45 16,-4-2-101-16,2-1-139 0,-3-3-161 0,-3-1-260 16,1-2-275-16,-1-4-155 0,-3-1 129 0,1-1 367 15</inkml:trace>
  <inkml:trace contextRef="#ctx0" brushRef="#br0" timeOffset="27388.18">2318 8183 159 0,'1'-9'361'0,"-1"1"201"16,0 2 83-16,0 1-70 0,0 1-62 0,2 2-17 16,1 4-13-16,3 1-44 0,0 3-46 15,-1 2-57-15,2 2-64 0,-1 3-80 0,3 2-65 16,-1 1-43-16,2 3-22 0,2-2-14 0,-2 3-13 16,1-1-10-16,3 0-7 0,-3-3-4 0,0-1-8 15,0 0-6-15,-1-3 1 0,2 1 0 16,-4-3 3-16,0-1-2 0,-1-3-1 0,-1 0 2 15,-3-3 4-15,2 0 39 0,-2-3 64 0,0-2 37 16,-1-2 19-16,-1-4 5 0,-1-3-6 0,-1-3-27 16,-1-3-45-16,-1-2-28 0,-2-2-14 0,0-3-11 15,-2-2-6-15,0-2-8 0,-1-3-7 0,0-2-6 16,-1 1-5-16,1-4 4 0,3 3 3 16,-1-1 8-16,1 3 6 0,2 5 6 0,0 3 3 15,0 5-4-15,3 3-5 0,-2 1-9 0,2 6-5 16,2-2-6-16,-1 4-5 0,4 0-1 0,1 0 0 15,1 1-1-15,1 3 0 0,0-3-1 0,6 1 1 16,-1 0 1-16,2-4-1 0,0 2 0 16,2-1 0-16,-1-4-2 0,1 3 0 0,3-2-1 15,-2-1-1-15,-1 3 0 0,1-3-2 0,1 2-2 16,-3 2-1-16,1 1-13 0,-1 1-47 0,-2 1-72 16,-1 2-123-16,1 0-200 0,-3 2-303 15,1 0-338-15,-4 3-311 0,0-2-124 0,-1 3 415 16,2-2 641-16</inkml:trace>
  <inkml:trace contextRef="#ctx0" brushRef="#br2" timeOffset="34342.37">9124 5904 79 0,'5'3'298'0,"-1"1"139"0,-2-1 112 0,1 0-112 16,-1 2-135-16,-1-1-57 0,-1 1-12 16,2-1 18-16,-2 2 17 0,0 1 5 0,2 1-11 15,-1 1-14-15,-1 2-20 0,3 1-25 0,-1 1-19 16,0 2-2-16,-1 3-9 0,2-1-17 16,1 2-16-16,0 2-13 0,1 2-13 0,-2-1-28 15,3 2-19-15,-1 0-8 0,0 2 1 0,3-1 12 16,-2 1 12-16,2 1-1 0,0 0 1 15,1 1-11-15,-1-1-17 0,0 1 27 0,0 2 22 16,1-2 16-16,-2 0-5 0,-1-2 1 16,2 0-4-16,-2 2-42 0,-1 0-33 0,0-1-18 15,-2 1-9-15,2 0-3 0,-2 0-2 16,0-1-1-16,-1-1 3 0,2-3-1 0,-1 1-2 16,1-2-3-16,-1-5-2 0,0 2 0 0,0-4-2 15,-1-2-2-15,1-1 4 0,-1-3 2 0,-1 0 2 16,1-1-3-16,2-1-1 0,-2-5 1 15,0 4-3-15,-1-4 1 0,1 1-2 0,-1 1 4 16,-1-2-1-16,2 0-1 0,0 0 2 16,1 0-2-16,-2-1 1 0,3 0-2 0,-1 1 4 15,2-2-3-15,1 0 2 0,-2 0 0 0,1 0-2 16,0 0 4-16,2-2-3 0,0 2 4 16,-1-1-4-16,1 1 0 0,-1-1 2 0,1-1 0 15,0 2-2-15,-2-2 0 0,3 2 0 16,-3 0 1-16,1-1 0 0,3 1-1 0,-4-1 0 15,2 1-2-15,-1 0 1 0,2 0 3 0,-2 0-3 16,1 0 1-16,-1 1 1 0,2 0 0 16,1-1-3-16,-1 2 1 0,2 0 0 0,1-1-2 15,0 2 1-15,0-2 1 0,3 2 2 16,-1 0-2-16,2 1 1 0,0-2 3 0,2 3-3 16,2-2-1-16,0-1-1 0,0 3 3 0,2-2-2 15,1 2-2-15,1-2 3 0,1-1 3 0,0 3 0 16,3-3-2-16,0 4 1 0,1-4 2 15,4 1 1-15,1 3-2 0,0-4-2 0,4 2-1 16,0 0 0-16,1-3 0 0,2 2-3 16,0 0 2-16,2 1 1 0,1 0 3 0,1-1-4 15,0-2-4-15,1 2 3 0,2 0 2 0,0 0 2 16,-1 0-2-16,3 0 3 0,1 2 2 16,2-1-1-16,1 1-2 0,3 0-3 0,1-2 2 15,0 2 1-15,1 0-1 0,-1 0 0 0,3-1-2 16,0-1-2-16,0 0 3 0,3 2-2 15,-1-3 2-15,3 3-1 0,1-1 3 0,1 1 2 16,5-3-3-16,-2 2 1 0,3-1-4 16,-1 0 2-16,1-1-4 0,0 0 3 0,1 1 4 15,-1-3 0-15,0 0 1 0,4 0-2 0,-1 0 3 16,2-3-2-16,-1 0-1 0,2 0-3 16,-3 0-1-16,0-2 2 0,-2 1 0 0,0 1 2 15,-1-1-3-15,-3-1 1 0,2 3 0 0,-2-2-1 16,-2 1 1-16,0 0 0 0,-2 0 0 15,-1 1-2-15,-5-2 2 0,-1 2-1 0,-7-2 1 16,0 2 0-16,-4-2-2 0,-4 3 3 0,-4-3 0 16,-6 2-1-16,-2 0-4 0,-3 2 0 15,-6 0 6-15,-4 0 0 0,-5-3 3 0,-2 3 27 16,-3 0 28-16,-3-2 13 0,-3 2 5 0,-3 0-1 16,0 0 0-16,-1 2-18 0,-2-2-19 15,-2 0-12-15,0 3-8 0,-1-3-4 0,1 0-3 16,0 0-7-16,1 0-3 0,-3 2-2 0,4-2-2 15,-3 0-2-15,4 0-1 0,-1 0-8 16,0 0-18-16,1 0-39 0,-1 0-72 0,3-2-80 16,-3 2-146-16,0-6-194 0,1 2-311 15,-1-3-300-15,1 0-193 0,1-2-24 0,-2-1 460 16,1-1 510-16</inkml:trace>
  <inkml:trace contextRef="#ctx0" brushRef="#br2" timeOffset="34746.17">13871 6856 300 0,'-2'-2'644'0,"1"1"294"0,-3 0 154 0,1 1-238 15,0-2-239-15,1 0-178 0,-1 2-106 16,3 0-86-16,-2 0-84 0,2 0-61 0,2 0-42 16,0 0-23-16,1 0-17 0,3 2-7 15,1 0-4-15,3-2 52 0,0 1 37 0,3 0 16 16,3 4 13-16,-2-3 3 0,2 0-3 0,2 2-17 15,-2-2-16-15,2 1-10 0,-1 1-7 0,2 0-4 16,-3 2 6-16,3 0-18 0,-3 2-14 16,1 2-5-16,0-1-6 0,-2 3 3 0,-1 0-4 15,-3 2 0-15,-1 1 6 0,0-2 4 16,-5 2 7-16,0 2 1 0,-2-2 1 0,-1 2 0 16,-4 0 0-16,-1 1-3 0,-2 1-3 0,-4-2-6 15,1 3-5-15,-3-1-8 0,-3 2-6 0,1-2-2 16,-3-1-4-16,2 1-2 0,-2-1-3 15,3-2-2-15,-1-1-2 0,0 0-3 16,1-4 0-16,2 0-3 0,0-1 0 0,3-1 0 16,3-3-2-16,-1-2-2 0,0-1-8 0,4 0-17 15,-1 0-26-15,2-3-54 0,-1 0-78 0,4-2-136 16,-1 0-210-16,4-1-300 0,1 0-348 16,2-2-296-16,-2-1-94 0,4 2 468 0,0-1 645 15</inkml:trace>
  <inkml:trace contextRef="#ctx0" brushRef="#br2" timeOffset="35964.41">15371 6489 266 0,'3'4'605'15,"-3"2"232"-15,3 2 87 0,-1 4-135 0,6 4-258 16,-4 3-123-16,1 7-59 0,0 3-27 16,2 5-10-16,-4 4-43 0,3 3-52 0,-3 2-44 15,-2 2-30-15,1 4-21 0,-2-2-34 0,-2 4-26 16,1-2-29-16,-1 1-15 0,1-2-11 15,-1-3-10-15,-1-2-1 0,0-6-3 0,2-2-9 16,1-7-29-16,-2-2-34 0,-1-6-54 16,-1-5-130-16,1-5-168 0,-2-4-292 0,1-6-256 15,-4-6-229-15,2-6-53 0,-1-7 381 0,2-7 457 16</inkml:trace>
  <inkml:trace contextRef="#ctx0" brushRef="#br2" timeOffset="36165.25">15368 6220 543 0,'-2'-23'1054'0,"-3"4"208"0,1 4-93 0,-4 2-254 15,5 4-408-15,-2 2-185 0,2 1-87 0,0 2-45 16,-1 4-33-16,3 2-32 0,-1 2-47 0,2 2-37 16,2 3-20-16,1 3-11 0,0 0-7 0,2 3-15 15,3 0-51-15,0 0-49 0,1 3-121 16,-1 0-161-16,0 1-299 0,5 1-299 0,-4 1-239 15,5 3-117-15,-3-1 338 0,4 1 515 16</inkml:trace>
  <inkml:trace contextRef="#ctx0" brushRef="#br2" timeOffset="36531.07">15833 6559 84 0,'1'-12'655'0,"-4"0"467"16,-2 0 144-16,-3 0-55 0,-1 0-307 0,-1 2-316 15,-1-1-175-15,-3 4-91 0,1-1-61 16,-4 5-71-16,3 3-79 0,-2 5-47 0,0 3-29 16,2 5-17-16,0 6-10 0,1 4-5 15,2 2-1-15,3 4-2 0,3 0 0 0,1 3-1 16,2-3-1-16,7-1 2 0,-1-2-1 0,4-4 0 16,2-4 0-16,1-3 0 0,2-4 1 0,2-6-2 15,0-5 4-15,2-4 2 0,-1-8-1 16,4-3-1-16,-2-6 0 0,2-5-1 15,-1 1-1-15,-3 0-2 0,3-1 2 0,-4 4 0 16,-3 4 0-16,-2 3-2 0,-4 3 2 0,0 5 0 16,0 4-1-16,-2 4 2 0,-1 4-1 0,-2 7 0 15,-1 2 3-15,-1 7-2 0,-1 3-1 16,1 3 0-16,-3 1 0 0,2 4 0 0,2-3 0 16,0-2-4-16,2 1-20 0,2-1-70 15,0-5-67-15,1-1-129 0,0-5-182 0,0-6-318 16,1-3-321-16,0-3-220 0,1-8-98 0,1-3 397 15,-2-5 552-15</inkml:trace>
  <inkml:trace contextRef="#ctx0" brushRef="#br2" timeOffset="36896.21">16141 6313 105 0,'5'-25'623'0,"-4"1"451"0,-1 4 171 0,0 4-78 15,-1 4-282-15,-1 3-274 0,-1 1-188 16,1 6-106-16,-1-1-72 0,-2 6-77 15,2 4-75-15,-2 3-44 0,1 4-24 0,2 5-15 16,-1 3-6-16,0 7 1 0,3 1-2 0,0 6 2 16,0 3 10-16,0 2 3 0,3 1 2 0,0 0-1 15,1-2 0-15,2-2-4 0,2-3-9 16,1-6-5-16,4-3-2 0,-2-6 0 0,0-6-2 16,5-3 0-16,-2-5-1 0,0-5-1 15,1-5 5-15,-2-4-3 0,0-4 0 0,1-3 1 16,-4-3 2-16,-2 0 2 0,0 0-1 0,-2 2 1 15,-3 0 3-15,-1 3 1 0,-4 1-1 16,1 3 2-16,-3 4-1 0,-2 1 0 0,-2 4-1 16,2 2-1-16,-1 4-3 0,-2 3-3 15,3 3 0-15,0 2 1 0,1 5-4 0,1 2 0 16,1 0 1-16,3 1 0 0,3 4 0 0,1-2-14 16,1-1-46-16,3 2-62 0,-2-1-82 0,5-2-148 15,0 0-214-15,3 0-316 0,0-3-264 16,4-1-196-16,-2-2 47 0,4-2 484 0</inkml:trace>
  <inkml:trace contextRef="#ctx0" brushRef="#br2" timeOffset="38092.37">16979 6398 140 0,'-3'-4'445'16,"-2"1"267"-16,-1 0 227 0,1 0-59 0,-3 2-176 16,4-1-157-16,-3 1-103 0,1 1-88 15,-1 0-89-15,1 0-90 0,3 1-70 0,-2 2-42 16,2 0-26-16,1 1-15 0,1 2-9 16,-1 5-5-16,2-1-4 0,0 5-4 0,3 1 5 15,-1 1-5-15,1 7-2 0,0-2 13 0,2 5 43 16,1 0 39-16,1 1 31 0,-3 4 17 15,1-2 3-15,0 1-14 0,3-1-37 0,-4 0-32 16,1 0-29-16,0-3-15 0,0-1-5 0,-2-4-6 16,0-1 3-16,-1-3 15 0,1-1 10 15,-3-5 8-15,0-2 1 0,0-3 2 0,-5-1-2 16,2-1-13-16,-2-3-14 0,0-2-10 16,-1-2-5-16,1-3-6 0,-1-3-4 0,2 0-5 15,-1-4-23-15,1-3-50 0,3-1-51 0,1-1-42 16,1-1-52-16,1-1-78 0,5-1-79 15,-3-3-54-15,4 2-48 0,0 1-72 0,2-3-81 16,2 2-71-16,-1 2-34 0,0-2 34 0,3 2 109 16,-2 0 177-16,0 3 208 0,-1 1 156 15,2 1 127-15,-1 2 119 0,-2 3 127 0,1 0 109 16,0 1 30-16,-3 4-13 0,0 0 13 16,0 2 49-16,-2 1 59 0,0 2-5 0,-1 2-54 15,0 3-68-15,1 3-70 0,-3 2-56 0,0 2-43 16,1 2-29-16,-1 5-19 0,-2-1-22 15,-1 4-28-15,0 1-38 0,0 1-41 0,-1 1-29 16,1-1-17-16,-2 1-12 0,2-4-10 16,2 1-6-16,-1-4-4 0,1-1-4 0,1-5-4 15,2-3 1-15,0-3-2 0,1-4-1 0,0-3-1 16,2-3 0-16,0-6 1 0,1-3-3 16,1-3 2-16,1-4 3 0,0-2 1 0,0-4 1 15,-1 3 0-15,-1 0 3 0,-1 2 0 0,0-1-3 16,-3 4 2-16,1 3 3 0,-3 2 3 15,0 1-2-15,-1 4 0 0,-2 1 0 0,3 4-1 16,-3-1-4-16,0 6-1 0,0-1-2 0,0 4 0 16,2 1 0-16,-1 3-3 0,-1 1 3 15,2 1-2-15,-2 2 0 0,3-1 2 0,-1 2 2 16,0-1 0-16,1-2-1 0,3-1 3 0,-2 0 1 16,1-4-3-16,3 0-3 0,0-1-1 15,1-5 2-15,0-1-2 0,0-2-4 0,2-5 3 16,-1 0 3-16,1-3-1 0,0 0-1 0,-2 0 4 15,1-1 0-15,-1 3-1 0,-3-2-3 16,1 3 1-16,-2 2 2 0,-1 2 0 0,-2 2 1 16,1 2 1-16,0 2 4 0,-1 2 1 15,-2 6-2-15,0 1-1 0,0 2 0 0,-2 4 0 16,-2 2-1-16,0 3 0 0,1 2 4 16,-2 2-2-16,1 4 2 0,-4 5-1 0,-2 2 0 15,2 7 1-15,-3 3-5 0,-3 3-1 0,1 6-1 16,-1 3 1-16,-2 4-1 0,2 2 3 0,0 2 0 15,3-1 0-15,-2 1 2 0,5-4-4 16,3-4 0-16,2-6-8 0,3-6-35 0,3-9-69 16,2-10-87-16,2-9-162 0,1-12-264 15,4-9-319-15,-1-11-302 0,5-10-170 0,-2-10 142 16,3-9 583-16</inkml:trace>
  <inkml:trace contextRef="#ctx0" brushRef="#br2" timeOffset="38528.11">17572 6265 241 0,'4'-21'526'0,"0"2"279"0,1 1 161 0,-4 3-168 16,2 4-168-16,1 1-130 0,-3 4-86 15,2 1-18-15,3 5-16 0,-3 6-44 0,2 3-40 16,-1 6-39-16,-3 8-29 0,1 4-58 16,-1 7-53-16,3 7-29 0,-4 7-14 0,0 3-10 15,1 6-13-15,-1 4-14 0,3 2-9 0,2-1-8 16,-1-1-6-16,5-4-8 0,-1-4-4 0,0-9 0 16,6-6-2-16,-3-6-4 0,4-10 0 15,-2-5 0-15,1-10 1 0,-3-5 0 0,1-8-1 16,-2-4 0-16,0-7 1 0,-2-4 1 15,0-4 2-15,-2-1 1 0,-1-3 1 0,-2-1 2 16,-1 1 1-16,-4-2-2 0,1 3 1 0,-4 1-1 16,-2 6 2-16,-2 0-1 0,1 5 0 0,-2 4-1 15,-2 2-2-15,-1 7-1 0,2 4-1 16,-3 6-2-16,1 6-1 0,1 4-2 0,1 5-2 16,1 1-13-16,1 5-35 0,2 0-74 15,3 2-86-15,0-2-156 0,1 1-246 0,3 2-320 16,2-3-315-16,3 1-186 0,-1-4 84 0,4-1 570 15</inkml:trace>
  <inkml:trace contextRef="#ctx0" brushRef="#br2" timeOffset="39196.89">17985 6023 79 0,'-4'-1'296'0,"4"0"158"0,-1 1 158 15,-1 0-92-15,0 0-97 0,2 1-39 0,-1 0 3 16,-1 3 14-16,2-3-5 0,0 5-18 16,-1-1-36-16,1 0-51 0,-3 4-52 0,3 1-42 15,-2 0-17-15,2 1 6 0,2 1 15 0,-2 1 8 16,3 0-2-16,-3 0-15 0,0 2-28 15,1 1-30-15,-1 2-30 0,2-1-19 0,-1 2-13 16,-1 3-10-16,0 4-1 0,2 3-8 0,-2 2-7 16,0 5-5-16,0 2-3 0,0 1-3 15,0 1-8-15,0 4-7 0,0-2-2 0,2-2-8 16,-1-3-6-16,3-2-2 0,-1-5-2 16,3-3-2-16,3-7-1 0,1-4 0 0,1-4 2 15,2-8 0-15,-1-4 2 0,6-4 0 0,-4-5 1 16,3-6-1-16,-1-4-1 0,3-5 0 15,0-2 0-15,-1-2 0 0,-1-1-1 0,-3 1 2 16,1 0 0-16,-3 3-1 0,-2 3 2 16,-4 4 0-16,0 2 0 0,-3 3 1 0,-3 2-1 15,0 4-1-15,0 4 0 0,-5 3-1 0,-1 4 0 16,2 6 1-16,-4 5-1 0,0 3 0 0,-2 4-2 16,1 5 1-16,-1 2-1 0,1 0-1 15,4 5 1-15,0-3-3 0,1 0 1 0,4 0-1 16,0-3-7-16,1-1-13 0,2-1-33 15,2-5-68-15,3-4-67 0,0-2-96 0,0-7-141 16,1-5-176-16,2-4-219 0,0-5-214 0,3-4-190 16,1-6 4-16,-1-2 338 0,3-1 410 0</inkml:trace>
  <inkml:trace contextRef="#ctx0" brushRef="#br2" timeOffset="39440.17">18378 6722 27 0,'11'-5'274'0,"-1"4"203"16,-1 2 226-16,-1 1 52 0,-1 5-71 15,-1 2-82-15,2 1-90 0,-4 2-75 0,3 2-89 16,-2 1-91-16,-1 3-81 0,1-2-65 0,1 2-43 15,1-2-28-15,-1 2-15 0,1-2-11 16,0-3-3-16,-1-1-3 0,1-2-3 0,-1 1-5 16,1-7 0-16,0 0 1 0,-2-3 0 15,1-3-3-15,-1-3-1 0,0-4 0 0,0-2 0 16,-1-2-1-16,-1-2 2 0,-3-4 7 0,0 0 2 16,0-5 4-16,-3-1 0 0,2-1-1 15,-5-1-2-15,3 1-3 0,-2 1-1 0,0 3-1 16,-2 6-2-16,-2 4-1 0,1 1-11 15,-3 9-31-15,0 4-52 0,0 3-85 0,0 5-111 16,0 2-141-16,3 3-261 0,3 4-223 0,0 2-119 16,5 2 103-16,0 1 295 0</inkml:trace>
  <inkml:trace contextRef="#ctx0" brushRef="#br2" timeOffset="39912.17">19173 6542 346 0,'-9'-14'663'0,"3"-3"271"0,-1 3 126 16,2 3-252-16,2 2-235 0,-3-1-153 15,3 4-98-15,0 2-77 0,1 0-82 0,1 2-61 16,-1 1-45-16,2 1-23 0,0 0-19 16,0 3-4-16,2 3-2 0,-1 1-9 0,3 4 6 15,-1 1 14-15,0 4 13 0,1 1 4 0,1 2 6 16,-2 1-1-16,1 1-4 0,-3 0-17 15,2 1-8-15,2 0-7 0,-3-2-6 0,1 3 5 16,1-4 1-16,-2 2 0 0,1-3-6 16,-1 0 3-16,1 0 2 0,-1-3-4 0,-1 0 0 15,2-1-2-15,-1-2 1 0,0-2 2 0,-1-1-1 16,-1-2 2-16,0-1 0 0,0-2 1 16,0-1-5-16,-1 0-5 0,-1 1-8 0,-1-1-19 15,0 2-30-15,-4-2-52 0,1 0-104 0,-3 0-139 16,1 1-174-16,-2-1-281 0,-1 2-237 15,3-3-100-15,0 3 206 0,-1-2 380 0</inkml:trace>
  <inkml:trace contextRef="#ctx0" brushRef="#br2" timeOffset="40088.91">19298 6813 140 0,'11'1'283'0,"-1"2"110"0,1 3 2 15,-3 0-114-15,-2 3-95 0,-2 1-58 0,0 3-34 16,-2 0-25-16,1 2-20 0,-3-1-20 0,0 0-23 16,-5 3-45-16,5-4-83 0,-3 0-154 15,-2-3-133-15,2-1-38 0,-2-3 59 0,0-1 109 16</inkml:trace>
  <inkml:trace contextRef="#ctx0" brushRef="#br2" timeOffset="40292.05">19366 6400 156 0,'0'-24'804'0,"-1"7"489"0,-3 1 77 15,0 7-163-15,-4 0-414 0,2 5-334 0,-1 2-168 16,2 4-97-16,-2 2-60 0,2 2-54 16,2 2-39-16,1 0-22 0,1 5-12 0,2 0-5 15,1 2-35-15,0 1-56 0,1 4-64 0,3 0-123 16,-5-1-170-16,4 4-299 0,0-2-281 15,0 1-225-15,1-1-72 0,3 1 355 0,3-5 486 16</inkml:trace>
  <inkml:trace contextRef="#ctx0" brushRef="#br2" timeOffset="40665.26">19589 6763 7 0,'7'4'517'15,"-2"-2"484"-15,-1-2 238 0,-4-2-36 0,0-2-251 16,-2 1-292-16,-2-1-210 0,-1-2-109 15,-1-2-64-15,-2 1-54 0,-3 0-75 0,1-3-57 16,-1 1-34-16,-1-2-19 0,-1 4-15 16,-1-2-9-16,1 2-8 0,3-1-3 0,-2 4-3 15,2 2-2-15,2 1 0 0,-1 4-1 0,4 0-1 16,2 4 0-16,2 4 3 0,1-1-1 16,1 5 0-16,2-2 1 0,5 4 0 0,0 0-2 15,0 4 2-15,6-1 1 0,-3 2 2 16,4 0 1-16,0 0-2 0,1 3 2 0,2-2-1 15,0 2-1-15,-2-2-2 0,2 0 0 0,-4-1 1 16,0 2 0-16,-3-2 2 0,1 0-1 16,-3 0 3-16,-3 1 1 0,-3 0 0 0,-3-2-2 15,-1 2 0-15,-3-3 2 0,-5 0-3 0,1-1-1 16,-1 1-1-16,-4-2 2 0,0 1-3 16,-1-1 0-16,-2 0 0 0,4-3-2 0,-2 0-5 15,4-3-34-15,0-2-71 0,1-1-71 0,1-3-143 16,7-2-213-16,-3-4-315 0,4-2-309 15,4-2-198-15,0-3-24 0,4-1 486 0</inkml:trace>
  <inkml:trace contextRef="#ctx0" brushRef="#br2" timeOffset="41038.21">20032 6609 285 0,'13'-12'542'0,"1"0"239"0,2-1 168 0,0 2-205 15,3 0-198-15,-1 2-126 0,2 2-70 0,-3-1-41 16,-1 4-68-16,1 1-55 0,-3 1-20 15,0 4 36-15,-1 2 40 0,-2 4-11 0,-5 1-14 16,-2 3-18-16,-4 4-34 0,-4 2-48 16,-2 5-43-16,-5 2-24 0,0 1-14 0,-5 2-12 15,0 2-4-15,-1 2-6 0,0-1 1 0,-1 2 1 16,2-1 0-16,2-2-1 0,3 0 0 16,5-2-5-16,-2-5-9 0,5-1-4 0,5-4-8 15,-1-2-57-15,7-3-63 0,1-4-102 16,1-5-169-16,2-1-302 0,1-3-331 0,4-3-265 15,-2-1-154-15,-1-3 270 0,3-3 598 0</inkml:trace>
  <inkml:trace contextRef="#ctx0" brushRef="#br2" timeOffset="41794.17">20476 6934 235 0,'5'2'525'0,"-2"-2"209"0,2-2 154 15,3-5-138-15,-2-3-165 0,2-1-114 0,0-3-66 16,1-6-29-16,3 0-41 0,-3-4-50 0,5-3-42 16,1-3-31-16,-1 0-27 0,-2-2-25 15,1 1-25-15,0 2-16 0,-5 2-14 0,-2 3-12 16,2 5-6-16,-7 1-1 0,2 5-8 16,-3 3-24-16,0 3-18 0,-3 2-14 0,2 4-10 15,-5 4-8-15,1 4-6 0,-2 5 0 0,3 5-1 16,-4 3 3-16,2 3-2 0,1 4 1 15,0 3 2-15,2 0 0 0,1 4 0 0,1-3 0 16,2 1 2-16,1-3 0 0,1-1-2 0,2-2-1 16,0-3-1-16,4-5-2 0,0-5-1 15,1-3 0-15,2-6 1 0,1-4 2 0,3-8 1 16,-2-3 1-16,2-3 2 0,0-6 0 16,0-3-1-16,0-3 3 0,-1-1 0 0,0 0-1 15,-3-2-1-15,-1 4 1 0,1 2 2 0,-3 2 3 16,-5 5 10-16,1 3 12 0,-2 1 7 0,-1 6 3 15,0 1-1-15,-2 5-3 0,-2 6-11 16,0 1-11-16,-1 7-8 0,0 1-3 0,0 3-2 16,0 3-3-16,1 1 0 0,-1 0 1 15,2 1 0-15,1 2-1 0,1-3 1 0,2-1 0 16,-1-1 1-16,1-4-2 0,2-1-1 0,1-3 0 16,1-5-1-16,2-2 0 0,-1-4-2 15,1-6 2-15,4-3 1 0,0-6 0 0,-1-2-1 16,1-6 2-16,0 1 1 0,1-2 0 15,-2-2-1-15,0 3 0 0,0 0 0 0,-2 2 1 16,-1 1-1-16,-1 5 1 0,-2 2 2 0,-1 0 0 16,-2 5-1-16,2 1 0 0,-3 3-1 0,-1 1 0 15,4 6-1-15,-5 0 0 0,1 3 0 16,1 4 0-16,-1 2 1 0,-1 2-1 0,4 2 0 16,-3 1-1-16,3 1 0 0,-3 2 0 15,4 0-8-15,-2 0-13 0,2 1-46 0,2-1-73 16,-2-1-91-16,2-3-167 0,1-2-273 0,2-2-324 15,0-5-301-15,3-3-165 0,1-5 162 0,-1-4 601 16</inkml:trace>
  <inkml:trace contextRef="#ctx0" brushRef="#br2" timeOffset="41945.17">21381 6756 486 0,'2'7'1001'0,"-6"3"236"15,-1 3-77-15,1 0-313 0,-3 4-379 16,1-2-240-16,1 1-113 0,1-2-60 0,0 3-28 15,3-6-15-15,1 0-35 0,1-4-102 16,3-3-165-16,-3-2-281 0,2-5-264 0,1-1-257 16,2-7-129-16,-2-2 272 0,0-3 472 0</inkml:trace>
  <inkml:trace contextRef="#ctx0" brushRef="#br2" timeOffset="42111.13">21414 6220 242 0,'0'-15'605'0,"-5"7"266"0,0 3 86 16,-1 5-227-16,0 5-278 0,-3 3-202 0,4 4-115 16,-2 2-60-16,2 3-31 0,4 2-24 15,-1 0-47-15,2 2-80 0,2 1-107 0,-1 4-141 16,3 3-274-16,-1-2-198 0,2 4-49 0,1 0 148 16,3 0 269-16</inkml:trace>
  <inkml:trace contextRef="#ctx0" brushRef="#br2" timeOffset="42366.19">21673 6730 95 0,'8'-13'418'15,"-1"-2"338"-15,-3-3 310 0,0 0-77 16,-2-1-174-16,-2 0-93 0,-2 2-108 16,0 1-121-16,-3 3-115 0,0-1-81 0,1 2-64 15,-3 3-80-15,-4 3-58 0,3 3-33 0,-1 3-24 16,-4 4-12-16,2 7-9 0,1 4-7 0,0 2-6 15,2 5-1-15,1 0-1 0,2 4-2 16,2 0-1-16,2 2-1 0,1-1 3 0,1 0-1 16,2 2-1-16,1-2-2 0,2-2-1 0,1 0-21 15,3-2-69-15,1-4-72 0,-1-2-135 16,7-3-194-16,-2-7-316 0,4-2-329 0,3-5-226 16,2-3-66-16,2-5 447 0,5-4 549 0</inkml:trace>
  <inkml:trace contextRef="#ctx0" brushRef="#br2" timeOffset="42978.13">21885 7004 49 0,'-2'-1'312'16,"2"-2"171"-16,0-5 146 0,3-2-9 15,1-3-154-15,1-5-68 0,3-2 10 0,0-4 38 16,2-3 12-16,2-1-40 0,2-5-51 0,0-2-46 15,2 1-27-15,-2 0-19 0,2 2-33 16,-3 3-24-16,-1 2-33 0,1 6-24 0,-7 3-33 16,1 5-38-16,-3 4-18 0,2 3-14 0,-3 4-6 15,-1 7-13-15,-2 3-16 0,2 4-1 16,-1 4-5-16,-1 5 2 0,0 2-4 0,2 3 0 16,-2 4 1-16,2 0-8 0,-2 0-1 0,1 1-4 15,2-2 1-15,1-2 0 0,-1-2-2 16,2-2-1-16,2-3-1 0,0-4-1 0,1-4 1 15,1-4-3-15,4-5 2 0,-2-6-1 0,3-4 2 16,0-3-2-16,0-7 0 0,2 0 1 16,0-4 0-16,-2-2 2 0,0-2 0 0,1 1 1 15,-2 1-1-15,1-1 1 0,-5 3 1 16,4 4 0-16,-7 1 0 0,0 2 8 0,-1 6 3 16,-2-1 3-16,2 4 1 0,-2-1 3 0,-1 5-2 15,-1 1-6-15,-1 1-3 0,2 4-3 0,-2 2-4 16,1 3-3-16,-1 2 0 0,0 3-3 15,2 4 0-15,0-1-1 0,2-1-1 16,0 2 0-16,2 0-10 0,2-1-16 0,0-3-46 16,0 0-68-16,1-5-65 0,4-1-107 0,-2-2-151 15,3-4-179-15,-1-5-197 0,2 0-212 0,0-4-179 16,0-3 80-16,1-1 371 0,2-2 377 16</inkml:trace>
  <inkml:trace contextRef="#ctx0" brushRef="#br2" timeOffset="43104.17">22605 6781 65 0,'12'-8'363'0,"-3"2"359"16,0 5 342-16,-5 0-46 0,0 3-217 0,-3 4-199 15,-2 5-174-15,-1 2-157 0,0 1-123 0,-1 4-69 16,0 1-37-16,0 1-17 0,1 1-12 16,0-1-5-16,2-2-16 0,2-2-69 0,0-2-129 15,-1-4-147-15,3-2-228 0,-3-5-286 16,2-3-235-16,1-4-24 0,-1-7 310 0,3-3 380 16</inkml:trace>
  <inkml:trace contextRef="#ctx0" brushRef="#br2" timeOffset="43268.28">22644 6568 55 0,'-1'-46'433'0,"-3"-1"364"0,1 6 276 16,0 1-29-16,0 7-265 0,-1 6-199 0,1 2-137 16,2 5-110-16,-4 7-92 0,4 2-67 0,-1 5-47 15,2 6-41-15,2 2-48 0,4 4-23 0,-2 5-7 16,3 3-4-16,1 3-27 0,3 5-29 16,0 2-37-16,0 5-96 0,2-2-139 15,1 4-175-15,2 0-271 0,1 3-252 0,5-1-181 16,2-1 124-16,0-4 395 0</inkml:trace>
  <inkml:trace contextRef="#ctx0" brushRef="#br2" timeOffset="43602.14">23218 6616 415 0,'2'-6'1153'0,"-6"2"427"0,-2 1-120 0,-8 1-346 16,-2 2-405-16,-5 3-242 0,-4 2-163 0,0 2-93 15,-2 2-51-15,2 2-36 0,-2 6-25 16,3-3-24-16,4 3-19 0,4 1-16 0,2 2-15 15,6 0-11-15,1 1-8 0,7 2-3 16,0 1-3-16,3-3 0 0,6 0-1 0,0-5 0 16,3-2-1-16,6-4-1 0,-2-4-2 0,4-4-2 15,-1-5-1-15,3-5-2 0,-1-3 0 0,0-4 0 16,1-1 1-16,0-2 3 0,-5-1 2 16,4 0 2-16,-3 1 1 0,0 4 2 0,-2 0-1 15,-5 5 1-15,1 3 0 0,-4 5 0 16,0 4-1-16,-1 3 1 0,-2 6 0 0,2 4-1 15,-4 4 1-15,2 4 0 0,0 1-1 0,0 1-1 16,1 4-1-16,2 0-8 0,-2-2-14 0,4 2-22 16,1-3-43-16,-2 2-82 0,3-4-123 15,1-1-194-15,-1-3-297 0,3-2-351 16,-2-3-339-16,4-3-127 0,-4 1 387 0,2-1 676 16</inkml:trace>
  <inkml:trace contextRef="#ctx0" brushRef="#br1" timeOffset="53293.18">7338 10281 93 0,'1'3'352'0,"-1"0"177"0,2 4 138 16,-1 2-28-16,4 5-125 0,1 1-25 0,1 6 1 16,1 2-9-16,2 7-30 0,0 2-67 15,1 4-51-15,0 5-38 0,0 1-29 0,0 2-29 16,0 4-23-16,-1 2-27 0,-2-3-33 0,-2 2-45 15,3 0-34-15,-4-3-19 0,-2-5-15 16,2-4-5-16,-3-6-12 0,1-2-8 0,0-7-8 16,-3-4 4-16,3-3 9 0,-3-4 11 0,0-4 11 15,-3-2 6-15,0-4 0 0,-2-4-4 16,0-4-8-16,-1-7-14 0,-5-5-11 0,3-5-6 16,-1-7-5-16,-1-4-2 0,-1-6-1 15,0-3-2-15,1-9 2 0,0-5 0 0,0-4 1 16,2-3 0-16,0-2 1 0,5 1 0 0,0 1 0 15,3 6-2-15,3 6 1 0,0 5-2 0,3 6 0 16,1 10 1-16,1 4 0 0,3 5-2 16,1 5 2-16,3 3 1 0,0 6 1 0,3 3 1 15,4 6 0-15,-2 2 1 0,1 4 1 16,1 3 1-16,-1 3-1 0,-4 1 0 0,2 4 0 16,-2 3 1-16,-4 0 1 0,-3 3 2 0,-1 1 3 15,-3 4 5-15,-2 2 4 0,-3-1 2 16,-4 2 2-16,-2 1-2 0,-4-1 0 0,-1-2-6 15,-2-2-3-15,-2-4-3 0,-1 0-4 16,0-6 0-16,0-2-2 0,-2-2-1 0,2-2-1 16,0-3-1-16,2-2 0 0,-1-1-1 0,4-3-1 15,1 0-1-15,0 1 0 0,2-3-2 16,1 1 0-16,1-1-1 0,0 0 0 0,2 0-4 16,0 0-10-16,3 0-9 0,0 0-17 15,0 0-43-15,3 0-70 0,2 1-72 0,-2-1-128 16,5 1-182-16,-2 2-308 0,5-3-279 0,-1 0-202 15,1 2-55-15,5-4 418 0,0 2 517 0</inkml:trace>
  <inkml:trace contextRef="#ctx0" brushRef="#br1" timeOffset="53689.96">7945 10251 405 0,'-7'-11'1087'15,"-2"3"303"-15,-1 4-52 0,-1 2-196 0,-1 2-493 16,-1 5-242-16,2 2-136 0,-2 6-66 0,0 2-64 16,3 4-56-16,0 3-39 0,4 5-22 0,1 4-14 15,3 0-5-15,2 1-3 0,3-1-3 16,1-1 1-16,2-1-1 0,2-5 2 0,1-4-2 16,2-4 0-16,-1-3-2 0,2-5-1 15,0-6 0-15,-3-3-3 0,2-6-5 0,0-5-24 16,-3-7-38-16,3-5-40 0,-3-2-29 0,0-5-23 15,1-4-12-15,-1 1 16 0,0-3 43 16,-3 1 47-16,0 3 30 0,-1 3 21 0,-2 3 9 16,0 2 24-16,-1 4 49 0,-1 5 66 15,0 3 32-15,0 1 8 0,0 6-5 0,-1 1-15 16,-1 5-41-16,2 4-48 0,-2 3-32 0,2 5-13 16,2 3-5-16,-2 3-7 0,3 5-1 15,0-2-1-15,1 7 1 0,0-1 0 0,3 1 1 16,-1 0 0-16,3-2-1 0,-1 0-2 15,2-3-51-15,1-4-70 0,-3-4-122 0,2-3-182 16,0-4-298-16,0-4-340 0,0-4-279 0,0-4-114 16,0-5 370-16,0-4 587 0</inkml:trace>
  <inkml:trace contextRef="#ctx0" brushRef="#br1" timeOffset="54024.05">8258 10193 455 0,'3'6'851'0,"-1"1"230"0,-1 6 28 15,2 2-288-15,2 6-306 0,-1 2-189 16,0 0-98-16,0 2-49 0,3 3-54 0,1-2-47 16,1-2-34-16,-1-2-22 0,2-2-10 15,0-4-8-15,0-2-5 0,-2-3 5 0,1-5 3 16,-2-5 2-16,-1-2 2 0,-1-5 12 0,-2-5 36 16,0-3 44-16,-1-4 37 0,2-2 22 15,-2-3 10-15,-2-4-6 0,0-2-25 0,-2 1-32 16,-2-4-34-16,2-2-20 0,-1 1-16 15,2-1-7-15,-3 1-2 0,1 2-6 0,2 4-1 16,-1 3 0-16,0 2-2 0,1 4-2 0,-1 2-11 16,2 4-4-16,2 2-4 0,-1 3-3 15,1-1 1-15,3 4-2 0,0 2 3 0,1 1 0 16,3 2 3-16,-1 5-1 0,0 0-4 16,3 5-6-16,-1-1-29 0,-1 4-70 0,2 2-80 15,-1 2-157-15,-1 3-274 0,1 1-314 0,2 3-332 16,0 2-202-16,1 1 86 0,0 4 620 15</inkml:trace>
  <inkml:trace contextRef="#ctx0" brushRef="#br1" timeOffset="54185.12">8735 10542 466 0,'0'1'1438'0,"-3"2"279"16,-2 0-294-16,-3-1-327 0,2-2-458 0,-1 0-326 15,-2-2-146-15,3 2-69 0,1-5-36 0,2-1-29 16,3 0-21-16,0-1-25 0,3-2-69 15,0 0-76-15,2 1-150 0,4 0-234 0,-1 1-317 16,2-1-363-16,4 3-262 0,0-1-31 16,2 0 581-16</inkml:trace>
  <inkml:trace contextRef="#ctx0" brushRef="#br1" timeOffset="54588.18">9758 9557 27 0,'8'-7'411'0,"0"7"373"0,3 6 331 16,-2 7 65-16,4 7-266 0,0 7-193 16,-2 6-140-16,4 6-125 0,-3 5-105 0,-1 5-68 15,3 2-81-15,-4 4-61 0,0 7-41 0,0 4-24 16,0 6-19-16,0 3-17 0,-2 5-18 15,0-1-8-15,0-1-7 0,2-3-4 0,-1-7-4 16,1-5-19-16,1-9-50 0,-2-10-74 16,-1-6-107-16,-3-10-167 0,0-6-294 0,-1-10-326 15,-2-8-288-15,-1-8-161 0,-1-12 240 0,2-6 603 16</inkml:trace>
  <inkml:trace contextRef="#ctx0" brushRef="#br1" timeOffset="54790.14">10212 9721 8 0,'12'-25'570'16,"-3"10"525"-16,-3 6 224 0,1 7 12 0,-3 7-287 16,-3 7-391-16,1 6-214 0,0 6-113 15,-2 4-72-15,-2 3-87 0,2 6-56 0,0 1-39 16,0 5-24-16,0 5-14 0,2 4-7 16,-2 5-9-16,1 6-10 0,1 0-6 0,-1-1-5 0,1 2-20 15,0-5-56-15,-1-2-75 0,-4-6-109 16,1-3-169-16,-2-4-272 0,-3-6-329 15,-4-3-282-15,0-6-150 0,-2-4 236 0,-4-4 570 16</inkml:trace>
  <inkml:trace contextRef="#ctx0" brushRef="#br1" timeOffset="55014.2">9711 10251 547 0,'7'-17'1081'0,"0"1"210"15,-1 1-116-15,5 1-258 0,0-1-371 16,5 0-183-16,1 0-89 0,4-1-51 0,1-3-28 16,5 0-33-16,3 0-73 0,2-3-41 15,3-1-19-15,1 0-13 0,3 1-5 0,-2 0-6 16,-1 3-3-16,-3 3 0 0,-1 2-11 16,-4 3-63-16,-4 5-70 0,-5 0-153 0,-1 8-256 15,-7 2-304-15,-2 3-344 0,-6 3-222 0,-3 4 23 16,-5 2 591-16</inkml:trace>
  <inkml:trace contextRef="#ctx0" brushRef="#br1" timeOffset="55208.15">9903 10476 457 0,'-4'30'1198'0,"1"-6"272"0,4-5-174 0,5-2-252 16,2-7-476-16,5-2-258 0,6-5-98 15,3-5-44-15,2-7-13 0,6-5-13 0,5-6-32 16,2-7-24-16,0-5-25 0,1-5-19 15,2-2-19-15,0-2-12 0,0-1-8 0,0 0-7 16,-1 3-29-16,-3 2-81 0,1 2-99 0,-4 4-172 16,0 3-290-16,-3 3-336 0,-3 4-361 0,0 5-153 15,-6 3 239-15,-1 5 654 0</inkml:trace>
  <inkml:trace contextRef="#ctx0" brushRef="#br1" timeOffset="56092.11">10903 9741 121 0,'-2'0'361'0,"-1"-4"191"0,1 2 194 0,2-1-48 16,-1-3-55-16,1 1-47 0,0-3-56 0,1 1-54 16,1-3-65-16,1-1-54 0,2 1-41 15,1-3-49-15,4 0-26 0,-2 0-23 16,1-1-28-16,4-1-39 0,-1 1-46 0,1-3-29 16,3 0-14-16,-2 2-12 0,5-1-11 0,-2 0-11 15,1 3-7-15,1 0 3 0,-2 2-2 0,2 2-1 16,0 1-1-16,-3 3 5 0,3 2 3 15,-3 2-6-15,1 2-5 0,-2 2 1 0,0 2 0 16,-2 3-4-16,1 2 0 0,-4 2 1 16,-1 4 1-16,0 0-3 0,-2 4 1 0,-4 2 1 15,0 3-1-15,-1 3-1 0,-4 1-1 0,-1 5 1 16,-2 0-1-16,-2 3-2 0,0-2-3 16,-1 1-1-16,0 0-2 0,-1 2-2 0,1-2-2 15,0-2-2-15,0 1-1 0,-1-2-1 0,1-2-2 16,1-1-1-16,1 1-1 0,-2-5 0 15,4 0-1-15,-3 1 0 0,4-5-1 0,-2 2 1 16,3-3-1-16,-1-1 1 0,0-1-1 16,0 1 0-16,0-4 1 0,0 2-1 0,3-1 0 15,-2-3 0-15,2 1 0 0,0 0 0 0,0-2 0 16,2-1 0-16,0 0 0 0,1 1-1 16,1-4 1-16,1 1 0 0,1-2 0 0,2 0 0 15,0-1 1-15,5-2 0 0,-2-2 1 0,4-1 0 16,2-3 0-16,1 0-1 0,0-4 1 15,2-1-1-15,2-1-1 0,-1 0 1 0,0-3-1 16,-1 2 1-16,1-4 0 0,-2 5 1 0,-1-2 0 16,0 0 0-16,-2 2-1 0,-2-1 1 15,-1 3-1-15,-4-1-1 0,1 0 0 0,-1 3 0 16,-3 1 0-16,-1 1 0 0,0-4 0 16,0 5-1-16,-2-2 0 0,0 2 0 0,2 0 0 15,-2 0 0-15,-2 0-1 0,3 0 0 0,-3 0 0 16,2 0 0-16,-1 0 0 0,1 0 0 15,-1 0-2-15,1 0-5 0,0 0-6 0,-1 2-10 16,2-2-14-16,-2 3-19 0,-1-1-28 0,-1-1-64 16,0-1-78-16,-3 1-154 0,2 0-262 15,-2 2-318-15,1-3-374 0,1 2-252 0,1-2 38 16,-2-2 691-16</inkml:trace>
  <inkml:trace contextRef="#ctx0" brushRef="#br1" timeOffset="59168.2">15738 10240 39 0,'8'-3'949'0,"-3"0"761"0,-1 0-64 16,-2-2-364-16,-2 4-335 0,0 0-461 0,0-1-225 15,0 1-101-15,1 1-49 0,-1 0-29 16,0 0-28-16,2 0-24 0,-2 0-16 0,1 0-8 16,1 0-6-16,0 0-2 0,2 0-1 0,0 0-3 15,2-2-18-15,2 1-31 0,-2-1-79 16,2-1-100-16,0-1-178 0,1-2-298 0,-1-3-332 15,0-1-378-15,0 0-171 0,3 1 228 16,-4-1 701-16</inkml:trace>
  <inkml:trace contextRef="#ctx0" brushRef="#br1" timeOffset="59944">17025 9707 246 0,'0'17'848'0,"-4"3"368"16,0 5 9-16,-2 7-155 0,1 5-425 15,2 4-267-15,1 4-114 0,2 1-62 0,2 5-32 16,1 0-39-16,3-1-42 0,3-4-38 0,1-5-28 15,6-6-14-15,0-9-14 0,4-8 1 0,-1-7-2 16,5-11-6-16,-2-9 0 0,2-9 2 16,-2-5-2-16,0-11 0 0,-2-2 3 0,-3-5 7 15,-2-3 10-15,-4 0 3 0,-1-3 6 16,-4 1-2-16,-4-1 26 0,-7-1 22 0,0-2 6 16,-4 3 8-16,-2-1 5 0,-3 3 8 0,-3 3-17 15,-3 5-20-15,1 6-10 0,-3 9-12 0,-5 7-10 16,2 9-11-16,-4 9-9 0,1 8-8 15,1 9-34-15,-1 7-65 0,4 5-72 0,-2 5-148 16,4 1-246-16,5 1-312 0,3 4-306 16,4 0-210-16,1-2 17 0,1 3 553 0</inkml:trace>
  <inkml:trace contextRef="#ctx0" brushRef="#br1" timeOffset="61102.19">18419 9762 40 0,'2'3'541'0,"0"1"417"16,-1-2 174-16,1 1-66 0,3-2-346 15,2 2-352-15,4 1-167 0,2 1-77 16,6-2-36-16,1 1-18 0,6 1-11 0,-1-5-5 15,4 2-20-15,2-2-14 0,1 0-7 0,1 0-6 16,2-2-4-16,-2 2-5 0,-2-5-2 0,1 4 0 16,-2 0-2-16,-3-1-5 0,-4 2-61 15,-3 2-126-15,-6-1-186 0,-1 2-287 16,-7 0-252-16,-6 3-215 0,-1-1 42 0,-8-1 391 16</inkml:trace>
  <inkml:trace contextRef="#ctx0" brushRef="#br1" timeOffset="61374.26">18908 9531 131 0,'20'-5'460'16,"-2"4"283"-16,1 1 211 0,0 1-5 16,3 4-302-16,0 2-164 0,2 1-74 15,-3 2-86-15,2 1-79 0,1 2-62 0,1 1-43 16,-3 0-20-16,4 3-23 0,-4 1-14 0,0 1-6 15,-5 1-15-15,2 1-25 0,-3 0-18 0,-4 0-8 16,-2 2 1-16,-3 1 0 0,-4-2-1 16,-5 2 3-16,-1 0 2 0,-4-2-5 0,-2 4-7 15,-3-4-5-15,-5 3-27 0,0-4-35 16,0 0-58-16,-4-2-122 0,1-3-166 0,-1 0-300 16,1-4-252-16,2-2-225 0,2-2-42 0,2-2 373 15,6-2 449-15</inkml:trace>
  <inkml:trace contextRef="#ctx0" brushRef="#br1" timeOffset="62222.03">20223 9757 233 0,'-6'-12'613'0,"1"4"309"15,2 0 100-15,0 3-236 0,1-1-291 16,2 5-142-16,2 3-84 0,3 5-56 0,6 4-28 15,-2 5-10-15,4 5-9 0,3 4-39 16,1 4-25-16,1 2-7 0,-1 5-9 0,0 5-1 16,1 1-6-16,-6 4 24 0,4 1 14 0,-5 2-2 15,-1 0-7-15,-4 1-10 0,2-1-2 0,-3-5-31 16,-4 0-30-16,2-7-16 0,-3-4 17 16,0-3 10-16,-3-5 5 0,2-7 2 0,-3-5-2 15,0-3-1-15,-4-6-23 0,2-6-13 16,-2-6-6-16,0-7-6 0,-2-4-1 0,1-10 2 15,1-5-2-15,1-7-3 0,-2-5 1 0,4-5-1 16,2-6-3-16,3-4 0 0,2-1 2 16,4 4 0-16,3-4 0 0,3 5 0 0,2 2 3 15,3 4-2-15,2 4-1 0,0 6 2 16,0 4 0-16,0 4 1 0,0 4-3 0,0 5 0 16,-1 6 1-16,0 3-2 0,-2 4 0 0,0 7 1 15,-2 2 2-15,-1 7 4 0,-2 4-1 16,-3 5 1-16,1 4 2 0,-6 3 0 0,1 4 1 15,-3 4-2-15,-2 2 1 0,-3 4 1 0,1-1 7 16,0 4 5-16,-1-1 2 0,1 1 3 16,-1-1-1-16,1 1 1 0,1-4-11 0,2-2-8 15,4-4-4-15,-1-2-1 0,3-5-3 0,3-4-2 16,3-6 3-16,2-5 0 0,0-6-1 16,3-7-2-16,3-5 3 0,0-9 1 0,2-2-1 15,0-5 2-15,4-5 3 0,0-2 2 0,-2-3-1 16,0 1 1-16,-3-2 0 0,1 2-2 15,-6 2-3-15,-1 1 2 0,-2 2 0 0,-4 3 1 16,-2 4 1-16,-4 0 3 0,-3 5 0 0,-3 2-2 16,-2 4 0-16,-4 2-1 0,-1 1-1 15,-1 9-1-15,-5-1-1 0,3 8 1 0,-4 4 0 16,1 5-2-16,-1 2 0 0,2 6 0 16,0 3 0-16,2 1 0 0,1 3 1 0,4 4 2 15,0 1 1-15,1 4 1 0,6-1 2 0,1 3 1 16,1-1 0-16,2 4-3 0,2-3 0 15,2-1-1-15,2-3-3 0,5-4-1 0,-1-4-1 16,4-4-2-16,4-5-5 0,-4-5-21 0,5-3-57 16,-2-5-63-16,0-5-123 0,0-2-191 15,-2-5-304-15,-1-3-317 0,2 0-254 0,-5-3-118 16,4-2 382-16,-5 2 587 0</inkml:trace>
  <inkml:trace contextRef="#ctx0" brushRef="#br1" timeOffset="62721.05">21099 10024 226 0,'-1'6'843'0,"-2"-2"382"0,1-1 10 16,0-1-180-16,2-2-460 0,2-2-286 0,3-5-130 15,1 1-58-15,5-7 15 0,2-1 13 0,2-5 5 16,3-2-19-16,2-5-13 0,0-1-15 15,2-1-43-15,0-2-31 0,-5 2-20 16,2 2-7-16,-3 2-6 0,-3 3-13 0,-5 4-52 16,-2 4-57-16,-4 3-134 0,-2 4-191 0,-4 4-300 15,0 3-313-15,-3 2-226 0,-1 5-72 0,-1 0 430 16,-1 2 518-16</inkml:trace>
  <inkml:trace contextRef="#ctx0" brushRef="#br1" timeOffset="63130.11">21349 9383 171 0,'0'-26'380'15,"0"-1"151"-15,-1 3 101 0,-3-2-208 0,4 1-167 16,-1 1-78-16,-1-2-25 0,2 2 7 0,2-1 24 16,-1 1 52-16,3-1 41 0,-3 1 33 0,2 4 12 15,-1-1-3-15,1 1-19 0,2 2-41 16,-4 3-30-16,1 2 9 0,1 3 27 0,-1-1-1 15,1 3-9-15,-2 2-19 0,3 0-27 16,-3 0-44-16,1 2-44 0,0-1-27 0,-1 3-17 16,-1-2-11-16,2 3-7 0,-1 0-10 0,-1 2-9 15,0 2-2-15,3 3-5 0,-3 5 3 16,0 7-2-16,0 7-1 0,-3 6 6 0,2 6-2 16,-2 10 1-16,-1 5-3 0,3 6-2 15,-4 9-3-15,2 3-7 0,-1 7-5 0,1 2-7 16,2 1-3-16,-1 0-4 0,2-2-1 0,2-5-1 15,1-4-1-15,3-9 1 0,2-4-3 0,3-9 0 16,0-8-2-16,2-6-1 0,3-7-1 16,-3-6-1-16,0-7-1 0,0-5-5 0,0-5-14 15,-4-6-20-15,-1-2-29 0,-1-4-65 0,-4-4-76 16,-1-4-99-16,-4-1-144 0,-1-3-179 16,-2 0-254-16,-1-2-228 0,-3-2-184 0,-3 0 27 15,1-5 382-15,0-2 436 0</inkml:trace>
  <inkml:trace contextRef="#ctx0" brushRef="#br1" timeOffset="63321.96">21232 9326 385 0,'-9'-44'769'0,"1"5"299"0,0 1 72 15,2 4-303-15,3 1-251 0,3 4-113 16,3 1-79-16,3 4-67 0,2 1-67 0,1 2-48 16,4 3-43-16,0-1-60 0,4 5-46 15,0 1-25-15,2 2-14 0,4 2-7 0,-1 2-7 16,3 3-7-16,0 0-3 0,0 3-3 0,1 4 1 15,-1 1-19-15,2 4-63 0,-3 1-72 16,-1 1-148-16,-2 4-235 0,3-1-310 0,-2 4-319 16,0-1-201-16,-3 1 42 0,1 1 529 0</inkml:trace>
  <inkml:trace contextRef="#ctx0" brushRef="#br1" timeOffset="63880.11">21738 9869 18 0,'-2'0'453'0,"-1"0"369"0,3-1 208 16,0-2 19-16,2-5-299 0,3 0-255 0,1-6-168 16,4-2-56-16,2-4 17 0,3-3 18 15,2 0-25-15,0-6-34 0,4-1-22 0,1-2-34 16,1 1-52-16,-3 0-53 0,2 2-27 15,-5 2-15-15,0 5-17 0,-1 1-8 0,-5 7-4 16,-1 3 4-16,-4 4 0 0,3 3 2 0,-2 5 2 16,-2 4-1-16,0 6-2 0,-4 8-5 15,1 2-3-15,-1 6-5 0,-2 0-1 0,-1 4 0 16,2 2 0-16,-1 1-2 0,1-3-3 16,0-1 0-16,0-3-2 0,1-2 1 0,2-4-3 15,2-1 2-15,-1-5-1 0,1-5 1 0,0-1 0 16,3-6-1-16,1-5 2 0,1-5-1 0,0-3 1 15,4-5 0-15,-2-4 1 0,1-3-1 16,1 0 0-16,1 1 0 0,0 0-1 16,-3 4-1-16,1 1-1 0,-1 1-1 0,-3 5-2 15,4 2 0-15,-4 2 0 0,4 3-10 0,-5 7-27 16,-2 3-58-16,1 6-60 0,-3 2-81 0,0 4-148 16,0 2-195-16,-2 3-291 0,2 0-232 15,1-1-194-15,2 2 32 0,1-5 446 0</inkml:trace>
  <inkml:trace contextRef="#ctx0" brushRef="#br1" timeOffset="64192.19">22562 9662 692 0,'-5'-19'1514'16,"1"4"159"-16,-5 3-294 0,-2 2-371 0,-3 5-422 16,1 3-259-16,-1 4-131 0,0 3-67 15,0 4-40-15,1 2-27 0,3 3-22 0,1 1-16 16,3 2-9-16,3 1-7 0,1 1-5 0,2 1-2 15,3 0-3-15,2-1 1 0,3-1-2 16,-2-3 0-16,2 2-1 0,0-6 1 0,6-3-1 16,-1-4-1-16,3-4 0 0,-2-4 1 15,3-4 0-15,-2-2 1 0,0-2 0 0,1 1 2 16,-2-1 1-16,-1 2 0 0,0 1 0 0,-1 2-1 16,-2 5 1-16,1 2 0 0,-5 2 0 15,1 6 0-15,-3 2 0 0,0 6-3 0,0 2-1 16,-2 3-5-16,2 3-12 0,0 1-21 15,-3 4-58-15,6-2-75 0,-4 1-101 0,3-1-163 16,2-1-259-16,3-2-328 0,2-2-262 0,2-3-160 16,2-2 180-16,1-7 562 0</inkml:trace>
  <inkml:trace contextRef="#ctx0" brushRef="#br1" timeOffset="64514.21">23221 9505 173 0,'7'-9'354'0,"1"0"151"0,1 0 99 0,2 2-165 16,1 1-101-16,1-1-25 0,2 2 39 0,0 1 54 16,1-1 24-16,1 2 0 0,2 1-39 15,-3 2-42-15,1 4-23 0,-2-2-19 0,-1 6-20 16,-3 1-21-16,-3 1-24 0,1 4-24 15,-5 1-43-15,-3 6-46 0,-1 0-38 0,-3 3-26 16,-3 3-17-16,-2 3-16 0,-2 1-8 0,1 5-10 16,-4 2-6-16,4 2-2 0,-4 1-1 0,4 0-1 15,1 1-2-15,1-3-1 0,1-2-2 16,6-5-5-16,5-1-7 0,-2-7-45 16,3-4-76-16,4-3-109 0,1-6-177 0,2-3-296 15,4-8-340-15,-1 0-306 0,4-8-136 0,4-4 312 16,2-2 623-16</inkml:trace>
  <inkml:trace contextRef="#ctx0" brushRef="#br1" timeOffset="65130.15">23841 9934 185 0,'3'3'405'0,"0"-4"183"0,3-4 163 0,-1-4-121 16,3-3-90-16,0-3-30 0,5-6-18 0,-4-4-39 15,4-5-55-15,1-2-65 0,1-5-47 16,2-2-23-16,0-2-13 0,1 1-19 0,-4-1-17 16,2 1-28-16,-4 3-28 0,-1 3-34 15,-3 6-23-15,-1 4-9 0,-3 4-12 0,0 5-12 16,-4 5-13-16,0 4-13 0,-4 6-15 0,0 3-13 16,-1 7-6-16,-2 5-5 0,3 6-1 15,-6 5-2-15,4 4 0 0,0 6-1 0,-1 1 0 16,2 4 1-16,-1-1-1 0,3 2 0 15,2-1 0-15,1-2 0 0,1-2 2 0,4-4-1 16,2-3-2-16,2-6 1 0,0-4-1 0,5-7-2 16,2-4 1-16,3-7 1 0,0-5 0 0,2-6 1 15,1-4 2-15,0-7 1 0,0-3 0 16,2-4 1-16,-1-3-1 0,3-1 2 0,-4 0-1 16,0 0-1-16,0 3 0 0,-4 1-2 15,-3 7 3-15,-2 2-2 0,-1 4 0 0,-3 4 0 16,-1 4 0-16,-4 5 2 0,0 4-3 0,-2 5 2 15,0 2-1-15,0 6 1 0,-2 2-1 0,0 5-1 16,0 0 0-16,0 3-2 0,1 2-2 16,1 3-2-16,1 0 3 0,0-1-1 0,4 0 0 15,-3-2-5-15,6 3-13 0,-2-5-42 16,1 0-78-16,-1-3-73 0,5-7-137 0,-4-1-184 16,4-6-286-16,-4-5-286 0,3-8-188 0,0-5-65 15,1-6 372-15,1-4 498 0</inkml:trace>
  <inkml:trace contextRef="#ctx0" brushRef="#br1" timeOffset="65310.06">24635 9729 142 0,'8'-51'424'0,"-4"-3"307"16,4-3 295-16,-3 2-99 0,0 1-136 16,-1 5-48-16,1 4-83 0,-1 6-114 0,-1 7-127 15,-3 2-90-15,1 8-81 0,-2 6-89 0,-1 4-63 16,1 4-39-16,-4 7-24 0,1 5-16 16,-2 7-8-16,1 3-7 0,-1 8-2 15,0 3-2-15,-1 5-13 0,3 3-31 0,-1 5-57 16,2 2-56-16,-3 2-54 0,2 2-74 0,4 2-101 15,0 0-118-15,0-2-93 0,6 0-201 0,-1-5-229 16,2 1-128-16,1-5 123 0,4-5 354 16,2-8 344-16</inkml:trace>
  <inkml:trace contextRef="#ctx0" brushRef="#br1" timeOffset="65983.72">24785 9893 95 0,'19'-6'358'0,"1"1"217"0,-2-3 222 0,-2-4 10 16,-2-1-87-16,-3-1-98 0,0-1-69 0,0 0 17 15,-2 0-22-15,-2 0-84 0,-2 0-81 16,-2 4-59-16,0-1-57 0,-6 1-73 0,0 4-65 15,0 1-41-15,-2 6-29 0,-3 4-20 16,0 3-15-16,-1 4-9 0,-1 5-6 0,0 5-2 16,0 3-1-16,3 2-1 0,1 2-1 0,2 2-1 15,1 0-1-15,5 0-1 0,-1 0 0 16,4-1-3-16,2-2-1 0,2-4-1 0,4-6-2 16,1-2-1-16,3-8 0 0,4-3 0 15,0-8-1-15,1-6-1 0,3-5 2 0,2-4 2 16,-2-6 2-16,5 0 2 0,-3-1 3 0,0-2 1 15,-2 3 1-15,0 3-1 0,-4 0-1 0,-4 4-1 16,1 3 0-16,-9 5 1 0,1 1 1 16,-4 4 0-16,0 3 1 0,-4 2 0 0,-1 6 0 15,-2 1-2-15,-1 1-1 0,1 5-1 0,-1 0 0 16,-1 2 1-16,3-2-1 0,0 4 2 16,5 0-1-16,-4 0 2 0,4 2-3 0,1-1 0 15,3 0-2-15,1-4 0 0,3 0 0 0,3-2-3 16,-2-4 2-16,3-4-1 0,3-4 0 15,2-2-2-15,0-7 2 0,0-1-1 0,3-2 2 16,-1-1 0-16,1-1 0 0,-1-1-4 16,-2 3-9-16,0 3-13 0,-6-3-17 0,1 5-25 15,-1 1-19-15,-6 3-9 0,-1 1 3 0,-2 2 10 16,0 3 16-16,-4 1 27 0,1 1 21 16,-3 2 11-16,2 4 6 0,-1-1 1 0,0 5 3 15,-1-1 1-15,1 1 0 0,0 3 0 16,1-2 0-16,3 3-1 0,2-1-1 0,-2-4 1 15,4 3 2-15,2-3-2 0,-1-4-1 0,3-2 2 16,2-2 2-16,2-5-1 0,-1-2 0 0,4-4 0 16,1-4 1-16,0-4 1 0,3-4 1 15,1-2 0-15,-1-5 0 0,0 0 0 0,-1-3 3 16,-2 0-2-16,-3 0 0 0,-5 0 1 16,-4 0 2-16,-4 1 11 0,-5 1 10 0,-5 1 9 15,-5 1 4-15,-3-2 0 0,-3 2 0 0,-1 1-8 16,-3 0-3-16,1 5-1 0,-2 3 0 15,-1 7-2-15,5 4-1 0,-2 5-6 0,3 5-7 16,1 3-7-16,3 6-6 0,3 1-4 0,0 2-2 16,7 4-6-16,1-2-29 0,4 2-70 0,1-1-69 15,1-4-127-15,6 1-195 0,-2-3-316 16,3-4-314-16,4-2-213 0,-1-2-85 0,5-4 410 16,0-2 559-16</inkml:trace>
  <inkml:trace contextRef="#ctx0" brushRef="#br1" timeOffset="66152.2">26390 9768 324 0,'11'1'817'0,"-2"4"358"16,-6 2 38-16,0 2-275 0,-1 2-207 15,-2 6-199-15,-2 0-147 0,-1 3-93 0,0 1-60 16,-1 0-56-16,-3 1-74 0,2-1-52 0,1 1-26 16,0 0-23-16,0-1-67 0,-1-2-65 0,2-2-117 15,0-4-175-15,0-1-305 0,-1-3-324 16,1-3-236-16,3-1-125 0,0-4 339 0,0-1 562 15</inkml:trace>
  <inkml:trace contextRef="#ctx0" brushRef="#br1" timeOffset="66334.11">26527 9894 193 0,'10'-3'1059'0,"-2"1"576"15,-4 4-106-15,0 4-316 0,-3 3-456 0,-1 1-302 16,0 5-221-16,-3 3-99 0,0 2-51 0,0 2-30 15,-2 0-23-15,2 2-16 0,1 1-12 0,0-1-17 16,0-3-71-16,-2 0-79 0,4-3-165 16,-3-2-279-16,5-2-318 0,1-3-381 0,1-5-235 15,1-5 68-15,2-8 695 0</inkml:trace>
  <inkml:trace contextRef="#ctx0" brushRef="#br1" timeOffset="66518.16">26858 9337 63 0,'14'-44'627'0,"-5"6"455"0,-2 5 144 16,-6 7-111-16,-1 6-359 0,0 6-370 0,-1 5-187 15,-2 5-89-15,-1 4-43 0,-1 2-26 0,2 4-20 16,-1 2-4-16,2 3-13 0,1 1-12 0,1 1-39 16,0 4-115-16,1-3-143 0,-1 3-219 15,2-1-279-15,1 2-257 0,0 0-123 0,2 0 239 16,1 0 410-16</inkml:trace>
  <inkml:trace contextRef="#ctx0" brushRef="#br1" timeOffset="66663.1">27147 9757 96 0,'13'21'323'0,"-5"0"156"0,0-2 110 15,-2-4-149-15,0-1-173 0,-1-2-122 0,0-3-104 16,-4-1-117-16,-1-4-163 0,0-2-194 15,0-2-87-15,0-2 15 0,-1-2 119 0</inkml:trace>
  <inkml:trace contextRef="#ctx0" brushRef="#br1" timeOffset="104130.07">15164 9519 204 0,'-5'1'444'0,"0"1"222"0,1 0 179 0,-3-1-161 15,0 0-129-15,2 1-63 0,-2-1-57 0,3 2-57 16,-5 0-67-16,2 0-74 0,-1 0-63 16,2 2-52-16,-3 0-34 0,0 3-23 0,1 0-4 15,2 1-5-15,-2 2-6 0,-1 3-4 16,2 1-6-16,-1 0-9 0,3 3-16 0,-1 2-8 15,-1 1-1-15,3 1 0 0,-1 3-3 0,2 0 0 16,2 1 0-16,-1 2 0 0,4 0 1 0,-1 2-2 16,2 2 43-16,2-1 48 0,2 1 26 15,2 0 3-15,0 1-2 0,3-1-3 0,2-2-34 16,0-1-41-16,3-4-20 0,-1-1-9 16,3-1-3-16,2-4-4 0,-2-1-2 0,1-3-1 15,2-2 1-15,-2 0 1 0,-2-4-1 0,3-5 1 16,-2 1 1-16,0-5 6 0,-2-2 9 15,1-4 0-15,-6-1 4 0,2-5 8 0,-1-3 3 16,-2-2-3-16,-1-2-6 0,-2-3-1 16,-2-2 4-16,2-1-1 0,-4-1-1 0,1-4 6 15,-2 2 4-15,-1 1 2 0,-2-1 1 0,0 1 0 16,-2 0-4-16,-2 0-6 0,-1 2 0 16,-4 0 0-16,-1-3-6 0,-3 4-3 0,-2 1-2 15,-1-2-1-15,-5 4-6 0,-1 0-3 0,-3 1-5 16,-1 4-1-16,-2 1-1 0,-1 3-3 15,-1 3 0-15,2 0-1 0,0 7-2 0,-1 2 1 16,2 2-1-16,2 7 0 0,1 3-1 16,0 3-1-16,2 4-1 0,2 4 0 0,4 1 0 15,2 1-3-15,3 1 0 0,3-1-9 0,4-3-18 16,1 1-51-16,3 0-74 0,3-2-109 0,2-2-177 16,3 1-298-16,0-1-329 0,6 1-285 15,1-3-142-15,4 2 302 0,3-2 614 0</inkml:trace>
  <inkml:trace contextRef="#ctx0" brushRef="#br1" timeOffset="104974.12">16062 10044 234 0,'1'1'534'0,"-1"1"229"0,0 0 124 16,0-1-202-16,2 0-140 0,-1-1-95 0,1 0-71 15,1 0-37-15,2-2-30 0,0-2-9 16,1 0-21-16,4-3-24 0,-2-1-19 0,1-5-24 15,2-1-18-15,0-4-38 0,0-4-37 16,3-1-33-16,-1-3-18 0,1-1-3 0,-3-1-8 16,2-1-8-16,1-3-11 0,-1 3 1 0,1-3-1 15,-1 2-9-15,-1 2-5 0,1-1-3 16,-2 2-3-16,0 2-7 0,-3 2-7 0,2 3 0 16,-4 2-1-16,0 5-2 0,-1 3 1 15,0 1-2-15,-2 1 1 0,0 2-2 0,-1 3 1 16,0 0 2-16,-1 0-2 0,2 3 2 0,2 0 0 15,-4 0 2-15,2 3 4 0,1 0 3 0,-1 1 1 16,0 4 2-16,0 0 0 0,1 0 0 16,-1 2 3-16,0 1 1 0,1 2 5 0,-1 0 2 15,1 4 5-15,-1 1 5 0,0 3-3 16,0 1-2-16,1 5-3 0,-3 0-3 0,1 6-4 16,-1 0-5-16,1 3-2 0,-2 2-4 0,0 0-2 15,0 2-3-15,0 0-1 0,0-4-2 16,0 3-2-16,0-3 1 0,0 0-2 0,0-3 1 15,0-1-2-15,3-4 0 0,-3-2-1 16,0-3-2-16,0-2 0 0,0-1-3 0,0-3-10 16,0-1-22-16,0-2-36 0,-3 1-82 0,1-3-138 15,-2-2-258-15,0 1-313 0,1-4-378 16,-2 0-414-16,2 1-65 0,0-3 642 0</inkml:trace>
  <inkml:trace contextRef="#ctx0" brushRef="#br1" timeOffset="112014.13">20713 3778 84 0,'-6'0'277'0,"2"0"132"16,-3 0 127-16,4 0-132 0,-2 0-94 0,2-1-22 16,0 0 22-16,-2-2 18 0,2 1 14 15,0 0 11-15,0-1 0 0,-1 0-15 0,3-1-28 16,-1 1-32-16,1-1-39 0,-1 0-39 15,0 1-40-15,1-1-26 0,-1 1-26 0,2 0-8 16,-1 0 10-16,1 0 1 0,1 0-3 0,-1 0 5 16,0 0-4-16,3 0-17 0,-1 0-18 15,0-2-18-15,1 0-7 0,2-1-23 0,0 0-9 16,4 1-6-16,-3-1-2 0,2-2-4 16,3 1-2-16,0 0 1 0,2 0-3 0,-1 0 5 15,3 1 22-15,-2 1 11 0,2 0 7 0,1 2 3 16,0 0 0-16,-2 3-3 0,2 0-18 15,-2 5-9-15,0 1-6 0,-2 0 4 0,1 3 5 16,-3 3 3-16,-2 2-1 0,3-1 0 0,-5 2 0 16,2 2-6-16,-3 1-5 0,0 0-4 15,-1-1 1-15,0 2 10 0,-3-1 8 0,-1 0 4 16,0 0 2-16,0 0 2 0,-1 0 1 16,-3-2-10-16,0 2-6 0,-1-2 1 0,-1-2 0 15,-1 3-1-15,-1-2 0 0,-2 1-1 0,0-1 0 16,-1 2-6-16,-3-1-4 0,1 1-2 15,-3 0-2-15,2 0-3 0,-2 0-1 0,0 1-1 16,1-2-1-16,0 2 0 0,0-1 2 0,0-3 0 16,1 3-1-16,1-1-1 0,-1 0 0 15,3-3 0-15,3 0-1 0,-3 1 0 0,7-2 0 16,-1 1 0-16,1-3 0 0,4 2 1 0,0-2-1 16,2 1 0-16,3-2 0 0,1-1 0 15,5 2 1-15,0-3-2 0,5-2 1 0,0-1 1 16,4-1 1-16,1-3 1 0,3 0 1 15,1-3 1-15,5-1 0 0,-1-3-1 0,1-2 0 16,1 2-1-16,-1-3-1 0,0 0 1 0,0 2-2 16,-3-1 1-16,-3 0 0 0,-3 0-1 0,-1 5-1 15,-4-2 0-15,-2 1-1 0,-4 0-2 16,-2 2-6-16,-1 1-14 0,-2 1-28 0,-2 0-76 16,-3 1-95-16,0-2-164 0,-5 2-288 15,2 0-327-15,-3-1-366 0,1 1-195 0,1-3 176 16,0 0 665-16</inkml:trace>
  <inkml:trace contextRef="#ctx0" brushRef="#br1" timeOffset="112768.15">21615 3771 96 0,'0'-5'308'0,"-4"1"167"0,4-1 140 0,-3 0-62 15,2-1-58-15,-1 1-17 0,-2-1 5 0,2 0-11 16,-1 0-31-16,1 1-57 0,-3 0-75 15,2-1-57-15,0 2-57 0,0 2-49 0,-2-1-37 16,-3 1-24-16,4 2 4 0,-4 5-8 0,1-3-8 16,-4 6-4-16,3-1 0 0,-1 2-8 15,-2 5-23-15,1 1-11 0,1 0-5 0,1 7-5 16,-1-1-4-16,1 5 3 0,1 1-3 16,1 1-3-16,0 4-4 0,3 1 0 0,1 3 39 15,2-2 20-15,2 2 13 0,2-1 1 0,2-1 4 16,2-2-4-16,2-3-36 0,2-2-20 15,3-2-9-15,2-5-4 0,1-2-6 0,0-3-2 16,3-5 1-16,5-4 0 0,-3-6 0 0,2-6 1 16,2-1 4-16,0-6-2 0,-1-3 0 15,-1-4-1-15,2-3 1 0,-4-3-1 0,1-2 7 16,-3-2 5-16,-1 2 9 0,-3-2 7 16,-4 0 5-16,-3 2 4 0,-3-1-5 0,-3 1-5 15,-3-1-4-15,-4-1-8 0,-3 0-4 0,0-2-5 16,-6 1-2-16,-2 0-2 0,2-1 0 15,-6 1-3-15,2 4 5 0,-2 2 3 0,-2 5 0 16,0 3 0-16,-1 5-1 0,1 3 0 0,-1 6-6 16,1 3-3-16,2 3-1 0,-1 4-1 0,3 3-2 15,2 2 0-15,1 1 0 0,3 3-3 16,2 1-2-16,1 3-2 0,2-2-12 0,4 2-37 16,-1 1-72-16,2 1-91 0,2-3-164 15,1 4-285-15,0-3-317 0,0 3-329 0,4-2-178 16,-1-1 168-16,2 1 622 0</inkml:trace>
  <inkml:trace contextRef="#ctx0" brushRef="#br1" timeOffset="113206.03">22130 4159 478 0,'-4'-5'1345'0,"-4"4"282"16,1 1-215-16,1-1-284 0,-1 1-483 16,1-1-264-16,3 1-146 0,0 0-69 0,0 0-47 15,1 0-40-15,1 0-31 0,1 0-22 0,0 1-14 16,0-1-7-16,1 1-4 0,2-1-3 15,1 1-1-15,-1 2-5 0,2 1-19 0,-3-1-42 16,2 0-78-16,-3 0-132 0,-1 1-227 0,0 1-310 16,0 0-355-16,-1 0-351 0,-3 1-94 15,-2 2 511-15,3-2 687 0</inkml:trace>
  <inkml:trace contextRef="#ctx0" brushRef="#br1" timeOffset="115694.02">23428 3649 15 0,'-2'-3'309'0,"-1"2"241"0,2-2 249 16,-4 0 110-16,1-2-173 0,-3 3-134 15,2-2-102-15,-3 2-90 0,-1 2-85 0,3-3-88 16,-4 6-80-16,-1-2-55 0,2 4-37 0,1-1-28 15,-2 2-17-15,1 4-11 0,1 2-9 16,1 5-7-16,1 4-4 0,0 6 9 0,1 3 22 16,4 6 18-16,-3 4 10 0,4 4 8 0,0 0 4 15,2 4-2-15,0 1-25 0,2-3-15 0,1-2-8 16,6-3-5-16,-1-4-1 0,4-6-3 16,0-4 8-16,3-5-2 0,3-5 4 15,0-6 4-15,3-9-3 0,2-4 3 0,0-6 1 16,2-7 4-16,-2-5-4 0,2-6 7 0,-2-3 18 15,-3-2 33-15,0-2 28 0,-3-2 12 0,-4 2 8 16,-6 1-5-16,-1-1-15 0,-7 0-28 16,-2 1-25-16,-7 0-18 0,-5 1-11 0,-1-1-8 15,-5 2-4-15,-3 1-6 0,-3 4 0 16,1 3-2-16,-3 2 0 0,-1 3-2 0,-1 7-1 16,1 4-1-16,-1 6-1 0,4 3-1 0,0 4 1 15,2 5-2-15,5 5 1 0,3 1 1 16,1 6-1-16,8 1 2 0,3 1 0 0,4 2-21 15,2 3-53-15,5-1-60 0,3-1-102 16,4 2-162-16,0-3-298 0,5 1-299 0,3-4-241 16,2-3-161-16,4-1 252 0,2-6 554 0</inkml:trace>
  <inkml:trace contextRef="#ctx0" brushRef="#br1" timeOffset="121674.06">22502 3667 168 0,'0'0'299'0,"0"-1"120"0,-2 1-23 16,2 0-83-16,-2-2-51 0,0 2-26 0,2 0-6 15,-2 0 12-15,0 0 19 0,2 0 14 16,-1 0 12-16,1 0 11 0,0 0 33 16,1 0-4-16,-1 0-25 0,0 0-32 0,-1 0-39 15,-1 0-39-15,2 0-53 0,-1 0-29 0,-1 2-15 16,0-1 1-16,2 0 5 0,0 1 13 0,-1 1 5 15,-1 0 2-15,2 2-9 0,0-1-15 16,0 0-17-16,-1 3-4 0,1 0-4 0,0 1-10 16,0 2-3-16,-4 1-9 0,4 0 0 15,-1 5-16-15,-1-2-11 0,1 3-6 0,-3 0-3 16,4 1-2-16,-2-1-3 0,0 2-3 0,0-1-2 16,2-2 0-16,0-1-3 0,0-2-1 15,2 0 1-15,0-4 1 0,2 0 0 0,-1-3 0 16,0 0 4-16,2-4 2 0,2 0 4 15,-3-2-3-15,6-2 0 0,-2 0 2 0,0-3-3 16,0-1-3-16,2 0-2 0,-2 2 1 0,1-2-1 16,0 1-4-16,-3 0-1 0,0 3 2 15,3-2 1-15,-3 4-3 0,1 0 2 0,2 0 3 16,-3 3 0-16,0 0-3 0,2 2 1 0,-2 1 4 16,-1 2-4-16,2 1 1 0,-3 1-1 15,2 1 5-15,-1-1-2 0,0 3 0 0,-2-1 3 16,0-1 8-16,1 3 3 0,-1-2 2 0,-2-2 7 15,1 1 9-15,-2 0 8 0,0 0 4 16,-2 0 6-16,-2-2 3 0,0 1-3 0,0-1-4 16,-3 0-9-16,1 1-9 0,-5-2-8 15,1 0-7-15,-2-1-6 0,-1-1-4 0,2 0-2 16,-1-1-3-16,-1-1-1 0,0 1-2 0,2-2 0 16,0 0-2-16,0-2 0 0,1 1-2 15,2-1-6-15,4-1-13 0,-2-1-26 0,-1-1-62 16,4-1-71-16,-2-1-104 0,4-4-168 15,-3 2-278-15,4-1-317 0,0-2-246 0,0-2-159 16,0-2 221-16,0 2 582 0</inkml:trace>
  <inkml:trace contextRef="#ctx0" brushRef="#br1" timeOffset="122002.08">22533 3652 213 0,'0'-1'562'0,"2"-1"262"0,-1 2 101 0,1-1-187 16,1 1-171-16,0 1-135 0,1-1-78 15,2 2-45-15,2-1-19 0,0 1-35 0,3-1-24 16,3 1-30-16,0 1-14 0,3-3 8 15,1 0-12-15,3 0-15 0,-1-1-46 0,1-1-26 16,2 0-29-16,-1 1-32 0,1-2-16 0,1 1-7 16,-1-1-3-16,1 2-6 0,-3-2-1 15,1 0-3-15,-2 2-1 0,-1-1-3 0,2 0-23 16,-3 2-66-16,-5 0-109 0,1 0-188 16,-2 2-289-16,-4 0-320 0,-2-1-333 0,-2 3-153 15,-4 1 310-15,0 1 641 0</inkml:trace>
  <inkml:trace contextRef="#ctx0" brushRef="#br1" timeOffset="124730.18">17997 1248 87 0,'0'-6'333'0,"-3"0"189"16,0-2 174-16,-2 1-67 0,4 2-91 0,-3 0-42 15,1 0-24-15,3-1-4 0,0 0-41 0,2-2-64 16,3-1-73-16,-1 1-63 0,3 0-49 0,3-1-24 16,0 1-6-16,3 2-9 0,4 0-9 0,2 0 8 15,0 0-7-15,3 0-23 0,5 2-25 0,0-1-12 16,1 2-6-16,-2 0-32 0,2 2-12 0,1 1 0 15,-4 1 1-15,0 2-1 0,0 2-2 0,-5 1 18 16,-1 2 5-16,-1 3-3 0,-5 3 2 0,-2 1 5 16,-3 2 2-16,-5 6-7 0,-3 3-2 0,-3 0 2 15,-5 8-3-15,-3 0-9 0,-2 2-3 0,-5 5-5 16,-3-1-3-16,0 4-8 0,-1 1-3 16,-1-1 1-16,-1 4-1 0,3-4-1 0,2 0-1 15,1-2-1-15,3-5-2 0,5-4-2 0,3-3-1 16,2-8-4-16,8-2-2 0,3-6 0 0,6-6-1 15,2-7-1-15,6-8-11 0,6-9-16 0,4-8-43 16,4-7-64-16,3-5-56 0,4-6-50 0,2-3-42 16,0 1-46-16,-3-4-18 0,-2 4-7 0,-3 1-18 15,-2 4-16-15,-6 3-8 0,0 6 26 0,-8 4 75 16,-2 6 149-16,-4 6 118 0,-2 2 89 16,-4 6 71-16,-3 6 97 0,0 5 69 0,-3 5 23 15,2 7 4-15,-1 2-22 0,1 6-33 0,1 3-51 16,1 3-49-16,0 4-46 0,3-1-34 0,5 2-20 15,-4 0-18-15,4-3-19 0,3 1-10 0,-2-7-12 16,6-2 3-16,-1-6 0 0,4-6-4 16,0-5 1-16,4-5 0 0,-2-7 16 0,2-7 15 15,2-5 8-15,-4-9 51 0,1-3 43 0,-4-2 25 16,-2-4 9-16,-6 0 1 0,-4-2 4 0,-3 4-35 16,-5-3-33-16,-5 2-25 0,-8 0-21 0,0 0-21 15,-8 2-14-15,1-2-10 0,-7 1-13 0,0 0-4 16,-3 4-5-16,-1 3-1 0,-1 3-2 0,0 5-3 15,2 3 5-15,-1 6 1 0,2 3 1 0,2 5 0 16,1 5-1-16,2 3-1 0,4 6 0 0,5 2-2 16,1 4-6-16,6 4-26 0,3 1-68 0,3 1-68 15,1 1-129-15,4 0-183 0,3-2-315 0,2-1-317 16,5 0-224-16,0-1-97 0,4-2 398 16,3-2 554-16</inkml:trace>
  <inkml:trace contextRef="#ctx0" brushRef="#br1" timeOffset="126412.64">19864 1399 196 0,'2'4'521'0,"1"0"227"0,-1-1 108 0,1-2-199 15,0 1-245-15,6-2-108 0,-1 0-10 0,2-2 21 16,2 1 12-16,5-2-4 0,-2-2-26 0,3-1-70 16,2-1-64-16,4 0-50 0,1-1-41 15,-1 0-19-15,3 3-14 0,1-4-6 0,-1 2-16 16,2 1-10-16,-1 0 0 0,-1 0-6 0,0 2 2 16,-5 1-2-16,0 0-1 0,-2 1-2 0,-3 2-1 15,-2 0-4-15,-4 2-14 0,-1 1-31 0,-1 0-102 16,-6 1-150-16,1-1-201 0,-6 2-284 0,-1-2-266 15,-2 1-176-15,-3-1 177 0,-1 0 446 0</inkml:trace>
  <inkml:trace contextRef="#ctx0" brushRef="#br1" timeOffset="126646.08">20133 1071 12 0,'2'0'432'0,"1"3"342"16,-1 0 206-16,-1 2 4 0,1 2-263 0,-1 2-253 16,3 3-130-16,-4 1-59 0,1 3-29 0,-1 3-21 15,0 0-52-15,-1 4-59 0,1 2-46 0,0 2-31 16,0 2-20-16,0-1-13 0,1 2-10 0,1 2-7 16,1 0 2-16,3 1-6 0,-1-2-45 0,0-2-151 15,1 0-261-15,0-1-266 0,4-4-276 0,-2 2-246 16,0-5 28-16,1 0 515 0</inkml:trace>
  <inkml:trace contextRef="#ctx0" brushRef="#br1" timeOffset="128150.99">22348 1123 176 0,'-6'-2'292'0,"1"1"97"0,1 0-35 15,-3-1-145-15,2-1-108 0,1 2-91 0,-2-1-110 16,1 1-184-16,0-2-70 0,0-1 6 0,0 3 68 15</inkml:trace>
  <inkml:trace contextRef="#ctx0" brushRef="#br1" timeOffset="129010.05">22328 1107 200 0,'-3'-5'476'0,"-1"-1"264"0,0 4 214 16,-2 0-162-16,-1 0-146 0,1 1-110 0,-1 1-99 16,3-1-85-16,-4-1-95 0,2 2-79 0,-2 2-63 15,1 2-46-15,-2 0-29 0,3 7-17 0,-2 2-8 16,-1 3-5-16,5 5-3 0,-5 4-3 0,4 4 9 15,0 2 7-15,2 2-2 0,-1 3 1 0,1 1 0 16,2-1 2-16,1 0-8 0,0-1-5 0,1-4-1 16,4-1 1-16,0-4-1 0,3-4-1 15,3-3 0-15,-2-2-3 0,4-4-1 0,3-5-3 16,0-3-1-16,3-5 1 0,-2-3-2 0,4-5 19 16,-3-4 20-16,2-2 34 0,0-2 39 0,-3-2 18 15,1-1 18-15,-3-3-10 0,-2 2-3 0,-1 0-16 16,-5-1-17-16,0 4-6 0,-3-2-7 15,-2 4-5-15,-4-1-8 0,-1 1-12 0,0 5-9 16,-2-1-11-16,-2 0-9 0,-1 4-7 0,0-1-7 16,-1 4-3-16,0-1-5 0,0 3-4 0,1-2-2 15,0 3 0-15,0 0-2 0,3-1-1 0,0 0 0 0,1 1 0 16,0-1 0-16,1 1 1 0,2 1-1 16,1-3 0-16,-2 3-1 0,2 0 0 0,-3-2-1 15,3 2 1-15,0 0 0 0,0 0 1 0,0 0 0 16,0-3 0-16,0 3-1 0,0-2 2 0,0 2-2 15,0-1 0-15,0 1 0 0,0-2 1 0,3-1-1 16,-3 1 0-16,2-2 0 0,-2 2 1 0,0-3 0 16,1-1-1-16,-1-1 1 0,2 1-1 0,-1-1 0 15,3-3 1-15,-3 1-1 0,1 0 1 0,-1 0-1 16,3 2 0-16,-3-1 0 0,1 1-1 0,0 0 1 16,-1 2 0-16,1-1 2 0,-1 2 7 0,-1-1 6 15,0 2 8-15,2 0 8 0,1 1 7 0,-3 1 4 16,0-2-2-16,0 1-3 0,-3 2-7 15,1-3-7-15,-1 0-5 0,2 1-6 0,-4-2-4 16,0-1-3-16,-2 1-2 0,1 0-2 0,-5-1-1 16,3 1 0-16,-1-1-6 0,-4 2-3 0,2 0-2 15,0 2-2-15,0 1-2 0,0 3-3 0,0-1-4 16,1 5-15-16,2 0-22 0,2 2-37 0,0 2-74 16,3 1-117-16,1 0-179 0,5 1-287 0,2 1-325 15,-1-1-342-15,3 0-154 0,3 0 325 0,0-1 663 16</inkml:trace>
  <inkml:trace contextRef="#ctx0" brushRef="#br1" timeOffset="129234.02">22695 1588 844 0,'-4'1'1654'0,"-2"-1"5"0,-5-2-343 0,2-2-307 16,-3 2-504-16,2-2-226 0,0 2-106 15,0-2-51-15,3 3-29 0,0-2-31 0,3 2-24 16,0-1-21-16,3-1-10 0,-3 3-8 0,4-1-5 16,4-1-2-16,1 1-11 0,1 1-21 0,0-2-47 15,3 2-72-15,0-2-94 0,-3 1-156 0,2 0-224 16,-1-1-320-16,2 2-288 0,-3 0-190 16,0 0 71-16,2 0 511 0</inkml:trace>
  <inkml:trace contextRef="#ctx0" brushRef="#br1" timeOffset="129577.96">22933 1102 108 0,'-3'-12'719'0,"-1"4"488"0,-1-3 130 0,2 4-111 15,-4 4-353-15,4-1-331 0,0 3-177 0,1-3-97 16,1 4-76-16,-1-1-57 0,-1 1-60 15,3 1-46-15,3 1-26 0,0 1-11 0,0 2 2 16,2 2-7-16,3 2 1 0,0 2 6 0,5 2 6 16,-4 2 9-16,5 0 4 0,-1 3 4 0,3-1-2 15,-3 2 0-15,1 1 1 0,2-1-11 0,-4 2-4 16,2 2-2-16,-2-3 1 0,-3 4-2 0,0-2 0 16,-1 1 1-16,-1 2 0 0,-2-1 0 0,1 0 2 15,-5-2 1-15,-1 2 2 0,-1-1 0 0,-4 1 1 16,-1-2 2-16,-1-1-2 0,-2 0-2 15,-4-1-4-15,2-1-1 0,-2-2-10 0,-4-3-54 16,3-1-60-16,-5-2-83 0,-1-4-146 0,3-4-206 16,-3-1-318-16,0-4-253 0,4-4-206 0,-2-2 42 15,4-7 475-15</inkml:trace>
  <inkml:trace contextRef="#ctx0" brushRef="#br1" timeOffset="129756.47">22932 1244 305 0,'11'-25'557'0,"0"4"230"0,1 1 194 0,1 5-182 15,3-2-178-15,0-2-128 0,3 5-75 0,-2-3-78 16,2 4-109-16,-3 1-94 0,5 2-56 0,-3-1-36 16,0 3-24-16,1 1-10 0,0 2-9 0,-2 2-5 15,2 0-2-15,-3 3-1 0,5 0 3 0,-5 3-1 16,2 0-4-16,1 2-26 0,1-1-75 0,-3 1-116 16,-1-1-137-16,3-1-210 0,-2 2-285 15,-1 0-225-15,2-2-29 0,-1 2 267 0,0 0 362 16</inkml:trace>
  <inkml:trace contextRef="#ctx0" brushRef="#br1" timeOffset="130012.63">23569 1123 116 0,'5'15'379'0,"-1"5"258"0,-1 2 259 0,-1 5-42 16,0 4-107-16,-2 2-125 0,-4 7-108 15,4 1-88-15,-1 3-100 0,1 1-100 0,1 0-68 16,4-3-51-16,3-3-21 0,2-4-38 0,6-5-23 16,2-6-8-16,2-6-11 0,3-8-4 0,1-5-4 15,1-8 1-15,-1-6 1 0,3-8-7 0,-2-2 1 16,2-5 4-16,-2-5 15 0,-4-1 51 15,-1-1 44-15,-4-1 30 0,-3 0 11 0,-3-2 4 16,-6 1-14-16,1 0-38 0,-8 2-35 0,-2-1-23 16,-3 3-14-16,-5 4-9 0,-1 4-5 0,-5 4-5 15,-6 5-4-15,-4 8-2 0,-4 6-6 0,-6 5-4 16,-2 6-12-16,-2 7-36 0,-1 3-56 0,1 6-57 16,-1 0-98-16,3 2-170 0,3 5-255 0,-2-2-273 15,2 3-235-15,4 1-165 0,0-1 198 0,1 2 532 16</inkml:trace>
  <inkml:trace contextRef="#ctx0" brushRef="#br1" timeOffset="130321.96">22195 2130 408 0,'-17'-2'1237'0,"2"4"359"0,3-2-198 0,5 0-306 16,3 2-505-16,5-2-259 0,9 0-166 0,5 0-78 15,9 0-29-15,8-2-1 0,6 2-1 0,5-2 15 16,10 1 17-16,7-2 13 0,10 0-3 16,7 1-10-16,6-4-13 0,5 1-18 0,7-1-19 15,0 2-15-15,4 0-8 0,-1-1-6 0,1 2-1 16,-1 0-2-16,0 2 0 0,-3-1-3 0,-4 4-3 15,-4 1-3-15,-3 1-17 0,-10 1-51 16,-3-1-89-16,-8 0-168 0,-4 1-272 0,-8-2-328 16,-4-3-395-16,-9 0-339 0,-8-2 90 0,-6 0 764 15</inkml:trace>
  <inkml:trace contextRef="#ctx0" brushRef="#br1" timeOffset="131496.06">17576 2463 121 0,'10'7'286'0,"7"2"129"0,6 1 112 16,10 3-217-16,9 0-112 0,6 1 30 0,7-2 63 15,5-3 4-15,5-2 115 0,9-2 53 16,4-4 3-16,7-2-85 0,5-4-87 0,2-2-45 16,5-4-113-16,-1 1-66 0,1-5-32 0,-2 1-15 15,-4-1-7-15,-1 0-8 0,-3 2-1 0,-5 1-1 16,-6 1-70-16,-6 4-163 0,-7 4-304 16,-6 3-251-16,-6 1-230 0,-12 6-143 0,-4 0 208 15,-6 0 469-15</inkml:trace>
  <inkml:trace contextRef="#ctx0" brushRef="#br1" timeOffset="134949">10556 9968 133 0,'38'41'182'16,"4"-7"-67"-16,8-9-163 0,5-9-94 0,2-8-18 15</inkml:trace>
  <inkml:trace contextRef="#ctx0" brushRef="#br1" timeOffset="138338.01">14618 14316 372 0,'0'7'713'0,"-1"-3"234"0,-4 0 39 0,4-2-243 16,-1-1-243-16,2 0-122 0,0 1-75 0,0-2-39 15,0 0-24-15,0 0-53 0,0 0-30 16,0 0-28-16,2-2-20 0,2 0 9 0,-1-2 18 15,0 2 11-15,1-3-12 0,-1-1-11 16,2 4-7-16,0-5-24 0,-1-1-19 0,2 0-12 16,-1 1-15-16,1 0-10 0,-1-2 2 0,3-1 4 15,0-2-7-15,-2-1-5 0,2-2-2 16,0-1-3-16,1-2-6 0,1-2-9 0,1-3-4 16,2-2-1-16,0-2 3 0,2-1 6 0,-2-2 1 15,4-4 2-15,1 1 2 0,2-4 0 16,1-1-5-16,0-2-4 0,2 1-3 0,-1 0 1 15,1 1-3-15,0 0 1 0,-1 5-2 0,-1 1 0 16,-5 4-2-16,-2 5-1 0,-2 3 1 0,-3 7 8 16,-3 1 5-16,1 3 8 0,-2 3 7 15,-1 3 8-15,-1 5 7 0,-2 2-2 16,1 4 0-16,-2 3-3 0,0 5-3 0,-2 2-8 16,1 3-7-16,-1 1-5 0,1 1-5 0,-3 4-4 15,3 0-2-15,-1-2-1 0,2 4 0 0,-2-1 4 16,2 3 3-16,0 0 1 0,0 2 1 15,0 1 1-15,0 1-2 0,-1 2-3 0,1 1-4 16,-2 2-3-16,1 1-1 0,-2-1-3 16,1 0 1-16,2 1-2 0,0-1 0 0,0-3-1 15,0-1 1-15,0-3 0 0,0-4 0 0,0-1 1 16,0-3 0-16,0-3 0 0,0-1-1 0,0-5 1 16,0-3 0-16,0-3 0 0,0 1-1 15,0-4-1-15,0-1 1 0,0-4-1 0,0 2-1 16,0-3 0-16,0 0 0 0,-1-1-1 15,-1-1 0-15,2 0-9 0,0-3-12 0,-1 2-18 16,1-4-26-16,0-1-52 0,0 1-78 0,-2-1-114 16,2-3-162-16,2 3-290 0,-2-3-329 15,3 0-301-15,0-2-150 0,3-1 293 0,-1-2 611 16</inkml:trace>
  <inkml:trace contextRef="#ctx0" brushRef="#br1" timeOffset="139171.95">15801 13569 355 0,'-2'-5'702'0,"-1"-1"306"0,0 1 125 16,0 1-292-16,0 0-234 0,-3-1-101 0,1 2-51 16,0 0-81-16,0 0-68 0,0 2-55 0,-1-1-46 15,-2 2-64-15,0 2-60 0,0 1-26 0,0 1-23 16,-2 0-13-16,2 4-5 0,-1 1-6 15,-1 2-3-15,3-1-1 0,-1 2-2 16,3 2-1-16,1 1-2 0,-1-1 2 0,4 2 0 16,1-1-3-16,1 1 2 0,5 0 0 0,1 1 3 15,1-2-3-15,1 3 1 0,5-3 1 0,-1 3 1 16,4-3 0-16,-1 4-3 0,3-3 2 16,2 1-1-16,0 2 1 0,0-1-1 0,3 0 2 15,-3 0 0-15,1 1-1 0,2 0 2 16,-2 0-1-16,-5 1 0 0,2-1-1 0,-3 4 3 15,-2-4 0-15,-3 1-1 0,-3 1 12 0,1 1 11 16,-7-2 8-16,-2 3 1 0,0-3 3 16,-5 1-1-16,-2 0-10 0,-1 0-11 0,-2-2-8 15,-1 1-4-15,-2-4-1 0,1 0-2 0,-2-1 1 16,-1-4-2-16,1 0 0 0,1-5-2 16,-1-2-2-16,2-3-2 0,-4-2 0 0,3-5-6 15,0-1-13-15,-2-4-30 0,3-3-64 0,-1-2-58 16,1-2-91-16,-2-1-146 0,3-3-193 15,1-2-288-15,0 2-217 0,0 0-196 0,4-1 56 16,-2 1 440-16</inkml:trace>
  <inkml:trace contextRef="#ctx0" brushRef="#br1" timeOffset="139494.31">15665 13536 138 0,'8'-2'371'0,"0"2"223"16,3 2 254-16,0-1-44 0,0 2-126 0,3 0-78 16,-1 1-78-16,3 1-93 0,-2 0-101 15,3-1-76-15,1 1-63 0,2 1 3 0,1-1 12 16,0-3-2-16,1 2-20 0,1-2-32 15,1 0-17-15,-2-2-44 0,3 0-40 0,1 0-22 16,-1-2-9-16,-1 0-6 0,1-4-6 16,2 2-2-16,-2-3-2 0,0 0 0 0,1 1-4 15,-4 0-2-15,0 0-23 0,2 1-70 0,-5 0-80 16,1 2-164-16,-2 2-287 0,-4 1-315 16,2 3-326-16,-4 1-179 0,1 2 152 0,-2 3 625 15</inkml:trace>
  <inkml:trace contextRef="#ctx0" brushRef="#br1" timeOffset="140210.06">16539 14393 278 0,'-3'4'485'16,"2"-3"216"-16,-3 3 92 0,3-4-155 15,-1 2-107-15,2 0-69 0,0-2-59 0,0 2-59 16,0-1-69-16,2-1-64 0,-1 0-45 0,1 0-35 16,1 0-8-16,0-1 40 0,4-1 47 0,2-2 16 15,-1-1 1-15,3-3-12 0,3-4-15 16,1-3-46-16,0-6-46 0,3-4-26 0,1-4-24 15,2-6-13-15,2-2-16 0,1-5-10 16,3-3-8-16,-1-1-3 0,4-2-4 0,-3-2 0 16,2 0-1-16,-4 5 0 0,-1 1 0 0,0 1 1 15,-2 5 1-15,-5 1 11 0,0 7 6 0,-4 2 5 16,0 6-1-16,-4 2 1 0,-2 5 5 16,-1 1-6-16,-3 6-6 0,3 2-2 0,-3-1-1 15,-1 3-1-15,1 3-7 0,-1-1-3 16,1 5-4-16,-1 1-1 0,1 0 0 0,-1 4-1 15,1 0 1-15,0 3 0 0,-1 1 0 0,2 1 1 16,-2 2 8-16,1 3 6 0,2 2 8 0,-4 2 9 16,2 3 6-16,-1 1 3 0,1 6-2 15,0 2-3-15,-3 5-6 0,2 0-7 0,-2 5-7 16,-2 0-5-16,2 5-4 0,-1 0-4 16,-1 2-3-16,-1-1-2 0,1-1-1 0,1-2 1 15,-1-2 0-15,2-4 0 0,0-3 0 16,2-3 0-16,-1-7 0 0,1-2-3 0,1-5-1 15,0-5-4-15,1 0-9 0,0-8-15 0,-1 0-22 16,0-5-45-16,1-3-77 0,-3-3-108 16,-1-3-165-16,3-4-276 0,1-1-329 0,-1 0-311 15,2-1-161-15,2-1 232 0,-2-1 623 0</inkml:trace>
  <inkml:trace contextRef="#ctx0" brushRef="#br1" timeOffset="140422.1">17504 14335 76 0,'6'-1'882'0,"-4"0"671"0,-2-1 35 15,-5 2-292-15,2-2-403 0,-2 2-368 16,0-2-237-16,-1 2-108 0,1 0-64 0,2 0-41 16,-1 0-31-16,2 0-22 0,0 0-15 0,4 0-8 15,0 0-11-15,0 0-24 0,2 2-64 16,-1 0-67-16,0 0-104 0,-1-1-172 0,1 2-289 15,0 0-323-15,0 0-240 0,2 1-161 16,3-2 237-16,-4-1 588 0</inkml:trace>
  <inkml:trace contextRef="#ctx0" brushRef="#br1" timeOffset="140890.64">18075 13920 256 0,'-8'-18'860'0,"-5"-1"361"0,2 2 26 0,-1 0-99 16,0 7-415-16,4 1-255 0,-1 1-127 0,1 4-73 16,0 2-55-16,3 5-69 0,0 5-60 0,4 5-36 15,1 6-19-15,1 6-10 0,4 7-7 16,0 6-2-16,3 5-1 0,3 6 2 0,0 0 1 15,2 3 0-15,4 0 0 0,-1-4-1 16,3-4-6-16,1-2-8 0,0-9-3 0,3-6-3 16,1-5 0-16,1-7 1 0,0-9-1 0,1-8 2 15,1-7 1-15,-2-7 1 0,0-7 0 16,0-7-1-16,-4-4 0 0,0-4-1 0,-3-5-1 16,-3 1-1-16,-3 0 7 0,-4 0 4 15,-4 1 1-15,-4 2 2 0,-5 1 1 0,-4 3-2 16,-3 1-4-16,-4 3-1 0,-2 0 3 0,-3 5 3 15,-1 2 2-15,-4 3 2 0,1 6 2 0,0 3-2 16,-2 6-4-16,2 6-2 0,-1 8-2 0,1 5-4 16,1 6-1-16,3 9-3 0,4 1-3 15,2 9-1-15,5-1-2 0,4 7-1 0,3 0-2 16,4 0-2-16,4-1-10 0,5-1-22 16,4-6-71-16,2-5-86 0,4-3-158 0,4-8-246 15,-2-5-321-15,7-6-368 0,1-6-225 16,4-6 51-16,1-3 617 0</inkml:trace>
  <inkml:trace contextRef="#ctx0" brushRef="#br1" timeOffset="141203.76">19044 13928 330 0,'25'6'1137'16,"-4"7"412"-16,-5 6-151 0,-1 6-256 0,0 7-472 15,-1 6-268-15,0 3-174 0,0 6-76 0,1 1-35 16,2 1-36-16,0-4-29 0,2-3-18 0,3-7-10 15,2-5-10-15,3-9-7 0,3-4-4 16,0-10-1-16,2-4-2 0,-1-8 1 0,0-5 1 16,0-9 1-16,-2-4 2 0,-3-11 2 15,0-5 11-15,-6-2 14 0,-2-2 13 0,-6-4 10 16,-6 1 5-16,-6 1 3 0,-6 3-8 0,-10-1-12 16,-4 3-12-16,-10 1-11 0,-5 3-7 15,-6 6-7-15,-6 3-4 0,1 8-2 0,-6 5-2 16,2 12 0-16,1 4 0 0,5 9-2 0,2 4-1 15,2 4-5-15,5 4-15 0,3-1-28 16,6 2-83-16,0-1-119 0,4 0-222 0,3 0-300 16,-1-1-358-16,-1 3-404 0,2-3-128 0,-5 2 456 15,-1 2 746-15</inkml:trace>
  <inkml:trace contextRef="#ctx0" brushRef="#br1" timeOffset="143322.07">14228 14572 163 0,'1'-13'453'0,"1"0"246"16,-2 1 210-16,0 4-92 0,0 2-138 0,0 0-124 15,0 1-83-15,0 1-35 0,0 1-35 16,0 3-62-16,0 0-64 0,0 0-49 0,-2 3-40 15,2 1-50-15,0 2-49 0,-1 3-27 16,-1 1-18-16,1 5-7 0,-1 2-9 0,2 1-1 16,-2 5-5-16,2 1-7 0,0 1-5 0,0 3-1 15,2 3-1-15,1 0-3 0,0 2 0 0,2 0-3 16,0 1 0-16,3-1-1 0,-2-4 0 16,4 1 2-16,-1-2-1 0,2-3-1 0,0-1-3 15,3-3 1-15,-1-3 1 0,3-1-2 16,-2-4 1-16,3-1 2 0,1-3 0 0,1-2 1 15,0-3-1-15,1 1 2 0,2-2 1 0,1-1-2 16,-1-2 3-16,2 0-3 0,-1 0 1 16,-2-2 0-16,3 0-2 0,-1 1 1 0,1 0 0 15,-2 1 0-15,0-4-1 0,2 3 1 16,-1-1 0-16,-2 1-1 0,1-2 0 0,0 0 2 16,-1 2-2-16,1-4 0 0,0 2 1 0,0-1-1 15,-2-1 1-15,2 2 2 0,-4-1 0 0,2 0 0 16,-2 1 0-16,2 1-1 0,-2-2-2 15,1 2 0-15,-1 2 0 0,1-4 2 16,-2 4-2-16,2-1 1 0,2-1-1 0,-4 2 2 16,2 0 0-16,-1 0-2 0,0 0 1 0,1 0-1 15,-1 0 1-15,-1-1 1 0,-1 1-3 0,3 0 0 16,-3-1-1-16,1-1-1 0,0-1 1 16,-2 2 2-16,-1-1-2 0,3-1 2 0,-1 2 2 15,-2-3-1-15,1 3-1 0,1-2 0 16,-4 0 0-16,2 2 0 0,-1-1-2 0,1 1 1 15,-3 1 1-15,3 0-1 0,-2 0 1 0,-1 0 0 16,1 0 2-16,-1 0-2 0,-1 1 0 16,2 1-1-16,-4-1 1 0,2 1 3 0,1-1-1 15,-3 0 0-15,-2 1-1 0,2-1 3 0,1-1-1 16,-4 2 0-16,0 0-2 0,2-2-1 16,-3 1 2-16,1-1-2 0,-1 1-3 0,-2-1-1 15,3 2 3-15,0 0 0 0,-2-1-1 0,3 2 0 16,0-1 2-16,-1 0 1 0,2 1 1 15,-1 1 1-15,0 2-2 0,2-1 1 0,-2-1-1 16,2-1-4-16,1 1 3 0,0-1-1 16,-3 0 1-16,2 0 0 0,0-1-1 0,0-1 2 15,0 1-2-15,0-2 2 0,-2-2 0 0,3 1-1 16,-1-1 1-16,0 1 1 0,-1-1-1 16,0-1 2-16,1 0-2 0,-1 2 1 0,-1-2 1 15,3 2-2-15,-1-3 0 0,0 2 0 16,-1-1 0-16,-1 1 1 0,3 1-2 0,-2-2 0 15,-1 1-1-15,1 0-1 0,0 0 0 0,-2 1 1 16,1-1 0-16,-1 1 1 0,-1-2 2 0,0 2 1 16,1-1-1-16,-1 1 0 0,0-1 0 15,-1-1 1-15,0 2-1 0,2-3-1 0,-2 1-1 16,0-1-2-16,2 0 0 0,-1-1 0 16,1 1 0-16,2-2 1 0,-2 0 1 0,1-1 1 15,1-2-1-15,2 0 2 0,-3 2 0 0,0 0 0 16,4-2 1-16,-2 0 0 0,-2 1 0 15,2 1-2-15,0-3 0 0,-2 1-2 0,-1 0 1 16,0 1 0-16,-2-3 0 0,0 1 1 16,-1-2-1-16,-2-2 2 0,0 1-1 0,-2-2 0 15,0 0 2-15,-1-2-2 0,0 0 2 0,-2-3-1 16,0 0-1-16,-1-1 1 0,-2 1 0 16,2-2-1-16,0 2 2 0,1 0 1 0,-2 2 1 15,1 1 1-15,2 4 1 0,-1 1 1 0,2 4 2 16,-1 1-3-16,-1 4-3 0,2 1-3 15,-1 4-2-15,2 2-9 0,-1 4-51 0,-2 1-74 16,2 4-163-16,-2-1-276 0,2 0-303 0,-2 1-375 16,1-1-292-16,2-2 33 0,-1-1 698 15</inkml:trace>
  <inkml:trace contextRef="#ctx0" brushRef="#br1" timeOffset="144694.04">16764 13480 69 0,'-5'6'297'0,"0"2"156"15,-1-4 142-15,1 2-68 0,-1-1-92 16,1 0-23-16,1-3 20 0,0 1 24 0,1-1-2 16,2-1-37-16,-3-1-70 0,1 0-76 15,2-1-76-15,-3-1-67 0,0-2-43 0,2-2-27 16,2-1-14-16,0-4-1 0,0-4 7 0,4 0 9 16,2-5 3-16,-2-1-7 0,1-3-4 15,2-3-7-15,1-3-15 0,1-3-13 0,0 0-7 16,1-3-3-16,-1 1-1 0,1-3 1 15,0 2-1-15,-1-1 1 0,-3 5 3 0,4 1-2 0,-4 6-5 16,3 1 0-16,-4 6-1 0,2 2 2 16,-3 4-8-16,1 2 5 0,4 2 0 15,-1 3-2-15,2 1-1 0,6 4 3 0,-2 0 1 16,5 2 1-16,0 0 0 0,5 3 1 0,3-1 46 16,-1 0 36-16,6 1 21 0,1-2 5 15,2 0 5-15,2 0-3 0,2 0-35 0,-1-3-31 16,1 1-18-16,1-1-6 0,4 0-5 0,-3-1-3 15,7 0-5-15,-4-1-2 0,5-1 1 16,-1 0-2-16,2 2-1 0,-2-2 17 0,0-1 7 16,1 2 7-16,-1-3 0 0,-1 3-1 15,3-3-2-15,-3 0-14 0,0 3-5 0,2-3-6 16,0-1-1-16,0 4-2 0,0-4 2 0,2 0-1 16,1 1-2-16,0 1 0 0,3 0-2 0,0-1 0 15,-2 2 0-15,1 0 0 0,-2 2-2 16,0-3 0-16,0 4 0 0,0-1 1 15,-4 1-5-15,-1 1 3 0,-1-1 3 0,-2 2 1 16,-2 0-1-16,-1-1 1 0,0 1 1 0,-5-1-2 16,2-1 0-16,-1 2-3 0,-1-1 1 0,2-1 0 15,-4 0 0-15,1-1 0 0,-1-1 0 0,0 1 1 16,-2-2 1-16,-2-2-1 0,0 2 1 16,-3 0 3-16,0-1 8 0,-4 0 5 15,0 0 3-15,-3 2 0 0,-1-2 1 0,-5 1-2 16,-1 2-1-16,1-2-1 0,-6 3 7 0,0 0 5 15,0-2 3-15,-3 2 6 0,0 0-4 0,-4 0-1 16,2-3-8-16,1 3-5 0,-3-2-4 16,-1 2-4-16,2 0-5 0,-1-1-3 0,1 1-1 15,1 0-1-15,-2 0-1 0,1 0-1 16,-1 1 2-16,3 4 4 0,-1-3 4 0,0 7 2 16,-1 3 2-16,1 3 0 0,-1 4-2 0,-1 5-3 15,-1 6-4-15,2 4-1 0,-2 5-3 16,0 7-1-16,0 1-1 0,1 3-3 0,1 0-13 15,2 0-27-15,-2-1-76 0,1-6-115 0,-1-4-241 16,1-6-303-16,0-3-374 0,0-6-443 16,1-6-176-16,-4-4 494 0,0-1 850 0</inkml:trace>
  <inkml:trace contextRef="#ctx0" brushRef="#br1" timeOffset="148336.15">24491 13522 26 0,'0'-7'276'0,"0"1"200"0,-2-1 221 16,2 0 54-16,0 1-60 0,0 0-54 0,0 0-68 16,2 1-81-16,0-1-88 0,1 2-89 15,3-2-91-15,2 2-69 0,1-4-15 0,5 3-9 16,1 0-11-16,2-2-8 0,1 2-12 0,4-1-8 15,0 4 7-15,0-3-3 0,2 4-3 0,-1 2-6 16,2 4-4-16,1 0-4 0,-5 3-33 16,-1 4-5-16,-2 1-1 0,-3 1-3 15,0 4 12-15,-5 2 7 0,-2 1-1 0,-3 1-9 16,-1 4-7-16,-3-1-4 0,-2 3-8 0,-3 0-8 16,-2 2-1-16,-4 0-1 0,-1 3 7 0,-3 0 4 15,-3 3 2-15,-3 0 1 0,0 2-1 0,-3-1 0 16,-3 2-9-16,2 0-6 0,-1 0-4 15,0-1-2-15,0-2-3 0,1-3-3 16,5-1 2-16,2-6-1 0,2-2-2 0,3-5 0 16,4 1 2-16,4-5 0 0,4-3-2 0,4 0 0 15,4-2 1-15,4-4 1 0,3 0 0 0,2-4 1 16,0-2 1-16,7-1 1 0,1-6-1 16,4 2 0-16,1-3 0 0,1-5 0 0,3-1-2 15,0 1 0-15,1-2-1 0,-1 2 1 16,-1-1 0-16,-2 0 1 0,-1 2-2 0,-3 2 1 15,-3 3-2-15,-2-1-2 0,-3 4-11 0,-2 1-21 16,-5 3-53-16,0 3-68 0,-6-1-100 16,-1 3-169-16,-2 1-280 0,-3-2-317 0,-1 2-274 15,-3-1-173-15,1-2 212 0,-2-2 597 16</inkml:trace>
  <inkml:trace contextRef="#ctx0" brushRef="#br1" timeOffset="149002.2">25968 13476 84 0,'10'-10'397'0,"-2"3"283"16,-3 1 261-16,2-1-25 0,-4 1-161 0,-2 1-145 15,3 1-70-15,-4 0-27 0,0 0-70 16,0 0-80-16,-4 1-66 0,3 1-48 0,-2-3-60 15,-4 1-63-15,1 1-31 0,-1 0-21 16,-3 1-12-16,0 1-10 0,-2 0-4 0,-1 1-5 16,-2-2-8-16,1 2-5 0,-2 2-6 0,-1-2-5 15,1 2-6-15,-3 2-4 0,-1 2-3 0,1 1-2 16,-2 1-1-16,-1 1-1 0,3 3 0 16,-1 1-1-16,-1 2 0 0,2 0 1 0,2 3-1 15,-1 1 1-15,2 5-2 0,2 1 0 16,2 1 1-16,0 4 0 0,2 4 2 0,3 1 0 15,2 5 2-15,2 1 0 0,2 3 0 0,2 3-1 16,4-1-3-16,1 1 1 0,4-2-2 16,1-2 1-16,3-2-2 0,5-2 1 0,1-5-1 15,4-7-1-15,-1-3 1 0,3-7-2 0,1-8 2 16,2-2 1-16,-3-7 1 0,0-2 0 16,-2-8 1-16,-2-4 1 0,-4-3 0 0,0-3-2 15,-2-4 0-15,-5 0 1 0,-3-1 1 0,0-3 2 16,-7 5-1-16,-2-3 2 0,-5 2 2 15,-2 0 1-15,-2 2 1 0,-6 1-2 0,2 1 1 16,-5 5-1-16,1 2-2 0,-4 4-3 0,0 3-2 16,0 8-1-16,-3 4-1 0,1 4-2 15,1 6-2-15,3 3-1 0,1 6-11 0,5 0-24 16,2 0-69-16,0 3-80 0,3-1-166 16,5-2-285-16,0 1-325 0,3-1-377 0,1-1-243 15,0-3 78-15,3 0 711 0</inkml:trace>
  <inkml:trace contextRef="#ctx0" brushRef="#br1" timeOffset="152992.57">26579 13434 66 0,'0'-7'362'0,"0"0"229"0,-3 1 229 0,0 0 50 16,-2-1-156-16,-2 1-110 0,-1 0-90 0,0 1-47 16,-4 1-51-16,2 1-59 0,-3 3-67 15,-3 3-58-15,2 1-33 0,-5 7-41 0,1 3-38 16,-1 10-42-16,1 4-27 0,2 8-15 16,-2 7-12-16,4 4-10 0,2 5-2 0,4 4-2 15,1 2-2-15,6 1 0 0,1-2-4 0,3-4 3 16,5-1-6-16,4-6-4 0,3-7 2 0,5-7-3 15,2-5 2-15,4-8-2 0,1-9 5 16,3-6-1-16,0-9 1 0,1-10 2 0,2-4 2 16,-1-10 1-16,0-5-2 0,-4-6 6 15,-3 0 7-15,1-3 9 0,-8 0 7 0,-2 0 6 16,-4 2 9-16,-3 3-2 0,-4 0-4 0,-5 2-8 16,-4 3-7-16,-5 1-5 0,0 3-8 0,-6 2-4 15,-4 1-2-15,1 1-3 0,-2 4-1 16,-3 1-1-16,1 2 0 0,-1 5-3 0,3 3-1 15,-1 4 0-15,4 2-2 0,0 4 0 16,1 6-2-16,2 4-3 0,2 1-1 0,3 4 1 16,0 0-2-16,4 3-12 0,3-1-26 0,2 1-58 15,2 0-61-15,1 0-74 0,3 0-138 16,2 0-185-16,0-1-295 0,2 2-226 0,2-1-196 16,-1 1-26-16,4 2 412 0,-1-1 483 15</inkml:trace>
  <inkml:trace contextRef="#ctx0" brushRef="#br1" timeOffset="153234.07">27073 14050 408 0,'5'-10'1270'0,"-4"1"355"0,1 1-204 0,-4-1-298 16,2 3-484-16,-1 0-258 0,1 1-164 15,-4 1-75-15,3 1-43 0,1 0-31 0,0 0-28 16,0 2-19-16,0-1-14 0,1 2-7 0,3 0-7 16,-3 0-2-16,7 3-17 0,-5-1-56 0,2-1-65 15,-2 2-108-15,0-2-177 0,0 4-305 16,-1-2-330-16,1 1-268 0,0 1-163 0,1-2 300 16,2 0 615-16</inkml:trace>
  <inkml:trace contextRef="#ctx0" brushRef="#br1" timeOffset="153832.15">27707 13408 137 0,'-10'-9'533'0,"1"1"347"0,1 4 194 15,-5 0-97-15,5 1-314 0,-1 3-189 16,-4 1-132-16,2 4-86 0,0 2-58 0,0 3-32 16,1 7-33-16,2 4 10 0,2 6 3 0,-1 7-14 15,3 1-10-15,1 5-19 0,1 4-13 16,4 1-34-16,0 3-20 0,3-4-10 0,2 0-10 16,3-5-1-16,-1-3-5 0,8-4 0 15,0-7-5-15,1-1 3 0,4-8-3 0,2-4-3 16,2-7 1-16,-1-1-1 0,2-6 3 0,-1-4-5 15,0-6 5-15,-2-3-1 0,-1-4-3 16,-1-2 3-16,-2-5-6 0,-5 1 1 0,-2-3 2 16,-2 1 4-16,-5-3 3 0,-3 2 0 0,-6-1 3 15,-2 3-2-15,-5-3-2 0,-3 2-2 16,-4 2-3-16,-4-1 0 0,-4 1-1 0,1 3 1 16,-1 5-3-16,1 2 0 0,-2 6-2 15,1 5-2-15,2 4-3 0,-3 10 0 0,5 1-1 16,0 9-2-16,2 3 0 0,3 5 1 0,2 2-1 15,2 2 2-15,6-1 0 0,3 2-31 0,1-1-48 16,5-1-40-16,2 0-77 0,3-4-142 16,5-2-200-16,0-1-266 0,5-3-231 15,2-5-202-15,2-2 52 0,3-3 427 0</inkml:trace>
  <inkml:trace contextRef="#ctx0" brushRef="#br1" timeOffset="154168.37">28413 13634 35 0,'12'-7'424'0,"-8"6"300"15,0 5 180-15,-3 7 96 0,1 6-290 16,-2 5-206-16,0 6-125 0,0 5-63 0,0 3-36 16,1 3-74-16,4 4-65 0,-1 3-52 15,5 1-32-15,0-2-18 0,4-1-15 0,-1-7-4 16,6-3-13-16,-1-9-2 0,4-7-2 0,-4-7 1 15,5-6-1-15,0-10-1 0,-1-4 2 16,-2-9 3-16,0-5 0 0,-3-7 1 0,-1-3 23 16,-2-4 43-16,0-2 56 0,-5-2 28 15,-5-1 13-15,-5 0-5 0,-3 2-18 0,-4-2-34 16,-5 3-48-16,-3 3-29 0,-4 3-16 0,-4 4-11 16,-1 7-6-16,0 7-7 0,-4 6-5 15,-2 9-1-15,-1 9-12 0,-2 7-60 0,-2 6-59 16,1 9-94-16,-2 3-151 0,2 7-230 0,1 2-315 15,3 5-229-15,4 2-174 0,3 2 146 16,4 2 493-16</inkml:trace>
  <inkml:trace contextRef="#ctx0" brushRef="#br1" timeOffset="156451.98">24056 14339 74 0,'5'-12'294'0,"-2"1"154"0,-1 2 148 0,-1-1-71 16,-1 3-67-16,0 1 12 0,0 2 32 0,0-1 16 16,0 2-28-16,0 2-63 0,0 1-94 0,0 1-96 15,-1 2-78-15,1 3-61 0,0 3-38 16,1 2-15-16,-1 4 14 0,5 3 8 15,-4 3 27-15,2 1 27 0,2 3 16 0,-2 1 12 16,1 1-8-16,1 3-9 0,-1 0-28 0,2 3-25 16,-3 0-18-16,1 2-21 0,0-1-11 0,0 0-4 15,1 3 2-15,-2-1-2 0,3-2 1 16,-2-1-3-16,0-1-3 0,1-1-4 0,-2-5-4 16,0-1-6-16,2-2-4 0,1-5 0 15,-2 0 0-15,1-3-2 0,0-3-2 0,2-2 2 16,-1 1 3-16,3-2 0 0,-1-2 0 0,0 0-1 15,3-1 1-15,-1-1-1 0,2 0 0 0,1-1-2 16,0-1 2-16,2 0 6 0,0 0 6 16,2-1 5-16,-1 1 1 0,3-1 1 0,-2-1 1 15,4 0-7-15,1 1-8 0,-3-1-2 16,1-1-1-16,2 2-1 0,-2-2-1 0,2-2 0 16,0 2 2-16,0-1 1 0,-3-1 7 0,1 2 4 15,2-1 2-15,-2 1 3 0,2-1 0 16,-2 1 0-16,1-2-9 0,-1 2-2 0,2 0-3 15,-1 0-4-15,0 0 0 0,1 0-2 16,-2 0 1-16,2 2-1 0,0-2-1 0,-2 0 0 16,2 0 0-16,0 0 2 0,0 0 0 0,-1 0 0 15,1 0-1-15,0 0-1 0,2 0 0 0,-2 0 0 16,1 0-1-16,2 0 0 0,-2 1 2 16,1-1-1-16,1 0 2 0,-2 0-2 0,3 1 2 15,-2-1-1-15,-1 0-1 0,3 2 0 16,-1-2-2-16,-2 1 1 0,1 1 0 0,2-1 1 15,-4-1 0-15,0 1 1 0,-1-1 1 0,1 2 0 16,-2-2-1-16,-1 0-1 0,2 0 0 16,-5 0-1-16,2-2 0 0,1 1 0 0,-3 1-1 15,1-3 2-15,0 2-1 0,0-1 0 16,-3 0 0-16,3 0 0 0,-2 0 1 0,0 1 0 16,0-1 0-16,0 1 0 0,0-1 0 0,0 1 0 15,0 1 0-15,0-2 0 0,-3 2 0 0,2 0 2 16,-5-1-2-16,3-1 0 0,-3 1 1 15,-3 1 0-15,1 0 0 0,-4-2 0 0,0 1 2 16,0 1 0-16,-1-1 0 0,-1-1 0 16,-1 0 0-16,2 0 0 0,-2-2-1 0,3 3-1 15,-3 0-1-15,0 1 0 0,0-3 0 0,1 1 0 16,-1 2 0-16,3 0-1 0,-3-4 1 16,2 3-1-16,0-1 1 0,-1 1 1 0,3 0 0 15,-3-1 0-15,1-1 0 0,-2 3 0 16,1-1-1-16,1-1 0 0,0 0-1 0,-2 2 0 15,1-1 1-15,1 0 0 0,-1-1-1 0,1 2 0 16,0-2 0-16,0 2 1 0,2 0 0 16,-1 0-1-16,-2 0 1 0,3 0-1 0,-1 0 1 15,2 2 1-15,-4 0-1 0,4-1 1 16,-1 0 1-16,0-1-1 0,-3 2-1 0,2-2 0 16,-1 2 0-16,0-2-1 0,-2 0 1 0,1 0 0 15,-1 0 1-15,2 0 0 0,-1 0-1 16,-1 0 0-16,0 0-1 0,4 0-1 0,-3 0 0 15,1 0 2-15,-1 0-1 0,1 0 0 0,0 0 1 16,2 0 1-16,-2 0-1 0,1-2 0 16,-2 0 0-16,3 1 0 0,-3-2 1 0,2 0-1 15,1-3 0-15,-3 2 1 0,3-1 1 0,-1-1-2 16,-2 0 0-16,4 2 0 0,-4-3 0 16,2 2-1-16,1-1 0 0,-3 1 1 0,2 1 1 15,-1-1 0-15,1 2 0 0,-1-1 0 16,0-1 1-16,1-1-1 0,-2-1 0 0,1-1 0 15,1 1 0-15,-2-3-1 0,2-3 1 0,1 0-1 16,-3-1 1-16,3-2-1 0,-1-3 2 0,0 0-1 16,0-2 0-16,5-1-1 0,-5-2 0 15,2 1 1-15,1-1-1 0,-1 1 1 16,0-3-1-16,1 2 0 0,-2-1-1 0,1 1 0 16,0 1 0-16,0 3-1 0,0 0 3 0,0 4-1 15,-3 1 2-15,2 3-1 0,-3 2 0 0,1 2 1 16,-1 1-2-16,-1 0-1 0,0 5-2 15,0-2-4-15,0 3-4 0,-1 1-23 0,-1 3-76 16,-3 1-97-16,1 1-171 0,-2 2-285 16,-1-1-335-16,-1 1-380 0,-3 2-187 0,-1 1 212 15,-4 2 683-15</inkml:trace>
  <inkml:trace contextRef="#ctx0" brushRef="#br1" timeOffset="160806.03">26279 13300 61 0,'0'2'259'0,"-1"-2"135"0,-1 1 118 0,0 1-93 16,1-2-85-16,-2 0-36 0,-2 0-3 16,1 0 11-16,0 0 14 0,-2 0 7 0,1 0-3 15,2-2-22-15,-1 2-27 0,0-1-35 16,0 1-44-16,1-4-30 0,2 3-29 0,-4-2-29 16,4 0-26-16,-1-1-14 0,1-2-9 0,1-2-9 15,0 1-8-15,1-4-6 0,1 1-3 16,2-2-4-16,-1 0-1 0,0-1-5 0,2-4-5 15,0 3 0-15,0-4-4 0,0 2-4 16,2 0-10-16,0-3 1 0,-2 1 14 0,1 1 8 16,0 2 4-16,0-2 5 0,1 2 4 0,-2 3 0 15,-2 0-15-15,2 1-10 0,-2 3-2 16,0-2-7-16,1 3-1 0,-1 2 3 0,1 0-5 16,1 0 2-16,-2 1 2 0,2 0 0 15,1 1 0-15,2 0-4 0,0 2 6 0,1-1 28 16,4 1 27-16,-2-1 18 0,2 2 8 0,2 0 6 15,0-1-1-15,2 1-27 0,-1 0-28 16,1 0-17-16,0 0-4 0,-1 0-10 0,3 0-4 16,-3 0-1-16,1 0 6 0,-1 0-2 15,3 0-1-15,-3 1 0 0,3-1 0 0,-2 0 2 16,1 2-1-16,1-1 5 0,-2 1-3 0,2-1 2 16,0-1-1-16,0 2 21 0,3-2 11 0,-1 0 8 15,3 0 4-15,-1 0 1 0,3-2 1 16,-1 1-21-16,2-1-14 0,1-1-9 15,2 2-1-15,-3-2-3 0,3-1-1 0,0 2 0 16,0 0-2-16,-1-1 1 0,1 1-2 0,-2 0 1 16,2 2-1-16,-1-2-1 0,-1 1 0 0,1 1 0 15,-3 0 1-15,3 0 1 0,-2 1-1 16,0-1 2-16,0 2 6 0,1-2-1 0,-1 0 11 16,0 2 5-16,0-2 1 0,-1 0 3 15,1-2-4-15,2 2-2 0,-4-2-10 0,2 1-5 16,2 1-2-16,-3-3-2 0,4 1-1 0,0 1 0 15,-1-2 0-15,1 1-2 0,-2-1 0 16,1-1 0-16,-1 2 1 0,-1-3-1 0,-1 3 3 16,1-2-2-16,-1 0 0 0,0 2 1 15,0 0-3-15,0-2 1 0,-4 2 0 0,2-1-1 16,-2 1 1-16,0-1-1 0,-3 2 1 0,0-1 0 16,-3 1 2-16,-1-1-1 0,-3 2 1 0,-3 0-1 15,0 0 2-15,-1 0 0 0,-3 0-2 16,2 0 2-16,-3 0 0 0,-1 0-1 0,0 0 1 15,1 0 0-15,-3 0 6 0,2 0 2 16,1-2 3-16,-3 2 1 0,3 0 1 0,0-1 0 16,1 0-6-16,-1-1-5 0,0 1-1 0,-1-1 0 15,0 1-4-15,0 0 1 0,1 1-1 16,-1-2 2-16,-2 0 0 0,1 1-1 0,1 1 0 16,-2-1 2-16,2 1-1 0,-3-2 0 15,4 2-1-15,-4 0 1 0,1 0-1 0,-1-2-1 16,4 2 0-16,-3-1 1 0,1 1 1 0,-1 0 0 15,3 0 1-15,0-1 0 0,1-1-1 16,-1 0-1-16,3 2 0 0,-1 0-1 0,2-1-1 16,2 1 2-16,-1-2-1 0,2 2 0 15,2 0 1-15,0-1-1 0,-1 1 2 0,2-3-2 16,-1 3 1-16,1-2-1 0,1 2 0 0,-1 0 0 16,-1-3 0-16,-1 1 1 0,-2 2 1 0,-1-1-1 15,2 1-1-15,-5 0 1 0,2-1-1 16,-3 1 0-16,2 0-1 0,-3 0 3 0,-1 0 13 15,0 0 9-15,-1 0 12 0,0 0 4 16,-2 0 5-16,1 0 1 0,1-1-9 0,-2 1-7 16,1 0-10-16,-1 0-7 0,0 0-4 0,2-3-4 15,0 3-3-15,-2-1-1 0,1 1-1 16,2-1 1-16,1-1 1 0,2-1-1 0,-3 0 1 16,0 0 0-16,0 0-1 0,0 2 0 0,1-2 0 15,-3 1 0-15,3 1 0 0,-3-1 0 16,1 2 0-16,-2-1 0 0,1 1 0 0,-1 0-1 15,3 0 1-15,-1 0-1 0,-2 0-1 16,3 0 2-16,-3 0 0 0,1 0-1 0,3 0 0 16,-3 0 1-16,4 0 0 0,-2 0 0 15,1 0 0-15,-1 0-1 0,-2 0 0 0,4 0 0 0,-4 1-1 16,2-1 1-16,1 2 0 0,-3-2 0 16,3 1 0-16,-1-1 0 0,-2 3 2 0,1-1-1 15,0-1 0-15,1 2 1 0,-2 0 1 16,4 1-2-16,-4 0 0 0,2 1 0 0,1-2 1 15,-3 4-1-15,3-3 4 0,-3 4 4 16,1-1 4-16,-1 2 4 0,3 0 3 0,-3 2 3 16,1 1 1-16,-2 1-2 0,1 1 0 0,1 2 1 15,-2 1 1-15,2 0 0 0,-2 3-3 16,0 1-3-16,0 0-1 0,0-2-6 0,0 5-3 16,0-5-4-16,-2 0-1 0,2-1-2 15,-2-1-2-15,1-4 0 0,-1-1-2 0,1-2-8 16,-3-2-14-16,3-2-26 0,-6-3-51 0,2-3-80 15,-4-3-143-15,1-1-247 0,2-2-315 0,-1-3-366 16,0 1-334-16,1-1-65 0,-3 2 602 16</inkml:trace>
  <inkml:trace contextRef="#ctx0" brushRef="#br1" timeOffset="176050.13">2528 13575 217 0,'-7'-3'589'0,"-2"-3"330"16,-2 4 184-16,1-1-193 0,-1 1-235 0,-3 1-136 15,3 0-69-15,-3-1-68 0,1 2-77 0,-4 2-60 16,2-1-48-16,-2 5-52 0,-1-4-63 0,-2 5-40 16,0 3-23-16,0 1-14 0,-2 1-9 15,1 4-2-15,0 3-2 0,0 2 1 0,-1 0 3 16,4 1-1-16,1 0 2 0,3 6-5 0,0-3-2 15,3 4 0-15,3-1-3 0,0 1-1 0,7 1-2 16,1 0 0-16,3 0-2 0,4 0-2 0,1 0 2 16,2-3 0-16,4 0 2 0,2-3-3 0,1-2 5 15,1-4-2-15,4-1 0 0,0-7 1 0,3-2-9 16,-1-6 2-16,3-4-5 0,-2-6-1 16,2-2-2-16,1-5 0 0,-4-3 9 0,0-5 0 15,-2 0 4-15,-2 0 14 0,-2-3 9 0,-2 0 7 16,-3 1 9-16,-3 0 8 0,-2 0 7 0,-1 3-3 15,-4-1 0-15,0 5-4 0,-3 0-3 16,-1 2-5-16,-3 1-4 0,1 3-4 0,0 0-4 16,-2 3-4-16,-1-2-2 0,-2 6-4 0,3-1-4 15,-1 0-4-15,-2 1-4 0,2 2-2 0,1 1-3 16,0 0 0-16,0-1-1 0,2 2-1 0,-2-1-1 16,2 0 1-16,0 2-1 0,-1-2 0 15,4 2 0-15,-2 0 0 0,-1 0 0 0,3 0 0 16,-2 0 0-16,2-3 0 0,-3 3-1 0,3-1 1 15,-2 1 0-15,1 0 0 0,1-1 0 0,-2 1 0 16,2-2 0-16,0 2 0 0,-1 0-1 0,1-1-1 16,-2 1 1-16,2 0 0 0,0-3-1 0,0 3 0 15,0 0 1-15,0-2 0 0,-2 2-1 16,2-3 1-16,0 3 1 0,0-2-1 0,0 2 1 16,0 0-1-16,0 0 1 0,0 0-1 0,0 0-1 15,0 0 1-15,2 0-1 0,-2 0 0 0,0 2-1 16,2 1-1-16,-1-3 1 0,2 2 2 0,2 2 0 15,0 3 2-15,3 0 1 0,0 3 1 16,1 2 1-16,1 3 0 0,2 5-5 0,1 1 2 16,3 4 1-16,-2 2 0 0,3 2 0 15,1 0-1-15,1 1 10 0,1 1 0 0,1 0 0 0,3-5-1 16,-1-1-1-16,2-1 0 0,2-4-6 0,-1-4-2 16,1-4-2-16,3-2-2 0,-3-5 0 15,-1-5 1-15,1-3-2 0,-2-5 1 0,-2-2-6 16,-1-3-19-16,-2-3-36 0,-3-2-81 0,-4 0-143 15,-3 1-266-15,-2 2-315 0,-5 0-382 0,0 3-413 16,-6 0-49-16,-1 1 683 0</inkml:trace>
  <inkml:trace contextRef="#ctx0" brushRef="#br1" timeOffset="177418.39">5631 12837 31 0,'2'-10'426'0,"-4"3"326"0,-1 3 216 0,0 4 73 15,0 3-298-15,-2 5-229 0,2 2-123 16,0 5-36-16,3 5 20 0,2 6-31 0,1 6-46 15,0 4-34-15,4 7-28 0,0 4-39 16,1 5-50-16,0 5-30 0,1 1-22 0,1 8-17 16,-1-3-16-16,2 1-16 0,2 0-14 0,-2-4-11 15,5-4-7-15,-2-7-7 0,2-4-4 0,1-8-1 16,-1-3-2-16,1-6-1 0,1-8 0 16,1-5 0-16,-3-3 2 0,-1-7-1 0,0-1 1 15,-3-4 1-15,-1-5-1 0,-1-4 0 16,-2-1-1-16,-4-5 1 0,1-2 0 0,-5-6 1 15,0 3 1-15,-3-4 0 0,-2-1 1 0,-4 0 0 16,-2-2 0-16,-2 2-1 0,-4-2-1 16,-4 0 0-16,0 0-1 0,-2 0 0 0,-1-1-2 15,-1 3 0-15,1 3 1 0,0 1 0 16,1 4-1-16,2 5 0 0,2 5-2 0,-1 5-2 16,1 7-2-16,1 7-2 0,1 7-4 0,1 6-12 15,2 4-21-15,3 5-66 0,4 0-75 0,4-1-138 16,3 0-213-16,5-2-307 0,5-2-341 15,5-4-235-15,3-3-44 0,4-2 479 0,5-2 583 16</inkml:trace>
  <inkml:trace contextRef="#ctx0" brushRef="#br1" timeOffset="178206.09">9406 13233 226 0,'-2'-10'686'0,"-1"3"379"0,-4-3 128 15,1 1-203-15,-2 1-202 0,-3-3-188 0,0 3-135 16,-3 2-97-16,-2-2-69 0,-3 4-52 0,0-1-81 15,-3 4-53-15,-3 1-30 0,0 4-17 16,-2 2-16-16,-1 6-12 0,-2 3-9 0,3 4-4 16,-3 2 0-16,4 7-2 0,0 0 0 0,3 4-1 15,5 1-3-15,1 1-3 0,4 2-8 16,4 2-4-16,4 1-1 0,5 0-3 0,2 0 2 16,5 1 0-16,3-2 0 0,4-1 1 0,4-1 0 15,4-4 0-15,3-2-2 0,4-6 0 0,2-5-2 16,7-5-1-16,0-7-1 0,2-7-2 15,1-6-1-15,1-6-6 0,0-4-13 0,-3-7-27 16,-1-1-73-16,-5-2-88 0,-5-4-170 16,-5 5-286-16,-7 0-320 0,-5 2-367 0,-8 2-197 15,-5 3 151-15,-6 0 683 0</inkml:trace>
  <inkml:trace contextRef="#ctx0" brushRef="#br1" timeOffset="179052.6">4186 13344 138 0,'-5'8'424'0,"2"-2"210"15,0-2 127-15,-1 0-111 0,2-1-152 0,2-1-81 16,0 0-60-16,0-2-39 0,3 2 17 16,3 0-28-16,1 1-55 0,1-2-70 0,4 2-28 15,1 0-13-15,1 0-44 0,2-2-34 0,3 1-16 16,-2 0-12-16,2-2-15 0,-1 0-7 0,2-2-10 16,-1 0 1-16,0 0-1 0,-2-1-3 15,0 0 0-15,-2 0-5 0,-2 1 2 0,1 1-9 16,-4-1-35-16,-4 2-127 0,-3 2-180 15,-1 2-287-15,-5 2-269 0,-2 3-259 0,-5 2-82 16,-2 1 373-16,-3 0 480 0</inkml:trace>
  <inkml:trace contextRef="#ctx0" brushRef="#br1" timeOffset="179252.17">4091 13690 296 0,'5'6'540'0,"3"-3"180"15,1 1 142-15,3-2-191 0,2 0-169 16,3-2-93-16,2-2-57 0,0 0-36 0,2-2-70 16,2 0-84-16,0-4-70 0,0 2-36 0,4-2-23 15,-2 1-15-15,2 0-10 0,2 0-8 0,-1 3-5 16,-2 0-22-16,1 1-104 0,-1 3-157 16,0 3-293-16,-3 1-249 0,1 2-219 0,-2 2-80 15,2-1 303-15,-4 2 422 0</inkml:trace>
  <inkml:trace contextRef="#ctx0" brushRef="#br1" timeOffset="179902.19">7100 13194 80 0,'3'4'440'0,"-1"0"258"0,1-2 153 15,5 2 48-15,0 0-278 0,3 0-185 0,2-1-65 16,2 1-40-16,1 1-29 0,5-2-72 16,-2 0-69-16,3 0-47 0,0-3-48 0,2 2-27 15,-2-2-14-15,3-2-7 0,-3 2-7 16,0-3-5-16,-1 2-1 0,1-1-2 0,-3 1 1 16,-1-1-4-16,-3 2 1 0,-2 0-15 0,-2 2-55 15,-2-2-126-15,-4 3-165 0,-3 0-293 16,-2 1-270-16,-3 3-230 0,-4 1-10 0,-3 1 361 15</inkml:trace>
  <inkml:trace contextRef="#ctx0" brushRef="#br1" timeOffset="180099">7153 13647 246 0,'10'11'452'0,"2"-4"165"0,0 0 92 0,2-1-218 15,2 0-141-15,3 0-70 0,0-1-37 0,2-1-28 16,1-1-15-16,5 0-56 0,1-1-60 16,2-2-33-16,3-2-20 0,4 2-30 0,-1-2-96 15,1 2-147-15,0 2-291 0,-2 0-206 16,-2 0-125-16,-3 5 30 0,0-1 268 0</inkml:trace>
  <inkml:trace contextRef="#ctx0" brushRef="#br1" timeOffset="182542.02">877 14938 46 0,'6'3'345'0,"-6"-3"206"16,0 0 146-16,8-1 3 0,-1-1-157 16,1-1-80-16,2-1-31 0,3 0-13 0,0-5-24 15,1 0-25-15,-1-1-70 0,4-1-87 16,0 0-63-16,-2-3-46 0,5 0-21 0,-2 3-31 16,-1-1-24-16,1 2-13 0,-1 2-7 15,-4 2 10-15,2 3 32 0,-2 1 60 0,-1 4 31 16,-2 4 26-16,0 1 7 0,-4 5-7 15,-3 5-31-15,-2 1-46 0,-1 3-22 0,-3 4-21 16,-3 4-13-16,2-1-9 0,-3 3-6 16,-1 0-3-16,3 0-10 0,-2-2-6 0,2-2-2 15,0-4-2-15,2-1-2 0,3-6-2 16,0-1 1-16,3-1-1 0,0-6 0 0,4 1 0 16,0 0 1-16,1-5 2 0,4-1 1 15,0-2-1-15,2-1 2 0,2-1 3 0,0 0 0 16,4-1-2-16,1 0 3 0,1 0 0 0,-3 2 1 15,-3 0-1-15,1 0 1 0,-4 0-2 0,-1 0 4 16,-2 4-1-16,-2-1 0 0,-3 3 3 0,1 2 5 16,-5-1 0-16,1 3 1 0,-2 1 0 0,-3 4 0 15,0 0-2-15,-5 2-2 0,2-2-1 0,-2 4 0 16,0-2 0-16,-3 0-3 0,1 1-1 0,-2-1 2 16,-1-2-2-16,-1 0-2 0,-2 0-3 15,2-2 0-15,0 1-20 0,2-2-66 0,0-1-78 16,4-1-159-16,2-1-271 0,-1 0-315 15,2-3-349-15,-2 1-229 0,5-3 69 0,2 0 646 16</inkml:trace>
  <inkml:trace contextRef="#ctx0" brushRef="#br1" timeOffset="182739.25">1601 15390 415 0,'8'-5'1299'0,"-5"4"337"0,1 1-209 15,-4-1-303-15,-2 1-468 0,-3-2-290 0,0 2-156 16,-1 0-68-16,1 0-47 0,2 0-33 0,1 0-32 16,-2-2-11-16,4 2-15 0,0 0-8 0,3 0-18 15,-2-2-50-15,1 2-68 0,-2-3-134 0,0 2-189 16,1 0-312-16,1 0-340 0,0-2-301 0,-1 1-131 16,-1 2 431-16,0 0 624 0</inkml:trace>
  <inkml:trace contextRef="#ctx0" brushRef="#br1" timeOffset="183116.17">1778 15172 98 0,'3'3'665'0,"-1"3"437"0,1 1 109 15,-1 3-115-15,-1 3-370 0,1 3-319 0,3 0-122 16,2 3-46-16,1 2-28 0,2 2-22 15,4 1-27-15,-1-2-33 0,0-1-49 0,2-3-37 16,0-1-16-16,2-5-14 0,2-2-8 0,-3-3-4 16,2-3-4-16,-1-4 1 0,0-2-5 0,-3-4 2 0,0-1-1 15,-3-6 0-15,-1 0 6 0,-1-3-1 0,-4-2 4 16,-2 0 12-16,-3 0 15 0,-1-2 17 16,-4 1 12-16,0 1 12 0,-6 1 5 0,0 2 3 15,-3-2-8-15,-2 4-11 0,-3-2-13 0,0 2-10 16,-3 1-9-16,0 0-11 0,1 1-8 0,-1 4-3 15,0-1-2-15,4 4-3 0,1 1-1 0,4 3-3 16,-1 1-1-16,5 4-4 0,1 2 0 0,0 3-2 16,5 3-1-16,3 2 0 0,2-1 0 0,1 3-10 15,4-2-33-15,-2 3-62 0,3-3-60 0,0 0-121 16,1-1-176-16,1-2-297 0,1-1-285 0,2-4-222 16,-1-1-111-16,1-3 340 0,3-3 535 0</inkml:trace>
  <inkml:trace contextRef="#ctx0" brushRef="#br1" timeOffset="183358.03">2161 15045 434 0,'5'-2'987'0,"-2"2"279"0,1 2-61 16,-2 0-289-16,3 5-268 0,-2 0-207 0,3 3-113 16,1 3-62-16,2 0-38 0,-1 1-39 0,0 2-76 15,0 0-48-15,3 3-27 0,0 0-10 16,0 1-12-16,3 1-1 0,-1 0-4 0,1 1 0 15,-3 0-2-15,2 0-3 0,-2 0 0 0,-3 1-4 16,3-3 0-16,-5 0-3 0,-3-1-4 0,-1-2-15 16,-4-1-42-16,-3-4-55 0,-2-4-53 15,-3 0-97-15,-1-2-137 0,-4-3-159 0,-2-3-176 16,0-3-235-16,0 0-217 0,-2-3 3 0,0-3 300 16,0-4 389-16</inkml:trace>
  <inkml:trace contextRef="#ctx0" brushRef="#br1" timeOffset="183520.01">2063 15160 294 0,'-2'-17'580'0,"1"4"209"16,1-2 94-16,1 4-167 0,4-2-155 0,0 1-111 16,4-1-55-16,-1-1-35 0,2 0-20 0,1 0-57 15,6 0-61-15,0-3-42 0,1 3-29 0,4-2-24 16,3 0-34-16,-1 3-38 0,3 0-21 0,3 0-17 16,0 2-16-16,2 4-42 0,1 3-51 15,3 2-148-15,-1 2-221 0,-2 3-291 0,2 1-305 16,0 2-251-16,-2-1-63 0,2 2 498 0</inkml:trace>
  <inkml:trace contextRef="#ctx0" brushRef="#br1" timeOffset="185846.06">4923 14806 46 0,'-2'-1'409'16,"-2"-2"270"-16,0 0 197 0,2-2 46 0,0 2-230 15,2-1-170-15,0-2-106 0,0 2-59 16,0-5-51-16,4 2-50 0,1-2-62 0,3-2-15 16,0 3-7-16,3-3-4 0,3 3-10 15,2-4-16-15,0 3-20 0,3 2-40 0,-1 0-29 16,2 0-14-16,-1 3-2 0,-2 2-6 0,2 4 0 15,-3 2 2-15,1 3 6 0,-4 3 2 16,-2 3 4-16,0 3 3 0,-4 3 0 0,-4 2-2 16,0 4-6-16,-4 0-2 0,-3 1-9 15,-1 3-5-15,-1-1-4 0,-5 3-3 0,2-3-7 16,-3 1-4-16,0-2-4 0,1-3-1 0,1-3-1 16,-1-6 0-16,5 2 0 0,0-6 0 0,1-1 0 15,0-3-1-15,3-3-2 0,-2 1 0 16,2-3 0-16,1-2-3 0,1-1 0 0,1-4 1 15,4 0 0-15,-2-2 0 0,5-1 0 16,0-1 4-16,0-1 0 0,6-1 1 0,-3 3 0 16,2 1 0-16,-1-1-1 0,1 2-2 0,0 2 0 15,-2 1 1-15,1 2-1 0,-2 1 2 16,-2 2 2-16,0 1 3 0,-2 4-1 0,-1 1 3 16,-2 2 1-16,-3 3-1 0,0 2 1 15,-2 2-3-15,-1 1-1 0,-2 1-3 0,-2 5 0 16,-1-2 1-16,-2 2 1 0,2 0 0 0,-4 0 1 15,2 0 1-15,-1-3-1 0,0-1-2 16,1-3-4-16,1 0-3 0,1-1-20 0,2-2-65 16,-1-2-66-16,3-3-134 0,0 0-214 15,0-3-311-15,4-1-333 0,2-2-246 0,0-2-96 16,3-1 474-16,0-1 604 0</inkml:trace>
  <inkml:trace contextRef="#ctx0" brushRef="#br1" timeOffset="186034.05">5437 15229 136 0,'4'-2'931'0,"-2"2"593"0,0 0-19 0,-4 0-270 15,-1 2-415-15,0-2-338 0,-3 2-214 16,1 0-104-16,2-1-52 0,0-1-38 0,-1 1-32 16,3-1-24-16,-1 0-16 0,2-1-14 15,0 1-46-15,0-1-72 0,2-1-85 0,-1 0-148 16,1 0-204-16,-2-2-324 0,3 2-288 0,-1-1-195 15,1 1 46-15,0 0 488 0</inkml:trace>
  <inkml:trace contextRef="#ctx0" brushRef="#br1" timeOffset="186451.98">5598 14991 419 0,'0'13'777'0,"0"-1"223"16,3 5 59-16,-1 2-261 0,3 6-274 15,1 3-166-15,2 1-69 0,0 3-42 0,1 0-57 16,5-1-57-16,-1-4-42 0,2-1-35 0,2-6-26 15,0-6-18-15,1-5-5 0,2-4-5 16,-2-8 0-16,-1-5-3 0,-3-5 0 0,0-4 5 16,-4-4-2-16,-2-1 4 0,1-6 18 15,-6 1 46-15,-1-1 55 0,-2-2 30 0,-3 2 18 16,-4 0 0-16,-2 2-17 0,-2-1-33 0,0 5-44 16,-5-1-28-16,0 3-22 0,-3 1-11 0,1 3-7 15,1 3-5-15,-1 3-5 0,0 4-3 16,2 6-1-16,0 2-4 0,2 8-2 0,0 4-1 15,3 3 1-15,3 6-7 0,0 0-42 16,3 5-60-16,4-3-74 0,-2 2-140 0,7-1-207 16,-2-3-316-16,4 0-278 0,1-1-202 0,1-6-1 15,2-3 464-15</inkml:trace>
  <inkml:trace contextRef="#ctx0" brushRef="#br1" timeOffset="186694.15">6013 14802 194 0,'9'-3'832'16,"-3"6"426"-16,-1 0 22 0,1 6-126 15,1 1-353-15,0 5-286 0,-2 2-147 0,2 2-81 16,-3 2-47-16,3 4-60 0,2-2-74 0,-3 5-49 16,1 2-25-16,1-1-13 0,1 2-8 0,-3 1-3 15,-1-2-3-15,2-2-1 0,-4-1 0 16,0-2-2-16,-3-2-2 0,0-2-4 0,-1-3-12 15,-3-1-44-15,-4-3-68 0,-1-2-92 16,-4-5-153-16,0-2-234 0,-2-2-320 0,2-4-293 16,-1-6-197-16,1 0 96 0,0-6 534 0</inkml:trace>
  <inkml:trace contextRef="#ctx0" brushRef="#br1" timeOffset="186874.1">5903 14869 243 0,'2'-20'851'16,"-2"5"384"-16,1 2 0 0,-1 3-210 0,2 1-331 15,3 3-240-15,3-1-129 0,1 2-65 0,2 0-37 16,2 0-29-16,6 3-61 0,1-2-60 16,1 2-34-16,6 0-18 0,3 2-9 0,3 0-7 15,2 0-6-15,6 0-4 0,-1 2-37 0,4-2-62 16,3 2-120-16,4 1-197 0,1-1-293 16,8-2-327-16,2 1-302 0,4-2-141 0,2 0 372 15,0 0 626-15</inkml:trace>
  <inkml:trace contextRef="#ctx0" brushRef="#br1" timeOffset="187957.99">8688 14714 365 0,'5'1'683'0,"-1"0"214"0,2-1 40 0,-1-1-211 16,2 0-203-16,2-1-132 0,0-4-68 16,1 2-25-16,3-2-15 0,2-1-67 0,-2-2-71 15,4 0-47-15,-1 0-27 0,3-1-22 0,0 1-21 16,-3 1-13-16,1 0-6 0,-2 2 0 15,0 1 2-15,-2 3 16 0,0-1 43 0,-1 6 38 16,-4 1 22-16,-1 5 3 0,-4 3 0 16,-1 4-15-16,-4 3-37 0,-3 5-33 0,-1 3-19 15,-4 3-11-15,-1 2-9 0,0 1-3 0,-2-1-3 16,1 0 0-16,2-3-4 0,-2-1 1 0,4-4 0 16,1-3-1-16,3-3-5 0,-1-4-3 15,2-3 0-15,1-3-2 0,2-2 4 0,0-3 0 16,3-3 1-16,0-3 1 0,2-3 5 15,2-1 0-15,1-2-2 0,2 0-1 0,-1-1 2 16,2-1 3-16,1 3-2 0,-1 1 3 0,-1-1-2 16,4 2-1-16,-1 2 1 0,-1 1-2 15,-1 2 3-15,1 1-2 0,-2 2 2 0,0 1 1 16,-3 3 2-16,0 1 2 0,-1 3-1 0,-2-1-2 16,-3 6 1-16,-1 0-1 0,0 1-1 15,-3 2-3-15,-2 4 1 0,-4 0 0 0,1 1-3 16,-2 3 2-16,0 0-1 0,0 1 2 0,0-1-5 15,-2 1 3-15,4-5-3 0,-2-1-32 16,4-5-61-16,-2-2-69 0,0-4-136 0,5-6-177 16,-2 0-313-16,4-4-285 0,-1-2-213 15,2-3-51-15,3 0 419 0,-1-1 487 0</inkml:trace>
  <inkml:trace contextRef="#ctx0" brushRef="#br1" timeOffset="188148.42">9184 15163 42 0,'2'-1'617'16,"1"1"518"-16,-3 0 183 0,-2 0-86 0,1 0-294 15,1 1-360-15,0-1-197 0,0 0-111 16,-2 2-63-16,2-2-63 0,0 0-69 0,2 0-41 16,-2 1-39-16,3-1-71 0,0 2-82 15,0-2-152-15,0 1-239 0,0-2-307 0,2-1-332 16,0 2-217-16,2-3 43 0,0-1 557 15</inkml:trace>
  <inkml:trace contextRef="#ctx0" brushRef="#br1" timeOffset="188539.02">9562 14754 604 0,'-3'1'1530'15,"-2"3"159"-15,0 8-322 0,-3 4-334 0,2 3-479 16,-2 5-292-16,2 6-128 0,0 1-56 0,1 5-29 16,1 2-13-16,4-1-12 0,2 1-9 15,3-4-8-15,3-2-6 0,6-5-2 0,-1-6-3 16,1-6-2-16,3-4 1 0,1-7-1 16,-2-5 1-16,-1-5-4 0,-2-6 0 0,-2-5-2 15,0-4 3-15,-3-4 0 0,-3-3 1 0,-3-1 4 16,-2-3 2-16,-4 1 3 0,-2-1-1 15,-1 3 2-15,-5-2 7 0,-1 3 4 0,-4 0 7 16,1 3 10-16,-3 1 10 0,3 5 5 16,-3 2-1-16,-1 4-4 0,4 6-6 0,-3 2-12 15,5 6-8-15,-2 4-8 0,3 5-4 0,-1 5-3 16,6 2-2-16,0 2-1 0,2 4-2 16,3-1-2-16,1 2-1 0,4 2-5 0,1-3-15 15,0 3-34-15,5 0-71 0,0-4-85 16,1 1-161-16,1-2-279 0,1-3-318 0,3-5-336 15,1 0-195-15,0-5 114 0,1-4 634 0</inkml:trace>
  <inkml:trace contextRef="#ctx0" brushRef="#br1" timeOffset="188889.98">10109 14683 447 0,'-3'-11'1080'0,"-2"0"326"0,0 0-45 16,-1 2-284-16,-2 2-390 0,2 0-240 0,1 1-137 15,-1 1-76-15,2 0-66 0,1 2-51 0,-1 0-39 16,2 3-26-16,2-1-18 0,0 2-14 16,2 2-7-16,2 3-5 0,-1 3-3 0,4 2-1 15,-1 2-2-15,2 4 2 0,3 1-2 16,-1 2-1-16,-1 3 0 0,2 1 1 0,-3 1-1 15,2 3 0-15,-1-3 0 0,-1 4 0 0,0-2 0 16,-1-1-1-16,-3 2-1 0,1-2 1 0,-4 2 1 16,-1-3-1-16,-3 0-1 0,-3 0 1 15,-2 2-2-15,-2-2-1 0,-2 0-3 0,-1 0-1 16,-2-3-9-16,-1-3-17 0,-2-1-50 16,2-4-73-16,-1-6-121 0,4-5-186 0,-1-5-298 15,3-5-336-15,1-7-294 0,1-4-129 0,1-9 368 16,0-3 620-16</inkml:trace>
  <inkml:trace contextRef="#ctx0" brushRef="#br1" timeOffset="189063.93">10011 14656 382 0,'7'-21'902'0,"-1"2"298"0,3 2-3 0,1 1-202 16,1 4-283-16,1 0-225 0,3 2-128 0,2 2-72 16,-3 3-53-16,5 1-76 0,0 0-68 15,0 3-41-15,3 1-19 0,0 1-12 16,2 3-10-16,3-2-4 0,0 3-6 0,3-1-13 15,3 2-66-15,-1 1-68 0,3 1-167 0,1-1-252 16,0-1-307-16,2 1-352 0,0-1-226 0,5-1 34 16,-2-1 631-16</inkml:trace>
  <inkml:trace contextRef="#ctx0" brushRef="#br1" timeOffset="193261.94">1206 16687 49 0,'0'-6'232'0,"0"0"106"0,-2 0 103 0,1 0-100 15,-2-1-101-15,1 2-15 0,-3 0 5 0,2 0 19 16,1-3 17-16,-2 2 6 0,1-1 7 0,1 0 13 16,1 2 31-16,-1-1 20 0,2-2 3 15,0 2-22-15,0-1-32 0,0 7-37 0,-3-2-55 16,3 2-27-16,-2-6-10 0,2 6 6 15,0 0 4-15,0 0-7 0,0 0-8 0,0 0-23 16,0 0-24-16,0 0-26 0,0 0-20 0,0 0-9 16,0 0-9-16,0 0-12 0,0 0-9 15,0 0-9-15,0 0-5 0,0 0-3 0,0 0-2 16,0 0 7-16,2 6 1 0,-2 0 1 16,0 1-3-16,1-1 6 0,1 1-8 0,0-1 1 15,-1 0 0-15,-1 3 2 0,2-2-1 0,1 3-4 16,1 1 13-16,-2-2 4 0,1 3 2 0,0 0 6 15,-1 2 6-15,1-1 0 0,0 2-5 16,1-1-7-16,-1 2-2 0,0-1-2 0,3 2 1 16,-1-2-2-16,-2 3-1 0,2 0-1 15,0 1-1-15,1-1-6 0,2 1-5 0,-2 0-7 16,-1 0-1-16,3-1-4 0,-2-1-3 0,0-2-2 16,1 0-1-16,-1-4 3 0,1 0-1 0,0-3 3 15,-2 1 1-15,3-5 2 0,-2 0 1 0,2-3 0 16,0-1 1-16,2-3 1 0,-1-1 0 0,0-4-1 15,1-2 0-15,-2 0-1 0,4 0 0 0,-4-2 1 0,2 0 0 16,-2 0-1-16,1 0 2 0,-1 1-1 0,0 1 2 16,0-1-3-16,-2 2 0 0,1 2 1 0,-3-1-2 15,1 2 0-15,0 2 0 0,-3 1 0 0,2 0 1 16,-2 0 0-16,-1 3 0 0,1-2 0 0,-1 2-1 16,1 2 1-16,-2-2-1 0,2 3 2 0,-1 0 0 15,-1 3 2-15,2 0 2 0,-2 3-1 0,1 3 2 16,1-1-2-16,-2 3-1 0,0 3-1 0,2 0 0 15,-1 2 0-15,-1 0 0 0,2 4 0 0,-2-2 0 16,0 1-1-16,2 1 0 0,-2 1 0 0,1-3-1 16,-1 0 1-16,0-1-2 0,2-3 0 0,-2 0-1 0,0-2-1 15,1-5-2-15,2 1 0 0,-3-4-2 0,2-1-4 16,-1-1-11-16,4-2-17 0,0-2-28 0,-2-2-58 16,0-1-65-16,-1-4-125 0,-2 0-169 0,2 0-280 15,-1-1-312-15,4-4-253 0,1 2-155 0,0-3 338 16,-1 0 578-16</inkml:trace>
  <inkml:trace contextRef="#ctx0" brushRef="#br1" timeOffset="193948.09">1873 17085 278 0,'-2'2'482'0,"-1"3"195"0,3-2 37 0,-1-1-146 15,1-1-101-15,1 0-59 0,-1 1-25 0,2-2-24 16,-2 0-37-16,0 0-55 0,1-3-61 0,-1-2-52 15,2-2-40-15,-2-3-12 0,0-3 1 0,3-1 13 16,-1-4 35-16,4-2 29 0,-1-3 4 0,4 0-18 16,-1-3-20-16,0-2-16 0,-1-2-27 0,2-2-32 0,-1 0-14 15,2-4 0-15,-1 4-9 0,-1-1-12 0,0 0-9 16,0 1-4-16,-1 2-4 0,1 5-9 0,-3 1 6 16,0 3 2-16,0 4-2 0,-2 2 0 0,3 5-5 15,-4-1-2-15,-1 5-1 0,1 0 1 0,-1 3 3 16,-1 1 2-16,2 1 1 0,-2 2 2 0,0 4 6 15,0 0 3-15,0 5 1 0,0 2 0 0,0 2-2 16,0 4-1-16,0 1 1 0,0 2-3 0,0 2-3 0,0 2 0 16,0-2 3-16,0 5 5 0,-2-1-3 15,2 2-8-15,0-1-5 0,0 2-1 0,0-1-7 0,0 0-6 16,0 0-4-16,0-1 4 0,0 0 2 0,0-1 1 16,0-2 0-16,2-1 0 0,-2-1 0 0,2-4 0 15,-1-1-3-15,-1-3 1 0,2-1-1 0,1-2 0 16,-1-3-2-16,1 0 1 0,-2-2-2 0,3-1-4 15,0-1-12-15,-1-3-15 0,0 0-36 0,2 0-67 16,-3-4-70-16,1 0-138 0,0-2-176 0,-1 0-309 16,0-2-299-16,-1 0-219 0,1 0-79 0,-1-1 436 0,-1 1 534 15</inkml:trace>
  <inkml:trace contextRef="#ctx0" brushRef="#br1" timeOffset="194166.05">2253 17097 300 0,'3'4'1150'0,"-3"-1"449"0,-2-1-137 16,2 1-297-16,-3 0-456 0,0-2-277 0,-2 1-167 15,2-2-76-15,-2 0-48 0,2 0-30 0,0 0-31 16,0 0-27-16,1 0-21 0,2-2-17 0,-1 2-9 16,1-1-7-16,1 1-5 0,-1-3-1 0,2 0-1 15,1 1-8-15,0-1-19 0,0 0-31 0,2 0-71 16,-2-1-96-16,0 0-172 0,-1 0-285 0,-1 1-314 15,4-1-352-15,-3-2-191 0,4-2 186 0,0 1 663 16</inkml:trace>
  <inkml:trace contextRef="#ctx0" brushRef="#br1" timeOffset="194543.95">2444 16755 51 0,'0'0'634'0,"-2"3"494"0,1-2 155 15,-2 5-138-15,1 2-355 0,0 4-372 0,1 1-182 16,2 6-68-16,3 1-35 0,-1 5-15 0,6 3-6 16,-1 2-12-16,3 4-17 0,5-2 1 0,-2 2-2 15,5 0-5-15,-3-2-9 0,3-1-6 0,1-5-7 16,-2-3-28-16,1-4-12 0,-2-4-11 0,2-6-1 16,-3-3-3-16,0-4 2 0,-2-6 8 0,0-1 4 15,-4-7 4-15,-4-3-5 0,0-4-2 0,-4-1 4 16,-2-5 1-16,-2-1 10 0,-4-4 13 0,0 0 22 15,-2 1 20-15,-2 1 11 0,-2-1 2 16,-1 1-10-16,-4 3-14 0,1-3-13 0,-3 4-15 0,1 1-14 16,-2-1-7-16,0 4 0 0,0 2 0 0,2 1 1 15,0 5-2-15,2 2 0 0,1 4-7 0,2 1-6 16,0 4-6-16,2 2-4 0,3 6-3 0,2 2-1 16,1 1-1-16,2 7 1 0,3 0-10 15,3 1-15-15,2 5-20 0,3-2-34 0,0 3-69 16,1 1-87-16,2-2-137 0,2-1-187 0,1-2-298 15,1 1-316-15,3-4-221 0,-3-1-7 0,5-6 463 16,1-1 526-16</inkml:trace>
  <inkml:trace contextRef="#ctx0" brushRef="#br1" timeOffset="194866.06">3024 16960 190 0,'16'7'624'0,"-2"3"381"0,-1 1 165 0,-2 5-195 16,-1 2-271-16,0 4-246 0,-2 1-127 15,2 3-96-15,2 4-72 0,-2-5-51 0,1 0-36 0,0-2-30 16,0-4-23-16,0-4-12 0,2-4-2 0,-2-7-2 16,0-2-4-16,2-8-3 0,-2-5 0 0,0-7 0 15,-2-4-2-15,1-6 0 0,-2-1 2 0,-1-6-1 16,0 0-2-16,-4-2 0 0,0 1-4 0,-3 0 0 16,-1-5 4-16,-2 4 17 0,-1-2 33 15,-4 1 51-15,1 1 43 0,-3 4 30 0,-1-3 15 16,-3 6-1-16,1 3-15 0,-4 2-31 0,-1 6-27 15,-2 1-23-15,1 6-20 0,-2 5-18 0,-2 4-17 16,-1 5-14-16,0 6-8 0,2 6-9 0,-2 6-4 16,2 4-2-16,1 4 0 0,4 5-1 0,0 0-3 15,4 2-4-15,5 1-20 0,3-2-60 0,1-1-73 16,2-4-144-16,4 2-244 0,4-6-315 0,2 1-358 16,3-5-278-16,1-3-59 0,1-2 577 0</inkml:trace>
  <inkml:trace contextRef="#ctx0" brushRef="#br1" timeOffset="198759.94">4888 16458 120 0,'0'-2'472'0,"0"1"287"0,0 1 178 0,0-1-38 16,-2 1-221-16,2 0-155 0,-1 0-107 0,-1 0-71 16,2 1-59-16,-1 0-76 0,1 1-67 0,1 1-53 15,-1 1-39-15,2 2-22 0,1 3-11 16,0 3-5-16,2 5 3 0,3 1 37 0,-1 3 20 15,3 2 5-15,-3 0-3 0,2 3 1 0,2-3-10 16,-3-1-30-16,2-3-20 0,1-2-7 0,-2-2-4 16,1-5-3-16,2-2-4 0,-1-2-2 0,1-3 5 15,0-3 4-15,-2-1-1 0,-1-3 3 16,2-3 1-16,-1 2 3 0,-2 0-3 0,1-4-2 16,-3 3-1-16,-1 1-2 0,0 2-1 0,-2-2-5 15,2 4 2-15,-2-1 3 0,0 4 2 0,0 1 32 16,2 1 19-16,-2 5 8 0,2 4 6 15,-2 1 3-15,-1 6 0 0,1 1-26 0,0 4-15 16,0 5-14-16,-3 0-12 0,3 3-9 0,-3 0-4 16,0 2-2-16,0-2-3 0,2-2 6 0,-2-2 2 15,1-5 1-15,1-2 0 0,-2-4 1 0,3-3-5 16,-3-4-18-16,2-1-55 0,-1-3-59 16,1-2-129-16,-2-5-177 0,-2-1-295 0,2-5-306 15,-1-3-233-15,-1-4-103 0,2 0 379 0,-1-2 520 16</inkml:trace>
  <inkml:trace contextRef="#ctx0" brushRef="#br1" timeOffset="199100.02">5277 16995 313 0,'6'-3'629'0,"-1"-1"223"0,-2-1 120 16,1-4-198-16,-1-2-203 0,2-4-141 0,1-3-78 15,0-4-44-15,0-5-63 0,1-2-61 16,1-4-38-16,4-3-21 0,-2-3-5 0,1 0-11 16,3 1 8-16,-3 0 13 0,-1 3-7 0,2 2-12 15,-4 5-9-15,0 4-2 0,0 2-9 0,-3 8-19 16,-2 0-9-16,0 4 0 0,0 3 1 0,-1 2 2 16,-2 2-9-16,0 3-6 0,0 4-11 15,-2 2-10-15,-1 5-13 0,0 4-8 0,0 2-5 16,-2 8-3-16,2 0-2 0,-3 4-3 0,4 4 0 15,-3 1 2-15,4 2 1 0,-1 0 0 0,2 2 1 16,0 0 1-16,0 0-1 0,3 1-2 0,-1-4-12 16,3-2-35-16,1-3-74 0,-2-6-101 15,1-3-168-15,0-4-295 0,0-4-328 0,0-2-332 16,-2-4-176-16,3-2 237 0,-3-3 633 0</inkml:trace>
  <inkml:trace contextRef="#ctx0" brushRef="#br1" timeOffset="199287.99">5701 16977 84 0,'3'-3'732'15,"-1"0"556"-15,-2 1 99 0,-2 0-123 0,1 2-370 16,-1 0-377-16,0 0-193 0,1 0-111 0,-1 0-53 16,-1 0-69-16,3 0-41 0,-2-2-29 0,2 2-17 15,0 0-21-15,2-2-64 0,-2 1-78 16,2-1-142-16,-1 1-223 0,1-2-310 0,1-2-330 15,-1 1-224-15,1-1 10 0,0-1 512 0</inkml:trace>
  <inkml:trace contextRef="#ctx0" brushRef="#br1" timeOffset="199622.14">5935 16762 18 0,'3'14'547'0,"2"1"471"15,-2 0 200-15,-1 4-83 0,1 2-319 0,0 3-340 16,3 2-184-16,-1-1-86 0,3 1-41 0,-2 0-31 16,4-4-29-16,1-6-31 0,0-3-33 0,3-3-22 15,-1-7-13-15,2-5-5 0,-2-7-2 0,0-3-4 16,-1-6 2-16,-2-4 5 0,0-3 1 16,-3-1 1-16,-2-3 0 0,0-3 18 0,-4 4 38 15,-1-2 34-15,-1 2 28 0,-4 1 16 0,0 2 8 16,-4 3-12-16,-2 3-31 0,0 1-31 0,-5 2-23 15,3 3-16-15,-2 3-14 0,0 2-7 16,0 5-4-16,0 1-4 0,1 7-6 0,1 4-5 16,2 5 0-16,-1 4-4 0,4 3-1 0,1 4 1 15,4 1-4-15,3 4-31 0,3 0-57 0,2 0-54 16,1 1-82-16,3 1-153 0,3-1-194 16,-1-3-282-16,2 2-229 0,4-5-203 0,-1-5 38 15,1-4 451-15</inkml:trace>
  <inkml:trace contextRef="#ctx0" brushRef="#br1" timeOffset="199919.9">6406 16746 90 0,'10'-2'662'0,"-1"6"462"0,-4 3 125 16,0 3-133-16,-1 5-359 0,1 3-272 0,0 5-146 16,1 1-75-16,2 4-41 0,0-1-28 15,2 2-39-15,0-2-56 0,2 1-43 0,2-4-24 16,-2-3-17-16,4-6-5 0,0-4-7 0,0-5-5 15,-2-5-1-15,-1-5-3 0,3-4 3 0,-5-4-4 16,1-4 2-16,-4-4-1 0,-3-2-1 0,0-2 2 16,-2-3-3-16,-3-2 4 0,-3 2 2 15,1-1 6-15,-6 1 5 0,0 2 1 0,-4 0-1 16,1 3 3-16,-5-1-3 0,0 2-4 0,-1 0-6 16,-1 2-2-16,-1 3 0 0,3 1-4 0,-3 4-5 15,2 4-3-15,1 6-25 0,3 6-46 0,-1 7-43 16,5 2-71-16,2 5-143 0,3 3-186 15,4 4-280-15,6-1-237 0,2 2-216 0,5 2 11 16,6-1 438-16</inkml:trace>
  <inkml:trace contextRef="#ctx0" brushRef="#br1" timeOffset="201478.14">9416 16842 362 0,'5'-12'768'0,"-2"-1"263"15,-1-6 91-15,1-2-259 0,-1-4-259 0,1-4-152 16,0-4-52-16,3-1-40 0,1-2-64 0,-1-3-57 16,1 0-38-16,2-2-58 0,-1-1-45 15,1 4-28-15,-1 0-16 0,3 2-10 0,-3 4-8 16,-1 5-8-16,-1 5-9 0,0 4-7 0,-1 4-4 16,-2 4 0-16,0 3 3 0,0 2 4 15,-1 5 6-15,0 5 0 0,-1 2 2 0,-1 6-1 0,0 2-4 16,0 6-5-16,0 4-6 0,0 3-1 15,0 2-2-15,0 1-3 0,0 3-2 0,2 1-2 16,-1 2-2-16,1 1-2 0,1-1-1 0,0 3-2 16,0-2-7-16,2-3-35 0,0 0-66 0,-2-3-89 15,2-6-154-15,-2-1-269 0,0-3-323 16,2-5-313-16,-2 0-199 0,0-5 125 0,0 0 596 16</inkml:trace>
  <inkml:trace contextRef="#ctx0" brushRef="#br1" timeOffset="201668.99">9834 16827 148 0,'2'0'953'0,"-2"3"579"16,-2 0-51-16,-3 1-284 0,0 1-427 0,-1 1-341 16,0 1-216-16,-2-1-101 0,3 0-47 0,0-1-28 15,2-1-22-15,2-1-14 0,1-3-36 0,1 0-58 16,1-3-77-16,-1-1-142 0,4-2-199 0,-1-2-312 15,3 1-291-15,-1-4-224 0,1-2 3 16,1-1 475-16</inkml:trace>
  <inkml:trace contextRef="#ctx0" brushRef="#br1" timeOffset="202008.06">10024 16498 177 0,'4'12'769'0,"-2"2"403"0,-2 2 56 0,0 5-157 15,0 2-428-15,1 4-289 0,1 1-129 0,1 2-64 16,2 2-32-16,0-2-18 0,3 0-21 16,-1-4-30-16,3 0-27 0,0-3-15 0,2-5-11 15,-1-4-1-15,3-3-6 0,-1-6 5 0,-2-4-6 16,2-5-2-16,-4-5 1 0,1-7-5 16,-4-3 6-16,-1-6 6 0,-2-4 50 0,-3-2 43 15,-2-4 30-15,-1-1 21 0,-3-2 9 0,-2 3-7 16,-1 0-31-16,-4 2-29 0,0 3-19 0,1 1-11 15,-2 6-10-15,2 3-5 0,-2 4-7 16,3 5-8-16,0 4-9 0,0 5-8 0,1 6-8 16,4 6-6-16,-3 3-2 0,6 4-3 0,0 4-1 15,3 1-1-15,1 2-8 0,4 3-12 0,1 1-30 16,0 3-57-16,2 0-61 0,2 1-69 0,1-1-129 16,0 2-178-16,3-3-289 0,0-1-230 15,2-2-203-15,0-5-71 0,1-4 388 0,1-4 505 16</inkml:trace>
  <inkml:trace contextRef="#ctx0" brushRef="#br1" timeOffset="202301.95">10473 16712 485 0,'15'-1'975'0,"-5"1"272"0,1 5 1 16,0 2-240-16,-3 1-308 0,0 5-208 0,-2 1-130 16,2 1-74-16,-2 3-70 0,1-3-84 0,-2 3-53 15,1-2-33-15,0-2-18 0,2-2-14 0,-2-2-9 16,-1-5-5-16,2-1-3 0,-1-5-1 15,-3-7-2-15,0-4 2 0,-1-4 0 0,-1-5 1 16,-1-2 1-16,-1-7 0 0,-1-1 2 0,-1-2 1 16,-3-3 1-16,0-2 0 0,-3 0 0 0,1 0 0 15,-2 1 8-15,0 0 11 0,-3 3 14 0,1 5 11 16,-1 5 6-16,-3 5 0 0,2 6-5 0,-2 5-12 16,0 5-11-16,-2 9-12 0,1 6-8 15,0 6-5-15,1 2-3 0,2 8-5 0,3 2-21 16,3-2-39-16,0 3-78 0,4-2-112 0,2 1-191 15,0-3-303-15,4 0-339 0,1-1-345 0,0-2-148 16,2-2 336-16,1 1 676 0</inkml:trace>
  <inkml:trace contextRef="#ctx0" brushRef="#br1" timeOffset="-213112.71">8759 16363 76 0,'4'-4'276'16,"0"1"127"-16,0-2 105 0,-2 1-120 15,1-1-102-15,0-1-46 0,-1 1-6 0,1 1 25 16,-1 0 26-16,-1-1 22 0,1 2 25 0,0 0 15 16,-1 0 4-16,2 0-11 0,-3 2-29 15,0-2-39-15,2 0-36 0,-2 3-23 0,1-1-12 16,-1 1 5-16,0 0-3 0,0 0-3 0,0 0-15 15,0 0-24-15,0 0-25 0,0 0-28 0,0 0-17 16,0 0-14-16,0 0-9 0,0 0-8 16,0 0-9-16,0 0-8 0,0 0-7 0,0 1-7 15,0-1-5-15,0 3-6 0,0 0-2 0,0 1-7 16,-1 2-3-16,-1 3-3 0,-1 0-1 0,3 4-1 16,-1-3 0-16,-1 7 0 0,0-3-1 15,2 4 0-15,2 1 0 0,-2 1-2 0,3 3-1 16,0 1 0-16,2 2 0 0,0-1 1 0,1 4-1 15,0-1 0-15,5-1 1 0,-3 1 0 0,0-3 0 16,3-3 1-16,-1-1 1 0,-1-3 1 0,1-3 0 16,-1-2 1-16,2-4 0 0,-1-1-2 15,2-2 0-15,1-5 0 0,-2-2 0 0,2-4 0 16,-2-1 0-16,3-4 3 0,-3-2-1 0,3-2 0 16,-3-1 0-16,1-4 0 0,0-1 2 0,-2-1-2 15,-1 1 1-15,0 1 1 0,-2-2 0 0,1 4-2 16,-2-2 0-16,0 2 1 0,-3 3-1 15,2 1-2-15,-3 1 2 0,1 1-1 0,0 4 0 16,-1 1 1-16,0 0 0 0,-1 2 0 0,-1 1 1 16,0 2 0-16,2-1 0 0,-2 1 3 0,0-1 5 15,0 2 2-15,0-1 2 0,0 1-1 0,0 0 1 16,0 0-4-16,0 0-4 0,0 0-3 0,0 0-1 16,0 1-1-16,0 1 1 0,0-1-1 15,0 2 1-15,0 3-2 0,0 0 1 0,-2 1-1 16,2 4-1-16,0 2 0 0,2 0 0 0,-1 5 4 15,1 1 4-15,2 4 4 0,-2 1 1 16,4 3 2-16,-1 3 3 0,0-1-4 0,1 5-3 16,2 0-2-16,-2 1-1 0,2 1-2 0,-1-2-1 15,2 0-3-15,-1 0-2 0,0-2-2 0,0-3-2 16,1-2-10-16,-2-3-21 0,-1-3-56 16,-1-6-82-16,-2-1-179 0,0-4-277 0,2-2-332 15,-4-5-401-15,-1-3-315 0,-4-6 73 0,-2-1 810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7:56:08.6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3701 1185 144 0,'14'-14'284'15,"-4"4"110"-15,-2-2 19 0,-2 1-65 0,2 4 28 16,-4-1 114-16,0 2 146 0,-3 0 47 0,-1 0 0 16,0 0-32-16,-1 2-108 0,-1 1-128 0,-3-1-115 15,0 0-69-15,-4 2-58 0,0-2-57 0,-3 1-29 16,0-1-19-16,-4 4-13 0,0-2-8 0,-3 2-9 16,-1 2-5-16,-2 1-6 0,-2 1-8 0,0 4-4 15,-3 2-4-15,2 5-4 0,-3 3-3 0,-1 5-3 0,2 3-3 16,-1 8 0-16,-1 5-3 0,5 4 2 0,-1 2-1 15,5 5 1-15,1 2 2 0,8 3 2 16,3 1 1-16,3 0 0 0,6-1-1 0,4-2 2 16,7-4-3-16,3-2 0 0,3-4 2 0,4-4-3 15,5-5 0-15,1-4-2 0,5-6 1 0,2-4 0 16,3-9-2-16,1-5 2 0,4-8 1 0,0-5 8 0,1-7 4 16,-3-4-3-16,1-6-2 0,-2-3-2 15,-3-4-2-15,-2-4-5 0,-4-1-6 0,-4 0 4 16,-2-1 10-16,-7 1 5 0,-2 0 3 0,-7 0-2 15,-1 0-4-15,-5 1 0 0,-6 0-6 0,-3-3-4 16,-2 2-3-16,-5-1 3 0,-4 0 3 0,-5-1-1 16,1 5-1-16,-6 0 2 0,0 0-1 0,-3 7 2 15,0 3-1-15,-1 4 1 0,-3 4-1 0,-1 6-1 16,1 5 1-16,-2 4-4 0,1 4 0 0,0 5-2 16,3 4 1-16,-1 4-1 0,5 4-8 0,1 2-9 15,2 0-14-15,2-1-36 0,4 3-55 0,5-3-53 16,2 0-103-16,5 0-148 0,4-3-189 0,3 1-276 0,3-2-232 15,5-2-193-15,6 1 156 0,-1-2 457 16</inkml:trace>
  <inkml:trace contextRef="#ctx0" brushRef="#br0" timeOffset="1166.9">4877 1129 162 0,'-1'-12'453'0,"-1"3"264"0,-4 2 243 16,-2 0-66-16,-6 1-172 0,1 0-128 0,-6-1-57 15,0 3-41-15,-3 4-85 0,-2 3-93 0,-4 1-66 16,-4 4-46-16,-3 2-58 0,-1 4-47 16,-4 2-25-16,-2 4-19 0,2 3-3 0,0 3-1 15,1 4 0-15,1 5-6 0,2 1-4 0,3 4 2 16,3 2-8-16,4 3-7 0,4 3-7 0,6 0-6 16,5 0-4-16,5-1-10 0,5-1 0 0,5-1-2 15,7-1 0-15,0-4 0 0,5-2-1 16,3-4 0-16,3-1-2 0,2-4 1 0,4-4-2 15,1-2 0-15,4-5 6 0,2-4 1 0,1-3 3 16,2-4 1-16,3-3 1 0,2-6-1 0,1-1-8 16,0-6-12-16,1 0-13 0,-1-3-30 0,-3 0-61 15,0-2-60-15,-3 2-82 0,-2 1-143 16,-6-2-187-16,-1 2-300 0,-2-1-231 0,-5 1-210 16,2-1 10-16,-4-1 451 0,-2-1 472 0</inkml:trace>
  <inkml:trace contextRef="#ctx0" brushRef="#br0" timeOffset="1589.28">5772 1144 228 0,'5'-13'708'0,"-4"2"390"0,-2 1 107 0,-4-1-233 16,2 1-187-16,-2 1-179 0,-1 0-142 0,-1 4-100 16,-2 0-69-16,0 0-45 0,-3-1-83 0,-3 1-56 15,0 2-32-15,-2 0-14 0,-1 3-9 0,-2 3-14 16,-2 1-9-16,-3 6-9 0,1 3-15 0,-3 1-7 16,-3 5-2-16,0 5 0 0,-2 7 1 0,1 1 3 15,-1 6 14-15,-1 4 8 0,3 3 3 0,1 3 3 16,1 3-2-16,4 1-5 0,2 2-6 0,5 0-6 15,0 0-5-15,5-1-5 0,4-2 1 16,2-2-2-16,5-2 0 0,2-4-2 0,7-2 5 16,3-6 1-16,3-1 2 0,4-4 1 0,2-5 1 15,5-3-1-15,1-3-5 0,2-4-4 0,4-5-2 16,0-4-1-16,1-5 0 0,3-2-1 0,0-4 2 16,1-3-1-16,1-4-2 0,0-3-10 0,1-2-18 15,-1-2-38-15,0-1-78 0,-3-1-104 16,1 2-186-16,-3-1-293 0,-3 4-335 0,0 0-356 15,-7 0-162-15,-3 7 266 0,-1-3 698 0</inkml:trace>
  <inkml:trace contextRef="#ctx0" brushRef="#br0" timeOffset="2923.03">2760 2638 136 0,'-14'6'352'0,"1"0"155"16,4-3 106-16,1 1-203 0,3-2-169 16,2 0-99-16,1 0-69 0,4-1-36 0,1-1 17 15,2 0 28-15,1 1 74 0,5-1 42 0,-1 0 24 16,5 2 12-16,0-2 70 0,4 0 17 0,0 2-29 16,1-1-5-16,4 0-6 0,0 1-18 0,3-1-63 15,1 2-20-15,4 0-31 0,1 0-30 0,6 0-21 16,4-1 31-16,3 1 30 0,3 0-3 0,3-2-4 15,3 0-8-15,1 1-8 0,2 0-39 0,4-1-39 16,0 0-18-16,1 1-10 0,3 0-13 0,-1-2-4 16,3 1-3-16,0 0-9 0,2 1-2 0,2 0 11 15,1-1 13-15,-2 0 6 0,3 4 11 16,1-3 4-16,1 3 0 0,-2-2-10 0,1 2-14 16,0 0-7-16,3 0-9 0,1-3 7 0,1 3 3 15,1-1 1-15,1-1 12 0,0 0 5 0,1-1 1 16,2-2-7-16,-1 0-2 0,0-2 1 0,1-2-5 15,4-1-1-15,-2-1-1 0,1-1 10 0,-1 0 2 16,0-4 0-16,-3 2 2 0,-2-1-1 16,-3 2-1-16,0-3-14 0,0 2-9 0,-1 0-6 15,-1 1-2-15,-1-3 8 0,-1 4 7 0,-3 0 5 16,-2 1 4-16,-4 0 0 0,-4 2 0 0,-2-2-10 16,-5 1-5-16,-3 1-3 0,-4-1-2 0,-4 3-1 15,-6-2 2-15,-2 2-2 0,-6-2-1 16,-3 2 0-16,-5 2 0 0,-4 0 0 0,-4-3 1 15,-3 3 2-15,-3-1 4 0,-3 1 3 0,-1 0 2 16,-2 0 0-16,-2 1 0 0,-2-1-3 0,-4 3-5 16,2-3-4-16,-1 2-3 0,-2-2-4 15,1 2-10-15,-2 0-17 0,4-1-32 0,0 2-76 16,-1-3-123-16,2 2-240 0,-2 0-300 0,2-2-375 16,0 2-429-16,0-2-141 0,0-3 517 0,0 0 806 15</inkml:trace>
  <inkml:trace contextRef="#ctx0" brushRef="#br0" timeOffset="7553.05">12721 3079 276 0,'-5'-2'563'16,"0"0"210"-16,1-3 116 0,-2 2-192 0,3-1-168 16,1-2-86-16,0-2-58 0,-1 1-34 0,3-1-51 15,0 1-66-15,2-1-69 0,-1-3-45 16,4 3 8-16,1-3 29 0,-1 1 22 0,1 0 0 16,2-2-11-16,-1 1-3 0,2 3-34 0,-3-1-41 15,2 0-30-15,-1 3-12 0,0-1-8 0,1 2-16 16,-1 1-7-16,-1 0 3 0,3 0 5 15,1 2 0-15,-2 0 1 0,4 0-1 0,0 2-2 0,0 0-5 16,1 2-9-16,0 1 3 0,2 0 6 16,-2 1 2-16,1 2 1 0,0 2 8 0,-2 1 7 15,0 1-4-15,1 5 2 0,-1-2 3 0,-4 0 0 16,0 3-1-16,0 2 0 0,-2 1-1 0,-1 2-6 16,-3 1 2-16,-2 1-1 0,0 3-5 15,-3 1-3-15,-1 0-2 0,-2 0-1 0,-2 3-7 16,0 1-3-16,-4 0-1 0,-1 2-3 15,0-2-1-15,-4 1 0 0,3-1 0 0,-4-1 0 16,0 1-2-16,2-3 5 0,-2-1 1 0,2-4 2 16,-1 0-1-16,4 0 0 0,-1-6 0 15,2 2-4-15,0-3-2 0,3 0-2 0,1-2-1 16,2 0-1-16,2-3-1 0,0 0 0 16,1-2 1-16,6 2 0 0,1-4-1 0,1 2 1 15,3-1 0-15,5-1 1 0,0 0-1 0,4-4 2 16,2 0 0-16,1-1 2 0,4-2-1 0,0-2 0 15,5-2 0-15,-1-3-1 0,2 0-1 16,-2-1 0-16,2-3 0 0,0 2 0 0,-3 0 1 16,0 2-1-16,0-2 1 0,-5 1-1 15,2 1 0-15,-2 3-2 0,-2 0-13 0,-4 1-23 16,0 2-45-16,-3 1-80 0,-3 1-146 0,-3 1-275 16,-1 0-315-16,-4 1-381 0,0 1-370 15,-4 1-26-15,-1-3 684 0</inkml:trace>
  <inkml:trace contextRef="#ctx0" brushRef="#br0" timeOffset="10047.01">13562 2836 81 0,'2'-6'221'0,"1"0"89"0,-2 2 36 16,1-2-97-16,1 1-76 0,-1-1-12 0,1 2 6 16,-1-1 13-16,-1-1 9 0,2 0 16 0,-1 1 18 15,-2 1 42-15,0 0 97 0,2-1 46 0,-1 2 15 16,-1 0-5-16,0 2-27 0,0-2-54 0,-1 1-90 16,-1 1-55-16,2-1-48 0,-2 2-25 15,1-1 7-15,-1-1 22 0,1 1 20 0,1 0-4 16,-2 1-1-16,0 0-15 0,2-2-34 0,-1 2-33 15,1 0-23-15,0 0-14 0,-2 2-10 16,2-2-8-16,0 1-4 0,0 0-3 0,0 4-9 16,0 1-6-16,0 1-2 0,0 4 1 0,2-1-3 15,-2 1 0-15,1 4 0 0,-1 1 0 0,0 1 0 16,0 1-2-16,0 2 0 0,0 2 0 0,0 0 6 16,0 3 6-16,0 3 5 0,-1 0 7 15,-1 4 8-15,0 0 4 0,1 6-2 0,-1-1-3 16,-2 3-3-16,4 0-5 0,-2 3-8 0,4-2-3 15,-2 1-5-15,4 0-3 0,-1-1-2 16,2-3-1-16,3 0-1 0,-1-3 0 0,2-2 1 16,1-3-2-16,-1-3 2 0,4-3-1 15,-2-3 1-15,0-1-3 0,3-3 0 0,-3-1 2 16,3-4-1-16,-3 1 1 0,-1-5 0 0,2 2 2 16,0-3 0-16,-3-1 0 0,2-1 1 15,-1-2 0-15,-1-2 2 0,2-1-1 0,0-3 0 16,-1-1 2-16,2-6 0 0,0 1-1 15,0-4 1-15,1-2-2 0,0-3 0 0,1-2-2 16,0-5 0-16,0 2 2 0,-1-2-1 0,-1-2 2 16,0 2 0-16,-3 0 6 0,0 0 6 0,-2 3 7 15,-4-2 5-15,0 2 4 0,-3 1 4 16,0 2-2-16,-3 2 0 0,-2-1-2 0,0 4-2 16,-5 0-1-16,0 2-4 0,-4 2-3 0,0 3-4 15,-4 1 1-15,2 1-1 0,-4 3-1 16,-1 4 0-16,-1-2-1 0,0 6-2 0,0-1-4 15,-1 3-2-15,2 1-2 0,-3 3-1 16,0 0-1-16,3 3-1 0,-2 0 0 0,1 2-2 16,1 2-2-16,1-1 0 0,-1 3-2 0,5 0-2 15,1 1-3-15,5-1-17 0,0 4-38 16,4-3-83-16,5 2-157 0,2-1-265 0,8-2-324 16,1-1-393-16,1-1-407 0,3-1-9 0,4-2 768 15</inkml:trace>
  <inkml:trace contextRef="#ctx0" brushRef="#br0" timeOffset="11773.01">15241 3198 113 0,'-5'-2'362'0,"1"0"204"16,-2-2 177-16,-1 2-82 0,4 0-121 16,1 0-53-16,-1 2-36 0,3-2-35 0,0 2-44 15,2-3-59-15,-1 0-62 0,4-4-61 16,3 0-25-16,5-3 13 0,1-1 27 0,3-4 1 16,4-2-4-16,1-5-17 0,5-4-23 0,3-3-49 15,3-5-45-15,4-3-25 0,3-3-20 0,-1 1-8 16,2-4-10-16,1 0 2 0,-1 2-2 0,1 0-2 15,-3 1 3-15,-3 4-5 0,-2 0 0 16,-3 5-3-16,-4 2-1 0,-3 4-2 0,-7 4-7 16,1 2-35-16,-9 5-61 0,-1 0-71 0,-5 3-146 15,-3 2-207-15,-4 1-312 0,-3 6-283 0,-2-3-205 16,-7 4-1-16,1 1 480 0</inkml:trace>
  <inkml:trace contextRef="#ctx0" brushRef="#br0" timeOffset="12039.06">15649 2357 90 0,'8'-7'353'0,"0"-2"183"15,0 0 136-15,2 0-39 0,2-1-131 0,2 1-61 16,4 0-34-16,-2 0-8 0,2 0 5 0,2 1-58 16,0 2-61-16,2 0-71 0,-3 3-49 0,3 0-39 15,0 2-30-15,0 2-13 0,-1 2 27 16,1 1 37-16,-1 4 28 0,-5 3 12 0,-1 1-10 15,-2 3-8-15,-2 1-43 0,-2 3-38 0,-4 3-30 16,-3 2-22-16,-4 1-10 0,-3 1-11 16,-2 2-8-16,-3 2-5 0,1-1-2 0,-4 0-4 15,2 1-42-15,0-4-60 0,-2-2-94 0,2-2-169 16,2-2-294-16,-1-3-325 0,4-4-292 0,3-4-180 16,3-3 218-16,0-6 625 0</inkml:trace>
  <inkml:trace contextRef="#ctx0" brushRef="#br0" timeOffset="12631.32">16922 1511 122 0,'6'-10'399'0,"-1"1"198"0,-2 2 138 0,4-1-71 15,-1 0-145-15,5 2-50 0,-2 0-33 0,4-1-26 16,1 1-17-16,2 1-62 0,2 2-77 0,0-1-74 16,2 3-50-16,3 1-32 0,-1 0-32 0,1 1 53 15,0 4 29-15,-1-1 1 0,0 4 14 0,-1 0 5 16,-2 0-1-16,-5 4-47 0,2-1-29 0,-6 2-5 15,-4 2-11-15,2 2-6 0,-8 2-2 0,-5 0-10 16,0 6-4-16,-6 2-17 0,-6 2-13 16,1 3-9-16,-6 3-4 0,-2 1-1 0,0 1-3 15,-3 3 4-15,2-2 3 0,2-1 1 0,3 0-5 16,2-1-3-16,0-3-3 0,6-2 3 0,2-5 3 16,2-1-1-16,4-1 1 0,4-5 0 0,1-4-1 15,7-1-4-15,1-4-4 0,4-4 0 16,6-1-2-16,1-6 1 0,3-4-1 0,4-2-2 15,-1-2-5-15,4-5-16 0,-1 1-42 0,-1-1-71 16,-1-1-68-16,-4 0-133 0,0 2-186 0,-4-2-313 16,-3 1-286-16,1 2-200 0,-4 0-86 0,1 2 394 15,-6 1 544-15</inkml:trace>
  <inkml:trace contextRef="#ctx0" brushRef="#br0" timeOffset="13095.56">17417 2032 215 0,'-3'9'695'16,"3"-4"336"-16,-2 1 75 0,2-3-212 0,2-1-298 16,-2 0-233-16,4-2-131 0,-2-2-63 0,1 2-26 15,4-5-10-15,-1-1-28 0,4-5-17 16,2 1-12-16,1-4-11 0,4-2-4 0,-1-1-15 16,3-3-4-16,0 1-3 0,0 0 36 0,-2-1 39 15,2 3 21-15,-3 1 9 0,-3 4-2 16,-1 2-14-16,-4 1-35 0,0 3-31 0,-3 1-17 15,1 1-3-15,-3 4-6 0,0 4-2 0,-1 3 1 16,0 1-1-16,-2 4-6 0,-2 3-8 0,0 1 0 16,2 3-2-16,0 0-6 0,0 2 3 0,0 0 0 15,0 0 1-15,4-3 1 0,-1 0-1 16,0-3-2-16,3-1-7 0,4-4-4 0,-2-2-2 0,1-2-2 16,5-5 0-16,-1-2 2 0,4-3-4 15,-1-6 3-15,1-3-6 0,1-4-2 0,3-1-2 16,1-3 4-16,-3 2 10 0,1-2-4 0,1-1 7 15,-5 5 1-15,1 2 2 0,-6 1-4 16,0 2-4-16,0 5-1 0,-3 2 0 0,-1 2 1 16,-3 5 0-16,1 1 1 0,-1 3 5 0,-2 4 3 15,1 2 2-15,-3 0 0 0,2 5 1 0,-2-2-2 16,2-1-4-16,-2 2-3 0,1-1-3 16,1 0-2-16,1 0-2 0,0-2-1 0,0 0-2 15,3 0-2-15,-1-2-13 0,2 1-31 0,-3-3-72 16,0 2-97-16,0 0-174 0,-2-3-295 0,1 3-328 15,2-2-346-15,-5 3-184 0,0 1 228 16,-5 1 673-16</inkml:trace>
  <inkml:trace contextRef="#ctx0" brushRef="#br0" timeOffset="13942.93">15241 3628 296 0,'-3'4'563'15,"1"-2"196"-15,-1 2 76 0,3-2-254 16,0 1-168-16,3 2-53 0,1-1-16 0,0 3 9 16,5-2-8-16,0 2-26 0,4 3-36 15,5-2 9-15,2 1-15 0,6 2-22 0,3 0-19 16,4-2-17-16,4 0-24 0,3-1-60 0,2 2-34 16,-1-3-25-16,1 1-8 0,1-1-5 0,3 3-13 15,-3-2-4-15,0 0-8 0,0 1-3 16,-3-1-10-16,1 2-8 0,0 0-5 0,-4 2-3 15,-1-1-4-15,-3 3-1 0,-3-1 0 0,0 0-2 16,-4 0 0-16,-3 2-1 0,-2-2 2 16,-2-1-3-16,-5-2 0 0,0-1 0 0,-2 0 0 15,-3-3 0-15,-5 1-3 0,1-2 1 16,-5-1-4-16,-1 2-11 0,-3-2-20 0,-5-1-56 16,1-2-70-16,-5 1-86 0,1-2-159 0,-1-2-244 15,-1-1-317-15,1-1-264 0,2-3-186 16,-1-2 81-16,1-1 555 0</inkml:trace>
  <inkml:trace contextRef="#ctx0" brushRef="#br0" timeOffset="14264.16">16128 3746 29 0,'8'0'437'0,"0"5"319"15,0-2 230-15,1 2 84 0,1-1-295 16,1 4-266-16,2-2-127 0,0 3-2 0,-1 1-9 15,2 1-45-15,2 0-52 0,-2 2-39 16,3-2-27-16,-2 0-60 0,1 1-48 0,-2 1-34 16,3-2-15-16,-2 3-5 0,0-2-11 0,0-1-9 15,-1 1-1-15,-2-1 0 0,-2 1-9 16,2-2 0-16,-3 3 3 0,-3-1 2 0,-1-1-4 16,-4 2 2-16,-1 2 1 0,-3 0-8 15,-3 0-3-15,-4 2-3 0,-4 2-3 0,0 0-2 16,-3-1-2-16,-4 1 1 0,-3 0-1 0,0-2-1 15,2-1-2-15,1-4-6 0,0-1-18 0,2-3-53 16,1-3-66-16,3-4-78 0,2-2-146 16,3-4-203-16,1-1-309 0,4-2-256 0,2-1-203 15,3-1 3-15,1-1 458 0,1 1 496 16</inkml:trace>
  <inkml:trace contextRef="#ctx0" brushRef="#br0" timeOffset="14958.91">17281 3916 294 0,'2'-9'580'0,"-2"2"281"0,-2 2 175 15,2-1-208-15,-2 3-201 0,-1 2-145 0,0 1-88 16,0 3-62-16,0 4-35 0,-1 5-24 0,-2 8-20 15,3 4-19-15,2 6-22 0,-3 7-31 16,3 5-43-16,1 7-41 0,1 3-23 0,3 3-16 16,0 0-13-16,4 3-10 0,2-3-12 0,4-4-8 15,3-1-5-15,4-7-5 0,1-4 0 0,5-5-3 16,3-7 1-16,3-7 0 0,2-7-1 16,6-7-1-16,-2-6 0 0,4-7 0 0,-2-6 0 15,2-10 1-15,-3-7-1 0,-1-4 1 16,-3-9-1-16,-2-1 1 0,-4-6-1 0,-4-2-1 15,-5-2 0-15,-4 0 1 0,-4-2 3 0,-5 0-3 16,-7 0 0-16,-4 0 4 0,-7 2 0 16,-5 1 3-16,-7 3 2 0,-3 3 4 0,-7 7 0 15,-3 5-2-15,-3 7 0 0,-6 9-6 16,0 8-4-16,-2 10-5 0,-3 9-2 0,-1 9-1 16,2 7 0-16,1 8 0 0,2 7-12 0,4 5-25 15,5 4-72-15,4 3-78 0,5 3-149 0,8 1-246 16,4 4-314-16,5 0-339 0,3 1-208 0,3-2 17 15,1 0 563-15</inkml:trace>
  <inkml:trace contextRef="#ctx0" brushRef="#br0" timeOffset="81524.88">23353 3332 375 0,'-2'7'685'0,"0"0"234"16,2-2 103-16,0-1-239 0,0 0-231 16,-1-3-136-16,1 0-62 0,0 1-26 0,0-2-36 15,1-2-48-15,3 0-27 0,0-3-21 0,2-3-25 16,2-2-28-16,2-3-28 0,2-3-17 15,1-3-23-15,4-4-14 0,3-3-10 0,2-3-8 16,1-5-3-16,6-1-4 0,1-4-2 0,0-2-1 16,1-1 2-16,-1 0-3 0,2-2 2 15,-2 3-2-15,-3-1-3 0,-1 3 1 0,-1 1 0 16,-3 4 2-16,-3 2-1 0,0 4-3 0,-4 3 1 16,-2 3-4-16,-2 4-2 0,-1 3-7 0,-2 4-3 15,-4 0-3-15,1 3-2 0,-1 2-2 16,-1 1-1-16,1 3-1 0,-2 2 1 0,-1 0-1 15,-1 4 1-15,2 5 3 0,-2 1 3 0,0 7 3 16,-2 3 1-16,1 3 5 0,-4 7 2 0,2 1 0 16,0 3 0-16,-2 3 0 0,-1 6-1 0,-1-1-5 15,1 1-2-15,0 2-2 0,-1-1-5 16,3 0-1-16,0 0 0 0,0-1-1 0,0-2-2 16,4-2-1-16,-2 0-1 0,2-3-1 0,0-3 0 15,2-1-1-15,-2-4-1 0,2-1 0 16,0-4 0-16,-1-4-1 0,2-3-2 0,-1 0 1 15,0-5-1-15,-1-1-1 0,-1-3-10 0,2-1-9 16,-1-3-13-16,3-3-21 0,-4-3-38 16,1-3-71-16,2-2-64 0,-1-4-122 0,0-2-173 15,-2-2-301-15,0-1-302 0,1-1-214 0,2-2-116 16,-1-1 364-16,1 0 566 0</inkml:trace>
  <inkml:trace contextRef="#ctx0" brushRef="#br0" timeOffset="81996.97">24103 2677 289 0,'5'-10'614'0,"-2"0"232"15,4 2 126-15,-2-2-190 0,-1 2-201 0,4-2-153 16,-2 3-79-16,1-2-44 0,1 3-47 15,2 1-51-15,2 0-15 0,2 0 6 0,0 3 6 16,3-2-5-16,-1 3-19 0,2-1-12 0,-1 2-33 16,2 0-37-16,-1 2-28 0,0-1-16 0,1 3-1 15,1 0-11-15,-2 2-6 0,-2 1 1 16,2 4 4-16,-2 0 5 0,-2 5 1 0,-5 0-2 16,2 4-1-16,-6 1-2 0,0 1-2 0,-5 4-3 15,-4 1-5-15,0 3-1 0,-6 0 1 0,-2 4-3 16,-2 1-2-16,-4-1-3 0,-2 5 3 15,-1 0-1-15,-5 3 0 0,1 2-1 0,-2 1-2 16,4-2-3-16,-1 0-4 0,7-1-5 0,-4-2-5 16,8-3-3-16,-1-4-1 0,6-1-1 0,2-2-1 15,3-3 0-15,3-3-1 0,1-2 1 16,6-4 0-16,2-2 0 0,4-3 2 0,1-3 0 16,7-4-1-16,2-3 2 0,4-3-1 15,3-4 1-15,3-4-1 0,4-3-1 0,2-4-1 16,3-1-1-16,2-3-3 0,-1 0-10 0,-3-1-20 15,-2 0-36-15,-3 4-82 0,-5-1-129 0,-1 4-245 16,-6 5-306-16,-2-2-375 0,-4 3-413 16,-4 5-88-16,-2-2 554 0,-5 3 753 15</inkml:trace>
  <inkml:trace contextRef="#ctx0" brushRef="#br0" timeOffset="88494.82">25784 3087 371 0,'3'-8'705'0,"-1"0"276"15,-2 0 114-15,-2-1-283 0,-1-1-219 0,-2 2-71 16,1-1-42-16,-4 1-59 0,-2-1-75 16,1 1-58-16,-3 2-51 0,-3 2-74 0,0 0-59 15,-2 2-33-15,0 4-19 0,-5-1-16 0,0 6-10 16,0 4-5-16,-4 8-1 0,1 1 0 0,-4 9-1 15,3 3 3-15,-1 7 2 0,2 5-1 0,2 1-4 16,1 4-4-16,3-1-5 0,6-4-4 16,5-2-4-16,2-4-4 0,8-5-1 0,5-8-1 15,5-4 1-15,5-8-1 0,2-7 1 16,6-8 0-16,2-9 2 0,5-7-1 0,0-9 1 16,2-6-1-16,1-6-2 0,2-4 1 0,-1-4-2 15,-5 1 3-15,2-3 2 0,-6 2 2 16,-1 0 3-16,-4-2 0 0,-5 2 1 0,-1-1-1 15,-2 1-2-15,-4 3-1 0,0 0 2 0,-6 5 5 16,1 3 4-16,-4 6 6 0,-1 5 4 0,0 3 1 16,-1 6 0-16,-4 6-4 0,1 4-5 0,-1 4-4 15,-3 8-3-15,0 4 0 0,-1 8 0 0,0 7 1 16,1 3 0-16,-2 8 2 0,2 5-1 0,-4 4 0 16,2 4 0-16,0 2-1 0,0 2-1 15,4 1-1-15,0 0-2 0,3-2-3 0,3-3-3 16,3-4-5-16,5-2-12 0,1-6-21 15,2-4-48-15,3-4-78 0,1-7-126 0,4-3-191 16,-2-2-299-16,5-4-346 0,0-5-318 16,2 0-120-16,-2-4 401 0,4-1 633 0</inkml:trace>
  <inkml:trace contextRef="#ctx0" brushRef="#br0" timeOffset="88968.95">26891 2995 18 0,'-3'6'453'15,"0"0"395"-15,-1-1 224 0,3-1-6 0,2-1-302 16,3-1-267-16,-1 0-166 0,3-2-87 16,5 3-31-16,2-3-15 0,2-3-19 0,1 1 3 15,8 0 2-15,1-4-8 0,4 0-23 0,2-1-22 16,1-1-28-16,1-2-38 0,0-1-30 0,1 3-18 16,-1-3-5-16,-1 3-2 0,-6-3-6 15,0 4-19-15,-6 1-50 0,-2 2-49 0,-6 1-53 16,-1 0-111-16,-8 0-164 0,-1 1-246 0,-5 1-239 15,-5-1-233-15,0 2-145 0,-5-3 234 0,-4 2 485 16</inkml:trace>
  <inkml:trace contextRef="#ctx0" brushRef="#br0" timeOffset="89236.86">27307 2739 139 0,'24'-3'360'0,"1"-1"196"15,0 4 193-15,0 0-98 0,0 2-26 0,1 3-31 16,-5 1-39-16,1 1-64 0,-2 2-30 0,-2 3-21 16,-1 0-65-16,-3 4-60 0,2-2-46 15,-7 3-32-15,0-3-53 0,-5 4-58 0,-2 2-35 16,-4-2-23-16,1 1-16 0,-6 1-12 0,-1 0-11 16,-3 1-6-16,-3-1-6 0,-2 1-5 0,-3 1-4 15,0-1-1-15,2 1-3 0,-5-1-3 16,1 0-3-16,5 0-13 0,-1-3-29 0,4 1-71 15,2-5-81-15,0 0-146 0,5-3-244 0,3-3-315 16,1-2-333-16,5-1-211 0,2-5 18 16,3 0 554-16</inkml:trace>
  <inkml:trace contextRef="#ctx0" brushRef="#br0" timeOffset="90826.9">28421 2394 299 0,'2'-9'528'0,"0"1"201"0,-1 2 128 15,1 2-214-15,-2 1-103 0,1 0-61 0,-1-1-45 16,0 4-49-16,-1 0-67 0,-2 2-84 16,-2 3-71-16,1 4-43 0,0 3-4 0,-2 3 11 15,3 4 21-15,-2 2 13 0,0 5-3 0,2 4-10 16,-1 1-25-16,1 2-27 0,2 5-25 0,-4-1-15 16,4 4-13-16,-2-1-9 0,1 1-7 0,0-2-7 15,1 0-4-15,-1-3-4 0,0-2-4 0,4-4-4 16,0-4-4-16,1-2 0 0,2-7-2 15,1 2 0-15,-2-6-1 0,3-3-1 0,-1-2 2 16,2-3 4-16,1-5 1 0,3-5-2 16,-3-2 4-16,4-4 0 0,-4-4 2 0,5-4-2 15,-2-2-1-15,0-5 2 0,1 0 1 0,0-2 3 16,-4 0-1-16,4-2-2 0,-4 2-1 16,2 0-2-16,-1 3-3 0,-4 3-1 0,1 3-2 15,-1 1 1-15,0 5 1 0,-1 1 0 0,-4 3 0 16,3 3-1-16,-1 2 2 0,-3 0 1 0,0 4-1 15,1 1 2-15,-1 6 2 0,0 2 0 0,-1 1-2 16,1 5-1-16,-2 2 1 0,1 3-3 0,-3 0-3 16,3 3 1-16,-3 1-2 0,1 3 1 15,2-1-1-15,-4 1-1 0,1 1 1 0,0 0 0 16,3-2-1-16,-1-2-7 0,0-2-32 0,2-2-53 16,2-3-52-16,0-1-59 0,-1-6-89 15,1-1-129-15,0-3-135 0,1-4-208 0,0-2-228 16,3-4-176-16,-1-2 31 0,0-1 325 0,1-2 398 15</inkml:trace>
  <inkml:trace contextRef="#ctx0" brushRef="#br0" timeOffset="91452.94">28785 2664 246 0,'5'0'402'0,"-4"0"148"0,3 3 42 16,-1 0-88-16,-2 3-25 0,3 1 42 0,-1 2 25 15,-2 3-21-15,4 3-56 0,-4 0-78 0,1 2-60 16,-1 2-48-16,3 0-28 0,-3 3-22 16,1 0-25-16,0 1-25 0,1-1-42 0,-2-1-50 15,1 0-38-15,0-2-27 0,1 1-13 0,0-3-8 16,1-4-5-16,0 0 2 0,-1-2-4 0,2-3 3 16,-1-2 0-16,0-1 3 0,0-5 1 0,2-3 0 15,2-3 3-15,-1-1 2 0,-1-7-1 16,2 0-1-16,1-4-3 0,-1-1-1 0,1-5 1 15,0 1-1-15,-3-3 0 0,0 0 0 0,-1 0 2 16,0-1-2-16,-2-1-2 0,2 3-1 0,-2 0-2 16,0 4 2-16,-1 1-4 0,-1 5 3 15,3 2 0-15,-4 0-1 0,1 6-14 0,-1 0-21 16,2 2-39-16,-2 2-44 0,1 2-45 0,1-1-39 16,0 4-48-16,-1-1-56 0,1 1-50 0,1-1-45 15,1 0-54-15,-1 3-62 0,2 0-34 16,0 0 27-16,2 1 70 0,-3 3 59 0,2-1 49 15,2 3 47-15,-1 0 59 0,-2 2 33 0,1 1 71 16,2 2 77-16,-2 4 83 0,0-3 74 16,1 3 58-16,-1 1 38 0,3 0 5 0,-1 0-5 15,2-1 4-15,1 1-7 0,-2-2 2 0,3 0 36 16,0-1 17-16,-1-4 30 0,3-1 28 0,-1-3 41 16,-2-1 26-16,3-4-24 0,-1-2-21 0,0-5-49 15,-2-2-39-15,2-3-16 0,-1-4 12 16,3-1 15-16,-2-2 1 0,-1-2-8 0,-3-1-16 15,0-2-35-15,-4 0-51 0,-2 1-43 0,-3-2-29 16,-1 1-18-16,-2 1-17 0,-2 1-10 0,-3 0-8 16,-1 4-5-16,-3 2-3 0,0 2-3 0,-2 2-1 15,-2 5-2-15,-2 3 0 0,1 3 0 16,-1 5 0-16,0 2 0 0,-1 2-2 0,3 2-1 16,2 4-10-16,1 0-25 0,3-2-63 0,4 0-59 15,0-2-92-15,3 2-153 0,5-5-225 0,1-2-306 16,3-2-236-16,0-2-202 0,2-4 98 0,3-2 487 15</inkml:trace>
  <inkml:trace contextRef="#ctx0" brushRef="#br0" timeOffset="91742.89">29522 2288 72 0,'3'-24'369'16,"-2"5"261"-16,-1 2 221 0,2 6-52 0,0 1-162 15,-2 3-108-15,0 3-83 0,0 4-68 0,-2 6-61 16,0 3-48-16,1 1-45 0,-1 7-4 16,1 2 13-16,1 6 1 0,1 3-10 0,-1 1-12 15,-1 6-30-15,1 1-48 0,0 2-49 0,-2 2-29 16,-1 1-23-16,2 1-5 0,1 0-1 16,-2-1-3-16,2 1-4 0,0 1-5 0,0-5-1 0,2 0-10 15,-1-3-4-15,4-3-2 0,-2-6-2 16,2-2-3-16,-4-2-11 0,2-5-45 0,1 0-59 15,-3-7-53-15,-1-1-80 0,0-4-133 0,-3-4-161 16,-2-4-208-16,0-1-220 0,1-2-216 16,-5-5-38-16,0 1 309 0,-2-4 424 0</inkml:trace>
  <inkml:trace contextRef="#ctx0" brushRef="#br0" timeOffset="91958.93">29368 2514 96 0,'7'0'325'16,"-2"0"188"-16,4 1 202 0,2 1 12 0,2 0-58 16,0-2-36-16,1 1-63 0,2-1-75 15,-1-1-98-15,1 1-122 0,1-2-98 0,4 0-69 16,-2 1-39-16,3 0-27 0,-2-1-14 0,1 0-14 16,1 0-7-16,-1 2-4 0,-4 0-4 0,2 2-8 15,-3 2-28-15,-2 0-104 0,-2 0-155 16,0 2-266-16,-6 0-278 0,2 3-267 0,-3 0-151 15,0 0 259-15,-1 5 475 0</inkml:trace>
  <inkml:trace contextRef="#ctx0" brushRef="#br0" timeOffset="92239.01">29930 2944 338 0,'-5'0'903'16,"-4"-3"323"-16,2 1-22 0,-1 2-247 0,3-1-382 16,1 1-219-16,-2-1-113 0,3-1-53 15,1 2-33-15,-1-2-28 0,3 1-26 0,-2 1-49 16,2 0-28-16,2 0-16 0,-2 0-23 0,3 0-43 15,-1 1-43-15,1 1-106 0,3-2-161 0,-5 0-304 16,2 0-284-16,1 2-234 0,-1-1-141 16,0 0 303-16,-1 1 516 0</inkml:trace>
  <inkml:trace contextRef="#ctx0" brushRef="#br0" timeOffset="93340.99">30811 2664 66 0,'0'-7'550'15,"-4"-1"417"-15,1 0 195 0,-2 2-46 0,-1 3-376 16,0 0-291-16,-2 1-152 0,0 6-84 16,0 2-44-16,-2 3-39 0,0 6 0 0,-3 3 10 15,-1 3 2-15,1 0-1 0,0 7-11 0,-3 0-10 16,5 2-31-16,-1-2-31 0,4 0-24 0,1-3-23 16,3-3-11-16,-1-3-6 0,8-2 1 0,-1-4 2 15,2-3 2-15,4-5 5 0,1-3 1 0,1-5 3 16,0-3-3-16,3-4 3 0,1-3-2 0,0-6-4 15,2-2 1-15,-3-1 1 0,0-2 0 0,2 1-1 16,-3-3-1-16,0 2-1 0,-1-1 3 0,-5 1 0 16,3 0-2-16,-2 1-2 0,-6 3-1 0,4 1 4 15,-3 2 1-15,-1 4 3 0,-1 3-3 16,0 1 0-16,0 4-1 0,-1 3-4 0,-1 2-4 16,-1 4-5-16,0 3 3 0,-2 5 2 0,0 3 2 0,-1 3 0 15,3 3 1-15,-2 3-1 0,0 2 0 0,1 4-4 16,-1 1-1-16,-2 6 2 0,0 0-3 0,0 3 5 15,-1 2 3-15,-1 2 3 0,-4 2 4 0,-1 1 4 16,-2 1 1-16,2-2 0 0,-5-1 0 16,0-2-3-16,2 0-1 0,-2-4-2 0,1-2-2 15,-1-2 3-15,3-4-3 0,1-5-1 0,2-2 1 16,-1-6 1-16,3-3-1 0,0-3-1 0,1-3 0 16,1-4 1-16,2-4-2 0,0-5-1 15,2-5-3-15,3-4-2 0,2-3 2 0,5-8-3 16,4-2 2-16,1-4-6 0,4-4 1 0,4 1 0 15,3-2-3-15,0-1-1 0,5 1 0 16,0-1 3-16,4 3 3 0,2-1 0 0,0 1 3 16,1 0 1-16,2 3 2 0,-2 0 0 0,3 2 4 0,-1-1 4 15,-2 4 4-15,-1-2 0 0,-1 3 0 16,1 0 0-16,-2 1-3 0,-3 2-10 0,0 1-4 16,-6 2-5-16,1 2 3 0,-4 0-3 0,-2 1 2 15,-2 1 21-15,-2 0 13 0,-4 2 11 0,-4 1 3 16,0-1 8-16,-4 2 5 0,-4 0-8 0,0 1-3 15,-4 3-3-15,-2 0-4 0,-2 3-5 0,-3 3-8 16,0 4-7-16,-3 3-4 0,-2 4-5 0,-2 2 4 16,1 3 2-16,-3 5 0 0,2 1 0 0,-2 4 0 15,5 1 0-15,-1 4-7 0,-1-2-4 0,5 0-4 16,1 2 1-16,2-4-3 0,5 1 0 0,-1-3 2 16,7-5 1-16,4 1-1 0,2-4-7 0,2-3-21 15,4-2-61-15,1-3-60 0,3-3-78 16,2-5-132-16,2-1-177 0,2-1-303 0,1-4-231 15,1-1-209-15,0-1-24 0,-1-2 378 0,1 1 483 16</inkml:trace>
  <inkml:trace contextRef="#ctx0" brushRef="#br0" timeOffset="93851.16">31130 3038 177 0,'0'-2'537'0,"1"0"268"16,1 0 121-16,3-4-184 0,0-1-255 0,1-4-175 15,3 1-99-15,2-3-42 0,1-2-8 0,3-1 9 16,0-1 3-16,2-3-3 0,2-1-9 0,-2-2-10 16,4 0-17-16,-4 0-20 0,2-1-25 0,1 0-19 15,-3 2-15-15,0 1-3 0,-3 4 10 0,-1 0 29 16,-5 4 36-16,-2 3 27 0,-1 2 5 0,0 4-7 15,-5 1-22-15,0 2-29 0,0 2-35 0,-3 4-33 16,-1 0-16-16,-1 4-9 0,-1 4-3 0,0 1-5 16,0 3 0-16,-1 2 1 0,2-1-3 0,1 3 2 15,0 1-4-15,1 0 4 0,0-3 5 16,1 2 5-16,2-6 2 0,0 0-2 0,2-1 4 16,0-4-4-16,2-2-4 0,1-1-5 0,2-6 2 15,1-1 0-15,2-4 3 0,3-4-8 0,1-2-5 16,1-2-1-16,2-4-3 0,-1-2-3 0,3 1-1 0,-3-1 7 15,3 1 2-15,-3-1 1 0,-2 0 0 0,0 2 3 16,-2 4 7-16,-4 1 1 0,0 3-1 16,0 0 1-16,-3 4 3 0,-2 1-6 0,-1 3-9 15,-1 3-6-15,-1 1 13 0,-1 4-1 0,-3 1 0 16,3 1 7-16,-1 2 2 0,-1 3 1 0,-1-1-9 16,0 4-2-16,1 0-2 0,-2 0 0 0,4 1-1 15,-4-2 0-15,3 1-14 0,-1-2-37 0,2-1-57 16,1 1-50-16,1-4-74 0,1-1-141 0,-1 0-153 15,3-4-171-15,0 1-231 0,1-2-227 0,2-5-76 16,0 0 293-16,1-1 403 0</inkml:trace>
  <inkml:trace contextRef="#ctx0" brushRef="#br0" timeOffset="94122.91">31724 2979 96 0,'14'-5'286'0,"-1"2"130"16,-2-1 73-16,3 1-80 0,1-2-126 16,-3-1-69-16,1-1-27 0,1 0 15 0,0-1 31 15,-1-3 39-15,5 1 98 0,-6-2 57 0,4 0 9 16,-2-3-32-16,-1 1-47 0,0-1-63 0,-3 2-80 15,2-2-62-15,-4-3-39 0,0 3-30 0,1-3-13 16,-3 1 18-16,1 3 34 0,-4-2 32 0,0 4 6 16,-1 2 0-16,-5 1-10 0,1 3-33 0,-1 3-40 15,-4 1-37-15,1 4-20 0,-3 1-12 0,1 1-5 16,1 5-2-16,-1 0 0 0,-1 2-1 0,3 3-1 16,-2 2 7-16,-1 0 5 0,0 3 2 0,3 3-2 15,0 0 2-15,-3 2-2 0,5 0-7 0,-2-1-6 16,-1-1-4-16,6 1 0 0,-1-3 0 0,2-1 0 15,2-3-25-15,1-2-56 0,2-1-51 0,1-4-81 16,-2-1-143-16,1-4-185 0,2 0-285 0,1-3-234 16,1-1-220-16,-1-1 10 0,2-3 408 0,2-2 454 15</inkml:trace>
  <inkml:trace contextRef="#ctx0" brushRef="#br0" timeOffset="94500.88">32158 2744 246 0,'0'-2'484'0,"0"0"200"0,0 1 87 16,0 1-153-16,0 1-127 0,0 1-73 0,1 0-31 15,-1 0-16-15,0 4-37 0,0-1-29 0,0 2-34 16,0 4 0-16,0-1-13 0,2 1-6 0,-2 2-13 16,0 2-37-16,0 2-31 0,-2-1-41 0,1 3-34 15,1 1-35-15,-2-2-23 0,2 1-11 0,0 0-4 16,0-2-15-16,2-3-6 0,-2-2 0 0,3-1-1 15,-2-3 0-15,1-1 3 0,0-2 2 0,-1-4 2 16,4-2 1-16,-2-2 0 0,0-1 0 0,0-5-2 16,0 0-7-16,2-1-6 0,0-2-4 0,-2 0-1 15,5-3 0-15,-3 0-3 0,-1-3 7 0,5-2 5 16,0-2-1-16,-1-1 3 0,1-2-1 16,4 0 1-16,0 0-1 0,-1 0-2 0,2 3 2 15,-1-2-2-15,1 4 1 0,-3 1-3 0,2 3 1 0,0 1-4 16,-4 3-8-16,-1 3-25 0,1 2-35 0,-2 1-41 15,-1 3-37-15,1 3-34 0,-6 1-62 0,4 2-75 16,-5 3-84-16,0 0-99 0,0 2-160 16,0 2-269-16,-5 1-151 0,4 2 49 0,1 1 277 15,-3 1 327-15</inkml:trace>
  <inkml:trace contextRef="#ctx0" brushRef="#br0" timeOffset="95146.86">32659 2721 17 0,'-2'-14'408'0,"1"2"421"0,-6 0 314 15,3 2 2-15,-5 1-319 0,-1 2-240 0,2 0-160 0,-4 3-121 16,2 4-70-16,-2 4-42 0,3-1-21 16,-2 3-11-16,1 2-20 0,2 1-25 0,0 0-23 15,-1 2-28-15,3 1-21 0,-1 1-18 0,1 4-9 16,0-3-7-16,3 0-3 0,0 1 5 0,-1-2-1 15,3-3-5-15,2 1-4 0,1-2-1 0,0-1-2 16,2-2 2-16,0-3 1 0,3 0 0 0,0-2-1 16,-3 0-2-16,4-2 0 0,2-2-3 0,-2 0 2 15,0-1-2-15,1-2 1 0,2 1 1 0,-1 0 0 16,-1-1 2-16,0 0-2 0,-1 1 1 0,1-1-3 16,-5 4 1-16,4 2 1 0,-3-3 0 0,-2 6 2 15,2-3 2-15,-4 5-1 0,3-1-4 0,-1 6-2 0,-2-2-3 16,-1 3-3-16,2 1 3 0,1 0-4 15,-3 1 4-15,0 0 2 0,1 1 3 0,1-2-3 16,-1 0 2-16,1 0 0 0,1 0 4 0,4-5 0 0,-4 1 0 16,2-3 2-16,2 0 1 0,0-3 3 0,-2-2 1 15,3-2 0-15,0-3 0 0,1-2 4 0,0-2-1 16,1-1-8-16,2-3-5 0,0-2-2 0,2-3-1 16,-2-3-2-16,1 0-2 0,3-5 7 0,-2-2 1 15,4-1 3-15,0-4-2 0,-2-3-1 0,5-3 0 16,-2-3-2-16,1-1 3 0,1-2 4 0,-3-2-3 15,2 4 0-15,-6-1-3 0,2 3 3 0,-3 4 0 0,-3 6 5 16,-1 2 13-16,-3 5 8 0,-1 5 5 16,0 4 0-16,-1 3-3 0,-1 2-10 0,-1 8-11 0,-2 0-5 15,-2 5-3-15,1 3-2 0,-3 3 7 0,0 3 5 16,1 2 1-16,-4 2 9 0,1 5 10 0,-1 2 10 16,-3 2 7-16,-1 4 5 0,-1-1 3 0,-2 5-5 15,1-1-8-15,0 1-7 0,1-2-12 0,1 0-6 16,0-2-7-16,3 0-4 0,2-4-3 0,-2-1-1 15,3 0-1-15,1-3 0 0,0-1 0 0,3-4 0 16,1 1-1-16,-2-2-5 0,4-2-11 0,-2-1-18 0,0-1-50 16,0-3-66-16,0 0-87 0,0-3-143 0,0 2-197 15,0-3-309-15,-2 2-272 0,2-2-201 0,-1 0 23 16,2 1 458-16,1-1 494 0</inkml:trace>
  <inkml:trace contextRef="#ctx0" brushRef="#br0" timeOffset="95422.82">33108 2917 523 0,'1'-7'1267'0,"1"-2"328"0,0 0-205 0,-2 3-364 15,0-2-418-15,0 3-228 0,0 1-165 0,-2-1-89 16,0 3-44-16,2-2-30 0,-1 2-21 0,1-2-14 16,-2 2-7-16,1 0-6 0,-1 0-2 0,0 1-2 15,1 1-2-15,-1 0-11 0,1 0-29 0,-1 1-64 16,0 1-61-16,0 1-124 0,0 2-184 0,0-1-302 16,1 0-305-16,1 3-230 0,0 1-125 0,0 2 369 15,-2 0 565-15</inkml:trace>
  <inkml:trace contextRef="#ctx0" brushRef="#br0" timeOffset="99126.92">6578 7834 39 0,'-9'-7'527'0,"-2"1"469"15,0 1 232-15,-2 0-66 0,0 2-318 16,0 1-237-16,1 2-151 0,1 2-107 0,-3 3-65 15,0 4-46-15,-2 3-55 0,1 5-67 0,0 6-45 16,4 2-22-16,0 5-16 0,3 6-9 0,5 4-4 16,3 4-7-16,3 4-1 0,5 2-1 15,4 4-1-15,1-1 0 0,6-2-3 0,3-1 0 16,0-6-2-16,7-6-2 0,1-5 2 16,5-9-3-16,2-6 1 0,0-8 0 0,1-10-1 15,-2-9-1-15,1-5-2 0,-4-9 1 0,-1-4 3 16,-4-9-1-16,-3-1 5 0,-4-2 3 0,-5-1 7 15,-2-1 7-15,-5 1 8 0,-5 0 7 16,-4 5 3-16,-4 0-1 0,-5 3-3 0,-5-1-7 16,-4 3-9-16,-4 0-8 0,-5 2-7 15,-3 3-4-15,-1-1-2 0,-3 5-2 0,-1 4 0 16,2 6-1-16,0 2 0 0,1 8-1 0,-1 5-1 16,3 4 0-16,3 6 0 0,2 2-1 0,3 5 0 15,3 1 0-15,2 3 1 0,4 0 1 16,0 2-3-16,5 0-3 0,2 0-11 0,3 0-19 15,1-2-50-15,2 0-71 0,0-3-83 16,3-2-141-16,1-2-194 0,0-3-311 0,3 0-269 16,2-2-195-16,1-2-1 0,-1-3 447 0,4 0 500 15</inkml:trace>
  <inkml:trace contextRef="#ctx0" brushRef="#br0" timeOffset="99656.94">7518 7808 315 0,'0'-8'696'0,"-2"-3"344"0,0 2 134 15,-1-2-271-15,0 3-124 0,1 0-137 0,-2 1-121 16,-1 1-108-16,-1-1-80 0,-2 2-60 15,1 1-91-15,-3-2-47 0,0 2-28 0,0 3-17 16,-2-1-12-16,-1 4-12 0,-4 3-13 16,3 1-13-16,-5 3-10 0,-1 5-8 0,-2 5-8 15,-1 3-4-15,-1 5-1 0,0 5 0 0,-1 4-1 16,0 5 1-16,1 4-1 0,3 2-1 16,1 3-3-16,4-1-2 0,3 0-3 0,5-2 0 15,2 0-1-15,6-4 1 0,2-1 0 0,4-5-1 16,4-1 2-16,1-5-2 0,6-4-1 15,2-4 2-15,3-3-1 0,2-7 0 0,4-4-1 16,2-5-6-16,4-6-8 0,1-4-15 0,1-7-17 16,3-3-24-16,-1-5-62 0,0-1-68 0,0-4-119 15,-2-1-170-15,-4 0-296 0,1 1-339 16,-3 0-257-16,-3 0-144 0,-3-1 368 0,1 3 602 16</inkml:trace>
  <inkml:trace contextRef="#ctx0" brushRef="#br0" timeOffset="100033.01">8136 7785 336 0,'3'-11'833'0,"-3"-2"345"0,0 4 32 16,-3-3-199-16,0 0-229 0,0 2-216 15,-1-1-143-15,-1-2-82 0,-2 1-51 0,1 1-74 16,-1 1-62-16,1 2-33 0,-2 0-20 0,0 2-18 15,-2 2-16-15,2 2-15 0,-4 1-13 0,1 4-9 16,-2 1-8-16,-1 4-4 0,-2 2-4 16,-1 7-2-16,-2 1-2 0,1 8-3 0,-2 2 2 15,4 4 1-15,-1 5 0 0,2 3 0 16,1 5-1-16,3 2-1 0,3 0-3 0,2 3-3 16,1 1-3-16,5-2-1 0,0 1 0 0,5-3 0 15,1-1 2-15,2-4 0 0,3-3 0 16,3-3 0-16,1-3-2 0,3-4 0 0,-1-4 0 15,3-5-1-15,2-2 0 0,0-6 0 16,4-3 1-16,-1-3-1 0,2-6-4 0,1-3-11 0,2-5-16 16,-2-2-23-16,3-3-50 0,-1-3-79 15,1 1-119-15,1-2-183 0,1 0-295 0,0-2-343 16,2 3-306-16,-2 0-140 0,2 1 362 16,0 0 657-16</inkml:trace>
  <inkml:trace contextRef="#ctx0" brushRef="#br0" timeOffset="100958.9">9269 7813 56 0,'2'-3'523'0,"-2"3"398"0,2-2 184 15,-1 2-49-15,-1-1-355 0,2 1-248 0,1-1-156 16,0 1-73-16,3-2 4 0,1 4 31 16,2-2-3-16,1 1-17 0,4 0-25 0,0 1-10 15,4-2-40-15,-1 1-40 0,2 1-28 16,1-2-23-16,1 0-12 0,1 0-18 0,0 0-6 15,2 0-10-15,-2 0-7 0,2 0-4 0,1-2-4 16,-1 2-3-16,-2-1-4 0,2 1-3 0,-2 0 2 16,1-2-2-16,-5 1-1 0,3 0 0 15,-3 1 1-15,-2 0-1 0,-3-2-2 0,1 2 1 16,-4-1 0-16,-1 1 1 0,-3 0-1 0,-1 0-3 16,-2 0-13-16,-3 0-33 0,-1 1-68 15,-2 1-60-15,-4 0-107 0,-3 3-162 0,-2 0-245 16,-2-1-294-16,1 4-217 0,-3-2-175 15,-1 2 176-15,-2 1 519 0</inkml:trace>
  <inkml:trace contextRef="#ctx0" brushRef="#br0" timeOffset="101249.17">9306 8053 87 0,'-3'4'602'0,"-2"0"419"0,3 1 149 0,-1-4-89 16,3 1-389-16,0 1-269 0,0-3-159 16,3 0-60-16,4 2 5 0,1 0 24 0,4-2 2 15,1 0-15-15,1 0-11 0,4 0-25 0,2 0-41 16,-1 0-36-16,3 0-28 0,2 0-18 16,-1-2-18-16,0 2-12 0,2-2-8 0,0 2-10 15,-1 0-7-15,1-3-4 0,-1 2-1 0,2 0-2 16,-3 0 0-16,2-2 0 0,-3 1 1 15,-1 2 0-15,1 0-8 0,-3 0-48 0,-3 5-72 16,-2-3-143-16,-1 2-256 0,-2 3-304 16,1-1-365-16,-2 0-311 0,-3-2-53 0,-1 2 596 15</inkml:trace>
  <inkml:trace contextRef="#ctx0" brushRef="#br0" timeOffset="105364.94">11048 7677 196 0,'-9'-9'411'16,"-1"-1"189"-16,1 3 183 0,-2 1-170 0,1 4-102 15,2 0-49-15,0 2-44 0,1 3-39 16,2 4-68-16,0 5-46 0,5 5-53 0,0 6-38 15,5 5-28-15,1 4-13 0,3 9 11 16,1 4 19-16,1 3 16 0,2 5 9 0,-2 1-5 16,1 1-16-16,0 1-34 0,0-5-41 0,1-4-37 15,0-4-25-15,1-6-16 0,0-6-9 16,3-6-1-16,1-7-6 0,-1-5 0 0,2-5 4 16,0-8 3-16,1-6 2 0,-2-7 1 0,-1-7 2 15,1-5-1-15,-2-7-4 0,-2-3 0 16,0-4 1-16,-3-3 0 0,0-2-1 0,-3 1 0 15,-2 0 2-15,-4 1 4 0,-2-1-1 0,-3 4 0 16,-4-2 3-16,-2 2 5 0,-2 1 0 0,-3 3 0 16,-4 4 5-16,2 3 4 0,-4 4 4 15,1 4-6-15,0 5-2 0,-3 8-6 0,0 4-5 16,-2 6-5-16,3 6-4 0,-1 7 0 16,0 6 0-16,3 5 3 0,0 4-1 0,3 2-9 15,2 4 1-15,5 2 2 0,4 2 1 16,2-2-5-16,4-1-10 0,4-1-32 0,2-3-66 15,2-1-62-15,3-6-111 0,3-2-150 0,2-2-190 16,-1-4-282-16,3-3-219 0,0-3-177 16,0-5 125-16,1 0 421 0</inkml:trace>
  <inkml:trace contextRef="#ctx0" brushRef="#br0" timeOffset="105918.96">11594 7513 262 0,'-3'-5'557'16,"-2"3"242"-16,3-1 152 0,-3 3-181 0,4 3-175 15,-2 1-120-15,1 5-90 0,0 4-54 16,1 6-45-16,1 2-32 0,1 6-16 0,1 4-8 16,1 4-11-16,2 4-13 0,-2 3-26 15,2 5-40-15,-2 2-42 0,2 2-33 0,-1 1-22 16,0 0-17-16,-1 1-11 0,3-3-8 0,-1-6-6 15,4 0-1-15,-1-6-1 0,2-6 0 0,2-4 1 16,-2-6-1-16,3-2 4 0,-1-7-3 16,-1-5 3-16,2-4 0 0,-2-6-1 0,0-3 2 15,-3-6 0-15,3-2 2 0,-5-5 0 16,1-4 2-16,-1-2-1 0,-4 1-1 0,2-5 1 16,-4 3-2-16,-4 0-2 0,-1-1 1 0,-3 1 0 15,0 1-2-15,-3 1 0 0,0 2-1 16,1 3 1-16,-2 5-2 0,2 0-2 0,-1 5 0 15,-1 4-2-15,2 4 1 0,1 4-1 16,-4 4-2-16,5 5 1 0,0 0 1 0,-1 3-1 16,4 4-9-16,0 0-28 0,1 1-52 0,2 0-51 15,0-3-52-15,4 1-94 0,1-4-126 0,0-2-118 16,4-2-127-16,0-4-242 0,1-1-216 16,2-4-14-16,2-4 237 0,-2-2 358 15</inkml:trace>
  <inkml:trace contextRef="#ctx0" brushRef="#br0" timeOffset="106221.35">11829 7906 216 0,'-1'-3'477'16,"-1"5"204"-16,1-1 132 0,-1 2-189 0,2 1-166 16,0 2-108-16,0 3-65 0,3-2-41 0,0 3-21 15,2 1-22-15,0-1-30 0,2 0-13 16,2 2-2-16,-1 1 4 0,2 0-15 15,-2-1-22-15,0 2-21 0,2-1-21 0,-2 1-14 16,-2 1-10-16,0-2 3 0,1 2 11 0,-2 0 18 16,-1 1 4-16,-1 0 3 0,-3 1-5 0,-1 0-13 15,-1 1-19-15,-4-1-21 0,1 1-12 16,0-2-10-16,-3 0-6 0,-1-1-4 0,3-5-5 16,-1 3 4-16,1-3-10 0,-2-5-24 15,2-1-34-15,1-2-29 0,2-2-42 0,0-2-96 16,1-3-125-16,-1-4-126 0,3-3-221 0,2-1-259 15,1-3-197-15,0 0 55 0,3-2 333 16,0-4 366-16</inkml:trace>
  <inkml:trace contextRef="#ctx0" brushRef="#br0" timeOffset="106522.81">12078 7883 102 0,'4'-5'516'16,"-2"2"368"-16,1 0 219 0,0 1-79 15,-3 1-304-15,3 0-235 0,-3-1-161 0,2 2-103 16,-1-2-70-16,3 1-55 0,-1 1-36 0,0 0-18 16,2 0-8-16,0 0-3 0,2 3 3 15,-2-3 13-15,3 2 26 0,-1 0 20 0,2 3 22 16,-3 1 43-16,2-1 11 0,-1 3-9 16,-3 1-15-16,1 4-22 0,-4 0-15 0,1 2-36 15,-4 2-19-15,1 4-14 0,-4 2-11 0,2 3-8 16,-2-1-8-16,2 4-6 0,-2-1-3 15,0 1-2-15,2-1-1 0,2-2-1 0,-1-3-2 16,4 1-1-16,-1-7-12 0,2-1-42 16,1-1-62-16,0-7-55 0,1-2-96 0,2-6-151 15,-1-1-192-15,0-6-270 0,2-2-212 0,-1-3-196 16,3-2 96-16,-2-3 431 0</inkml:trace>
  <inkml:trace contextRef="#ctx0" brushRef="#br0" timeOffset="106850.84">12394 7954 106 0,'-3'-1'693'0,"-2"2"481"0,0 3 182 16,-3 3-58-16,-1 2-391 0,-1 1-333 15,1 3-182-15,-4 3-103 0,2 2-84 0,1 0-79 16,-2 1-52-16,4 2-32 0,0 0-16 16,3 0-10-16,-1-1-4 0,5 1-5 0,1-3-3 15,1-2-3-15,2-3-1 0,3 0-2 0,1-4 1 16,1-3-6-16,3-4-16 0,0-4-33 0,0-4-47 15,1-3-47-15,1-5-40 0,1-1-26 16,-1-3-6-16,0-1 29 0,1 0 59 0,-3 0 56 16,2 1 35-16,-7 3 23 0,2 5 40 15,-3 1 36-15,-2 2 31 0,1 5 22 0,-4 2 8 16,0 2 2-16,-4 5-8 0,2 2-19 0,-1 5-27 16,-2 0-15-16,2 4-9 0,0 2-8 15,0 1-16-15,1 0-12 0,1 2-13 0,2-1-55 16,1-2-57-16,-1 2-99 0,4-5-154 15,0-1-236-15,1-4-308 0,5-4-236 0,-1-3-177 16,1-2 187-16,5-4 490 0</inkml:trace>
  <inkml:trace contextRef="#ctx0" brushRef="#br0" timeOffset="107386.92">12810 7900 101 0,'-2'-15'723'0,"0"5"577"0,-3 4 199 15,1 1-174-15,-4 4-416 0,-1 4-362 0,0 1-183 16,-3 5-123-16,3 3-88 0,-3 3-57 16,0 5-37-16,2 3-23 0,2 0-10 0,2 6-11 0,2 1-7 15,-1 0-4-15,1 4-2 0,4-1-3 16,2 2-1-16,1-5 1 0,1-1-2 16,3-6 2-16,1-5-1 0,2-5 2 0,1-5-3 15,1-5-8-15,0-9-9 0,1-6-23 16,0-6-34-16,1-7-38 0,-1-5-31 0,0-5-17 15,1-4-5-15,0-3 14 0,-3-2 36 0,0 0 45 16,-2-1 33-16,1 0 21 0,-3-2 13 0,-3 0 12 16,1 0 4-16,0 0 1 0,-2-1 25 15,-3 4 25-15,-1 0 28 0,-1 4 23 0,-3 6 16 16,0 4 8-16,-3 6-17 0,2 6-22 16,-3 6-26-16,1 3-26 0,0 8-15 0,-1 4-9 15,2 8-4-15,1 0-2 0,1 6-2 0,0 3 0 16,2 5 1-16,1 2-3 0,2 3 2 15,2 1 2-15,0 3 2 0,-1 1 1 0,2 2 0 16,2-2-2-16,0 2-2 0,1 1-4 0,4-1-3 16,-1 3-2-16,-1-2-4 0,5-1-1 15,-1-2-1-15,-2 1 1 0,2-3 0 0,1-1 1 16,-3-3 1-16,1-3 1 0,-3 0 1 0,0-2-2 16,-1-1-1-16,-4-2 1 0,2-1 0 15,-3 0 0-15,0-1 0 0,-1 2-1 16,-1-4 1-16,0-1-2 0,2 0 0 0,-2-3 0 15,0 0-1-15,1 0-1 0,-1-3-3 0,0-1-16 16,2 0-39-16,-2 0-76 0,2-3-83 0,-2 0-159 16,1-1-264-16,-1-2-317 0,3-2-309 15,3 1-174-15,-1-2 96 0,3 0 583 0</inkml:trace>
  <inkml:trace contextRef="#ctx0" brushRef="#br0" timeOffset="108647.2">13818 7881 197 0,'0'-2'496'0,"-1"1"234"0,-1 1 127 16,-1-2-137-16,2 2-197 0,-1 0-71 0,2 0-52 16,-2-1-36-16,2 1-34 0,0-1-55 15,0 1-73-15,0-2-64 0,2 2-49 0,-2 0-29 16,0 0-22-16,2 2-12 0,-1-1 11 0,2 2 33 15,0 2 41-15,4 6 31 0,-1 4 18 16,2 5 3-16,4 2-10 0,-4 3-31 0,2 4-35 16,2 2-30-16,-2 0-16 0,0 1-11 15,0-3-14-15,0-2-9 0,0-3-5 0,2-4 0 16,-1-6-4-16,3-1 0 0,-2-7 6 0,0-6 1 16,1-6 3-16,-2-4 1 0,3-9-1 0,-3-4-2 15,2-7-2-15,-1-1 0 0,0-3-3 16,-1-1-1-16,0 1-1 0,-3 4 1 15,-2 3 0-15,-1 4 3 0,1 4 0 0,-3 4-1 16,0 4 2-16,-1 2-4 0,0 5 0 0,-1 4-3 16,-1 3-1-16,3 5 3 0,-1 8-2 0,1 3 3 15,0 6-1-15,2 3 2 0,-1 2-1 16,3 1-3-16,-1-2 0 0,1 4 0 0,4-3-1 16,-2-3 0-16,2-2 1 0,2-2 3 15,0-6-1-15,2-4 1 0,0-4 3 0,0-4-3 16,1-7 4-16,3-6-1 0,-3-3 1 0,1-5-1 15,-1-5 0-15,2-1 1 0,-4-5-2 16,2 1 1-16,-3-1 0 0,-3 0-1 0,-2 2 0 16,0-1-1-16,-4 3 2 0,-3 1-1 15,-1 3-1-15,-3 2 1 0,-2 2 0 0,0 3-1 16,-3 3 0-16,-1 4-1 0,-1 5 2 0,-1 3-1 16,-3 5-3-16,3 4 0 0,-1 1 2 0,0 4-3 15,3 3-1-15,1 0 0 0,0 3 3 16,3 2-3-16,2 2 0 0,2 2 0 15,2-1-1-15,1 0 2 0,3 2-1 0,1-3 1 16,3-3 1-16,2-3-7 0,1-5-36 0,2-2-60 16,0-6-52-16,3-3-92 0,-1-6-147 0,3-5-211 15,0-5-273-15,0-3-222 0,0-3-198 16,0-4 93-16,-2 0 443 0</inkml:trace>
  <inkml:trace contextRef="#ctx0" brushRef="#br0" timeOffset="109217.04">14710 7935 408 0,'-3'6'827'0,"-3"0"254"16,-1 1 24-16,3 5-265 0,-3 0-303 0,2 7-202 16,-1-2-106-16,3 4-57 0,2 0-45 15,-3 2-49-15,4-2-34 0,4 0-23 0,-3-1-12 16,4-3-4-16,2-1-5 0,2-5-6 15,-1 0 1-15,2-6-2 0,2-1-1 0,-1-6 0 16,3-2 0-16,-3-5-2 0,5-3-4 0,-5-2 2 16,0-3 0-16,1 0-1 0,1-2 2 15,-2 1 4-15,-3-1 4 0,2 1 4 0,-4 3-1 16,-1 3 2-16,2 2 2 0,-5 2 0 16,1 4-2-16,-3 2-4 0,0 4 4 0,-1 4-2 15,-1 3 0-15,0 4 1 0,-1 3 2 0,-1 5 1 16,2 0 0-16,-1 4 4 0,3 0-4 0,-1 4 3 15,2 0 2-15,-1 0 6 0,3 3-3 16,2-2-3-16,-1 2 5 0,1-6-5 16,0 0 1-16,3-1-7 0,1-4 3 0,-1-2-2 15,2-5-3-15,2-3-8 0,0-3-9 0,-1-1-10 16,1-5-20-16,-1 2-24 0,-1-1-54 0,2-2-28 16,-4 2-14-16,2 2 0 0,-2-1 11 15,-4 2 26-15,1 2 78 0,-2 1 52 16,-3 4 51-16,0 1 40 0,-3 2 30 0,-3 2 25 15,-2 3 3-15,-1 2-7 0,-3 2-13 0,-2 1-3 16,0 2 6-16,-3 0 15 0,-1 3 14 0,1-3 3 16,-2 1-9-16,-2-2-23 0,3-4-29 15,1 0-31-15,0-6-29 0,1-4-18 0,4-2-13 16,1-5-8-16,3-5-21 0,-2-4-40 16,4-4-43-16,3-5-39 0,3-6-38 0,1-5-68 15,1-5-82-15,4-7-86 0,2-3-78 0,0-3-98 16,3-4-106-16,3-2-87 0,1-2-49 0,2-2 67 15,1-2 169-15,2-2 199 0,3-2 163 16</inkml:trace>
  <inkml:trace contextRef="#ctx0" brushRef="#br0" timeOffset="109548.99">15048 8093 118 0,'30'-47'346'0,"-4"5"197"15,-4 7 189-15,-2 9-14 0,-7 5-34 0,1 8-52 16,-6 4-70-16,0 8-15 0,-3 5-16 0,1 9-74 16,-4 3-95-16,-1 6-70 0,-2 4-48 15,-1 4-57-15,-1 1-59 0,0 2-45 0,1 1-26 16,2 2-19-16,0 1-12 0,2-2-9 15,1-1-9-15,3-4-4 0,1-5-4 0,2-4 0 16,2-6 2-16,0-5-1 0,2-6 2 0,1-8-3 16,1-6-3-16,0-6 0 0,1-5-5 0,3-7-2 15,-1-1-1-15,0-5 4 0,1 2 2 16,1-2 1-16,-2 2 3 0,-2 0-1 16,2 4 2-16,-6 4-2 0,-1 3 0 0,-1 5-1 15,-4 3 1-15,2 4 1 0,-4 5 1 0,-2 2 2 16,0 5 1-16,-1 4 4 0,-1 3 3 0,-1 5-2 15,-1 3 0-15,2 1 0 0,0 2 0 16,-2 0-5-16,2 0 0 0,2 0-2 0,-2 0-1 16,3-1 2-16,1-4-6 0,-1-1-16 15,0-3-40-15,2-7-64 0,-2 0-54 0,5-8-90 16,-5-3-135-16,2-5-162 0,-1-4-190 0,-2-3-218 16,3-4-219-16,-2-1-31 0,0-4 305 15,2-3 413-15</inkml:trace>
  <inkml:trace contextRef="#ctx0" brushRef="#br0" timeOffset="109922.86">15603 7686 90 0,'-1'8'423'15,"-1"3"251"-15,-2 3 159 0,2 2-100 0,1 1-240 16,-1 0-200-16,0 3-128 0,4-1-62 16,0 3-36-16,1 1-22 0,3-1-17 0,-2 3-17 15,4 3-8-15,1 1-9 0,1 0-2 0,1 1-65 16,1 0-53-16,2-2-36 0,0-2-45 0,3-2-36 15,1-4-36-15,1-1 54 0,1-7 46 16,-2-2 38-16,2-2 43 0,-4-5 39 0,3-5 30 16,-2-4 21-16,-1-1 22 0,0-4 25 15,-2-4 43-15,0-2 58 0,-2 1 99 0,-4-2 127 16,-2 0 117-16,0 0 46 0,-3 1 45 0,-3 4 57 16,0 0-51-16,-3 2-98 0,-3 2-98 15,0 3-69-15,-2 1-74 0,0 5-85 0,-5 3-49 16,4 5-30-16,-3 5-22 0,0 2-15 15,2 5-13-15,2 3-9 0,-1 2-7 0,4 4-5 16,2 2-5-16,1 2-1 0,2 2-1 0,0-1-1 16,5 2 0-16,0-2-2 0,4-1-5 0,3-4-16 15,2-2-30-15,3-5-72 0,5-2-73 16,-1-6-126-16,4-7-183 0,5-4-307 0,0-6-319 16,4-4-219-16,0-8-110 0,4-4 363 15,-2-1 577-15</inkml:trace>
  <inkml:trace contextRef="#ctx0" brushRef="#br0" timeOffset="110206.99">16743 7231 71 0,'7'-25'654'0,"-3"5"493"0,-2 3 156 16,-2 7-64-16,-2 3-307 0,-1 4-341 0,0 7-176 15,-3 4-94-15,-4 11-52 0,1 7-59 16,-2 6-58-16,-3 9-32 0,2 6-15 0,-2 6-9 16,2 6-6-16,0 7-7 0,2 5-11 0,-3 8-11 15,0 7-13-15,0 5-14 0,2 4-11 16,1-1-10-16,1-1-7 0,3-3-4 0,3-7-6 16,3-8-10-16,3-8-20 0,3-8-36 0,3-8-80 15,0-11-110-15,2-6-187 0,-1-11-296 16,2-7-348-16,-1-5-390 0,2-10-160 0,1-7 277 15,-1-4 718-15</inkml:trace>
  <inkml:trace contextRef="#ctx0" brushRef="#br0" timeOffset="110920.89">17363 7563 152 0,'-5'1'592'0,"-4"4"339"0,3 2 149 0,-1 5-102 16,2 3-315-16,2 6-208 0,2 5-81 16,1 5 6-16,1 8-25 0,2 7-38 0,2 4-46 15,0 6-42-15,0 1-56 0,1 2-61 16,5-1-37-16,-3-4-28 0,3-5-15 0,5-5-11 15,-2-7-9-15,4-9-7 0,2-5-2 16,-1-10 0-16,3-6 3 0,0-9-1 0,-1-10 1 16,-1-9 0-16,1-7 0 0,-3-9 2 0,-1-4-2 15,-3-4-1-15,-2-4 1 0,-3 1-1 16,-6-1 1-16,-5 2 2 0,-4 1 2 0,-5 1 1 16,-3 3 0-16,-4 2-1 0,-1 4-1 0,-3 3-3 15,-1 4-2-15,0 7-3 0,-1 4 0 16,2 6-1-16,-1 4-3 0,3 7 0 0,-1 5-2 15,2 5 1-15,1 5 1 0,3 4 0 0,0 1 0 16,4 5 1-16,3 3 0 0,2 0 0 0,3 0-2 16,3 2 1-16,1-4-8 0,4 3-26 15,1-6-60-15,5 0-57 0,0-1-74 16,2-3-122-16,3-3-160 0,3-3-204 0,-3-3-230 16,4-4-220-16,-1-2-112 0,3-5 231 0,2-1 427 15</inkml:trace>
  <inkml:trace contextRef="#ctx0" brushRef="#br0" timeOffset="111166.78">17876 7888 452 0,'4'9'1021'0,"-2"-3"253"0,-1 2-83 15,2-2-265-15,-1-1-445 0,1 1-241 16,0-1-118-16,2 1-54 0,2 0-33 0,3-1-14 15,-2-2-9-15,5 0-5 0,1-3-2 0,2-2-1 16,2-1 3-16,0-1-5 0,3-2-4 16,0 0-4-16,1-1-1 0,-2 1-7 0,-1 0-1 15,2 1-7-15,-4 0-27 0,0 2-102 0,-4 0-150 16,0 3-252-16,-4 2-273 0,-1 1-261 16,-3 1-142-16,0 3 247 0,-5-1 456 0</inkml:trace>
  <inkml:trace contextRef="#ctx0" brushRef="#br0" timeOffset="111494.88">18263 8265 29 0,'6'9'550'0,"1"-2"444"0,0-4 195 0,-2-6-80 15,1-4-319-15,3-7-354 0,0-3-180 0,2-7-58 16,0-2-2-16,5-6-2 0,-2-4-20 15,5-4-15-15,1-4-22 0,0-3-37 0,3 2-42 16,2-5-2-16,1 2 2 0,-2 3 2 16,1 0 1-16,-1 8 3 0,-3-1-3 0,-3 9-22 15,1 4-17-15,-5 4-13 0,-3 6 2 0,0 2 3 16,-2 6 9-16,-5 6 3 0,2 2 7 16,-3 6-2-16,1 4-6 0,-4 4-6 0,0 4-9 15,0 3-3-15,0 3-3 0,-2 4 0 0,2 2-2 16,0 3 0-16,0 4-6 0,-2 2-33 15,2 4-69-15,0 0-69 0,-3 1-135 0,3 0-205 16,0-2-314-16,3-1-301 0,1-1-210 16,-3-6-54-16,4 1 450 0,2-7 534 0</inkml:trace>
  <inkml:trace contextRef="#ctx0" brushRef="#br0" timeOffset="116194.87">18878 7116 66 0,'6'-3'320'15,"1"1"165"-15,0 1 123 0,0 1-81 0,-1 3-167 16,2 1-81-16,3 5 17 0,0 6 53 0,6 3 52 16,-1 7 30-16,3 1-30 0,-1 7-50 15,2 3-75-15,2 4-65 0,-1 4-56 0,3 3-30 16,1 2-3-16,0 5 6 0,0 2 15 0,-2 5-2 15,0 3 0-15,1 3-22 0,-2 6-29 16,-3 2-29-16,-2 2-26 0,0 0-9 0,-4 2-8 16,-1-2-6-16,-3 1 3 0,0-6 0 0,-4 2-3 15,-1-5-5-15,-4-5-4 0,0-3 3 16,-2-5-23-16,-3-7-35 0,0-6-43 0,-2-2-37 16,-3-7-60-16,0-3-130 0,-3-8-147 15,0-4-211-15,0-3-243 0,2-6-228 0,1-6-70 16,-2-5 307-16,4-5 435 0</inkml:trace>
  <inkml:trace contextRef="#ctx0" brushRef="#br0" timeOffset="118619.48">21340 7653 106 0,'-4'1'349'0,"3"1"192"0,-2-1 175 15,-1 2-91-15,2 0-97 0,-2 2-38 0,1 1-21 16,2-2-29-16,-1 4-46 0,0-2-60 16,2 1-75-16,0 2-68 0,0 1-53 0,2 1-28 15,1 1-12-15,0 2-4 0,3-1-3 0,-1 1-6 16,2 1-10-16,-1-4-16 0,0 2-18 15,2-3-19-15,0 0-11 0,2-4-1 0,-2 0 33 16,1-4 38-16,0 0 30 0,0-4 19 16,0 0 10-16,-1-4-3 0,-2-3-25 0,-1 1-27 15,-2-4-19-15,0 0-10 0,2-1-5 0,-5 0 1 16,0 0-1-16,-5 2 0 0,4 1-4 16,-2-1-3-16,-4 2-6 0,2 3-7 0,-1 0-9 15,-2 2-5-15,2 1-6 0,-2 1-4 16,1 2-4-16,-2 2-2 0,5 2-1 0,-5 3-2 15,5 0 1-15,0 1-1 0,0 5 1 0,2-2 1 16,-1 4 0-16,0-2 0 0,3 1-1 0,2-2-1 16,-1 1-2-16,4-3 1 0,-2-1-2 15,0-1 2-15,2-2 0 0,0 0 1 0,1-3 0 16,2-1 1-16,-2-4 1 0,0-1 0 16,3-2 1-16,0 0 0 0,-1-4 1 0,-2-1 0 15,1 0 0-15,-3-1 0 0,4-1 0 0,-3 0 1 16,-2 1 0-16,0-1 1 0,-3 1 0 15,0 0 1-15,0 2-1 0,-3-1 0 0,0 3 1 16,-2-1-2-16,-3 2 0 0,0-1 3 16,2 4 3-16,-2 1 0 0,-1 2 1 0,1 2 1 15,1 1-1-15,-1 5-4 0,-1 0-4 0,3 1 0 16,-1 2-1-16,1 2 0 0,1 0-1 0,-1 0 1 16,3 3-1-16,0-1 0 0,-1-3 0 15,4 0-1-15,-1-3-1 0,1 2-2 0,1-3 0 16,3 0-1-16,-3-2-4 0,4 0-13 15,1-3-32-15,0 0-78 0,1-2-104 0,1-1-183 16,3-1-296-16,-2-4-341 0,1 3-375 0,2-3-169 16,-1-1 274-16,2 0 698 0</inkml:trace>
  <inkml:trace contextRef="#ctx0" brushRef="#br1" timeOffset="127392.92">12579 2594 125 0,'0'-2'299'16,"0"0"131"-16,0 1 82 0,0 0-106 0,-2-1-56 15,1 2 4-15,-1-2 27 0,1 2 63 0,-1 0 21 16,0 0-23-16,-1 0-49 0,-2 2-59 16,2-2-61-16,-2 0-77 0,-4 2-52 0,4-1-34 15,-3 0-25-15,2 1-16 0,-2 2-1 0,2-1-2 16,-1 2-6-16,-1 1-8 0,2 0-13 15,-2-1-6-15,0 5 8 0,0-3 13 0,2 1 3 16,-2 3 3-16,0 1 1 0,0-2-2 0,0 3-20 16,-2-1-19-16,2 3-10 0,-1-2-6 0,-1 4-5 15,0-2 2-15,2 3-1 0,-1 1-4 16,-1 0 6-16,2 0 3 0,0-1-1 0,-1 2-5 16,1-1 2-16,3-1 0 0,-3-1-4 0,2 0-3 15,2 2 6-15,0-3 2 0,-1 2 0 0,2 0 0 16,0-1 3-16,1 1 1 0,2 3 30 15,-1-2 16-15,-1 2 11 0,2-1 3 0,2 2-2 16,-1-1-2-16,1 0-26 0,1 1-17 0,0 1-5 16,1 2-7-16,1-3 0 0,-2 0-1 15,4 3-2-15,-2-2-1 0,0 1-3 0,0-2 0 16,1 1 0-16,0-1 4 0,0 2-4 16,1-4 1-16,-1 2 0 0,2-1 0 0,1 1-2 15,0-1-2-15,-3-2 2 0,5 1 0 0,-2 1 0 16,1-3-1-16,-2 1 3 0,4 0 0 0,-2 0-2 15,2 0 1-15,-4-1 1 0,2-1 4 16,0 2-4-16,0-2 1 0,0-1 3 0,0 1-2 16,0 0 1-16,0-3-1 0,0 1-1 15,0 0 2-15,0 0-2 0,0-2 2 0,0 1-4 16,0 0 0-16,1-1 3 0,-2-1-3 0,1 0 2 16,0-2-2-16,1 3 3 0,-2-2-3 15,1-1 1-15,-1-2 0 0,1 3 0 0,-2-2 1 16,0 1-1-16,1-2 0 0,0 1 0 15,-2-1 1-15,1 0-1 0,1-3 1 0,1 2-2 16,-4 0-2-16,3-3 2 0,-1 2 0 0,0-2-1 16,0 0 0-16,1 2 2 0,0-1 0 0,-1-3-2 15,0 3 1-15,2-2 1 0,-2 1-1 16,-1-1-1-16,2 1 2 0,-1-3 0 0,-2 2-2 16,3 0 2-16,-2 0-3 0,-1-2 1 15,2 1 1-15,-3-1 1 0,2-1-1 0,0 1-3 16,-2-1 4-16,1 2 2 0,1-2-2 0,-1 0 1 15,2-2-1-15,-2 2 3 0,-1-1-4 16,2 1-2-16,-3-1-1 0,5-1 2 0,-4 2 2 16,0-1-1-16,2-1 3 0,-1 1-2 15,0 0-1-15,0-1 1 0,-1-1 0 0,0 2-2 16,1-3-1-16,2 0 3 0,-2-1 2 0,-1-1 1 16,0 0-1-16,1-1 1 0,-1 2 1 0,1-2-1 15,-1 1-2-15,1-1-3 0,-1 0 1 16,-1 2-1-16,0-1 0 0,2-2-2 15,-1 1 3-15,-2 1 0 0,2-3 0 0,0 2-1 16,1 0 0-16,0-1 2 0,-3 2 1 0,2-1 0 16,-1-2 2-16,0 1-2 0,0 1 0 0,-1-3-2 15,0 2 0-15,1 0-1 0,-1-1 0 16,-1 0 3-16,3 0-2 0,-2 1 3 0,-1-2-3 16,1 3-1-16,-1-2 0 0,1 1 1 15,-2-1 4-15,3 2-4 0,-2-1 0 0,2 1-2 16,-1-2 1-16,-2 0-1 0,3 0 0 0,-1-1 0 15,0 0 2-15,2 0 1 0,-2-1-1 16,3 1 0-16,-3-1-1 0,2 0 2 0,-2 0-2 16,2 0 1-16,0 2 0 0,-2-2 1 15,3 1-1-15,-1 1 0 0,-2 0 0 0,3 0-2 16,-2-2 2-16,1 2-3 0,-1 1 4 0,1-3 2 16,-1 2-1-16,1 0 1 0,0-1 1 0,-2 0-3 15,1-1 2-15,0 3-1 0,1-3 0 16,-1 1-1-16,0 0 1 0,-1-2 1 15,0 1-1-15,2-2-1 0,-2 2-1 0,2-3 2 16,1 3 0-16,-1-3-3 0,0 0 1 0,-1 1 0 16,0 0 1-16,0-1-2 0,2-1 1 0,-3 1 1 15,2-1-2-15,-3 1 1 0,1 0 1 16,0-1 1-16,-1 2 1 0,-2-1 1 0,2 0-3 16,-2 1 1-16,0 0-1 0,0-2-1 15,0 1-3-15,-2-1-1 0,2 0 0 0,0-1 2 16,-2-1-2-16,2 0 0 0,-1 0 0 0,-1-1 3 15,2-2 1-15,-3 3-1 0,3-3 1 0,-2 0 2 16,-1 2 9-16,0 1 6 0,-3-2 5 16,1 1 3-16,0 2 7 0,-3 1 4 0,2-1-4 15,-5 0-2-15,2 4-1 0,-1-1-3 0,-2 0-6 16,-3 1-4-16,0-1-3 0,-2 1-4 0,0 1-5 16,-2 0-2-16,-1 0 0 0,-2 1 0 0,-2-3 0 15,1 0 2-15,0 1 2 0,-2 0-7 0,-1 0-7 16,0-1 0-16,2 2-2 0,-2 2-3 15,1-2-2-15,0 4 5 0,1 1 4 0,3 3-1 16,-1 2 0-16,2 2-5 0,2 2-11 0,0 3-62 16,1 3-66-16,2 2-146 0,2 2-267 0,2 2-302 15,3 0-358-15,4 3-255 0,2 1-25 16,0-1 610-16</inkml:trace>
  <inkml:trace contextRef="#ctx0" brushRef="#br1" timeOffset="129147.03">13268 3975 15 0,'-2'1'264'0,"-1"1"168"16,0-2 165-16,0 3 13 0,0-2-121 16,1 1-80-16,1 1-38 0,-1 1-18 0,-1 1-9 15,1 0-31-15,2 1-33 0,-3 0-41 0,2 2-34 16,-1 3-34-16,0 2-29 0,-1 1-29 0,2 3-15 16,-1 2-16-16,0 0-15 0,2 5-11 15,-2 3-9-15,2 0-7 0,2 4-11 0,0 3-6 16,1 0-8-16,2 3-8 0,1 0-1 15,2 1-6-15,2-1 0 0,-1 1-1 0,4-1 1 16,1 1 3-16,1-3 4 0,3 1 3 0,0 0 2 16,4 1-1-16,3-3-1 0,2 0-1 15,1 1-3-15,2-1-3 0,2-2-3 0,0-1-3 16,3 1-1-16,-1-2-2 0,5 0-1 0,1-2 1 16,0 1-6-16,1-1-2 0,5-1 4 15,-2-1-2-15,3 1 1 0,1 0 3 0,3-2 4 16,2 1 8-16,1-1 1 0,5 2-1 0,-1-4-1 15,2 2-1-15,2-1 1 0,0 2-6 16,1-4-2-16,0 2 5 0,0-3 5 0,2 2 1 16,1-3 1-16,2 2 6 0,2-4-1 15,3 1-5-15,1-1-2 0,2-1-4 0,-2 1 0 16,2-2-4-16,2 0-6 0,-2 0 7 0,-1-1-2 16,1 0 2-16,3-2 4 0,-1 1 4 0,2-2 4 15,3-2-10-15,-1 1-1 0,0-2-6 16,-1-1-5-16,-1-1 1 0,2 0 2 0,-4-2 10 15,1 1 5-15,0-2 6 0,2 0-1 16,1 0-3-16,-3-3-4 0,2 0-4 0,-2-1-4 16,0 0-6-16,-3-2 2 0,3 0 3 0,-5-1 4 15,4 0 1-15,-4 0 0 0,3-1 8 16,-2-1 0-16,0 2-3 0,-2-2-6 0,-1 1 0 16,-2 0-3-16,0-1-4 0,-2 1 2 15,-1 0 4-15,-1-3 5 0,0 1 2 0,-1 0 2 16,2 0 4-16,-1 0-2 0,1-1-2 0,-2 1-6 15,-4-2-2-15,2 2-1 0,-2 2-2 16,-1-1-4-16,-2 1-5 0,0 1 6 0,-2 0 2 16,-1 0 3-16,-3 1 2 0,2 1 5 15,-2 1 2-15,3 0 1 0,-4 0-5 0,3 0-1 16,-1 1-2-16,-2-1 0 0,0 2-2 0,-1-1-2 16,0-1 2-16,-2 2-4 0,0-2-5 15,1 0-1-15,0 0 6 0,-5 0 3 0,1 0 3 16,0 0 9-16,1-2 3 0,2 2 2 0,-4-1-7 15,5-1-2-15,0 1-3 0,-2-2 0 16,2 3 1-16,1-2-3 0,-2-1 0 0,-2 1 0 16,3 1-3-16,0 0-3 0,-3-1-5 0,3 0 1 15,-3 1 5-15,0 0 0 0,-2 1 3 16,3-4 4-16,-2 3 4 0,-1 0 1 0,3-3-2 16,2 0 1-16,-1 0-1 0,1-1-4 15,0-1 1-15,0 2-2 0,-1-2 1 0,0-2-2 16,0 2-5-16,-2-1 0 0,1 0-2 0,-3 1-1 15,4 2 1-15,-5 0 1 0,-1-1 5 0,2 2 4 16,-2 0 3-16,2 0 2 0,-3 2 1 16,2-1-2-16,-1-1 1 0,1 3 0 0,-2-2-4 15,3 1-3-15,-2 0 1 0,0-1 3 16,-2 1-3-16,-1-2-4 0,3 0-2 0,-3 1 2 16,-1 0-6-16,0-2-4 0,-2 2-2 0,4 0 2 15,-6-1 8-15,1 0 2 0,0 0 4 16,-2 3 5-16,1-2 3 0,-1 2 3 0,0-3-4 15,0 0-1-15,-1 2 0 0,1-1-2 0,-2 0 0 16,3 0-3-16,-4 0 0 0,1 0-2 16,-2 1 0-16,-4 1 0 0,2-1 0 0,-3 1 0 15,-1 0 2-15,-3 0-3 0,-2 1 2 16,1 0-1-16,-4 1 34 0,0 0 17 0,-4 0 39 16,1 4 42-16,-2-1 33 0,-1 1 17 0,-1 1-21 15,-4 0-9-15,1 0-33 0,-4 2-34 16,2 0-23-16,-3 2-15 0,0-1-13 0,0 1-5 15,-1 1 1-15,-1 0-4 0,1 1-3 0,-4 2-4 16,2 0-1-16,2 2-2 0,-4-2-1 16,2 3 0-16,1-2-3 0,-1 1 0 0,1 1-3 15,-1-2 0-15,1 2-4 0,1-2-3 16,-2 2 0-16,1-1-2 0,2 1 1 0,0-2-2 16,0 1 0-16,0-2-1 0,0 0-1 0,2-1 0 15,1-4 0-15,-3-1-1 0,1-1 1 16,-1-2 4-16,2-3 0 0,-1-3 3 0,1-3-1 15,0-3-1-15,-1-1-1 0,3-1-7 16,-4-3-14-16,1-1-29 0,-1 0-58 0,-1 0-58 16,-1-1-70-16,-1 4-125 0,-2-1-170 0,-3 3-273 15,4 1-229-15,-3 2-217 0,1-1-74 16,-2 2 343-16,0 0 492 0</inkml:trace>
  <inkml:trace contextRef="#ctx0" brushRef="#br1" timeOffset="129444.79">22815 5778 419 0,'-4'0'870'0,"1"-3"306"0,-1 1-5 16,1 2-333-16,1-1-299 0,1-1-216 0,1 2-118 15,1 3-53-15,2-1 0 0,3 4 24 16,2 1 22-16,0 2 9 0,0 3-8 0,5-1-23 15,-4 4-42-15,3 0-42 0,-2 1-34 16,2 2-19-16,2 1-16 0,-2-2-10 0,0-2-3 16,2 2-4-16,-1-4-2 0,2-2-4 0,0-2 0 15,0-5 3-15,1-1 0 0,1-4-3 16,1-4 3-16,-1-3 0 0,2-3-7 0,-3-3-39 16,0 1-67-16,-4-2-69 0,0 0-138 15,-2 0-216-15,-3 1-314 0,-2 2-295 0,-2 0-204 16,-3 0-32-16,-2 3 466 0</inkml:trace>
  <inkml:trace contextRef="#ctx0" brushRef="#br1" timeOffset="131280.91">22935 6606 199 0,'-2'-2'521'16,"-1"1"276"-16,-3-2 197 0,3 0-131 16,0-2-209-16,-1 2-145 0,1-1-102 0,2-1-69 15,-3 1-69-15,4 0-57 0,-1-1-39 16,1-1-10-16,1 1 11 0,1 1 0 0,1-4-13 16,0 2-13-16,2-1-16 0,0-1-23 0,3-1-30 15,-2 0-16-15,2 1-9 0,0-3-13 16,1 3-9-16,1-3-2 0,0 4-1 0,2-2-3 15,-1 0-4-15,0 1 3 0,2-2 6 0,0 3-5 16,1 1-4-16,0-1-2 0,2 3 2 16,0 0-2-16,-2 2-2 0,2 2 1 0,-1 2 3 15,0 2 1-15,0 0 2 0,0 3 1 0,0 4 1 16,-2 1 2-16,0 2 1 0,-1-1-3 16,0 3 4-16,-4 1 1 0,2 0 0 0,-3 1 0 15,-1 0-2-15,1 1-1 0,-6 0-6 0,4 0-1 16,-4 0-3-16,-1 1-4 0,-1 0-2 15,-5 1-1-15,1-1-1 0,-2 2-2 0,-1 0 0 16,-4-1 0-16,2 2 0 0,-3-2-1 0,0 0 1 16,0-1-1-16,-3 2-3 0,3-3 1 15,-2 1-2-15,0-1 0 0,1-2-2 0,1 1 0 16,1-2 0-16,-2-1-1 0,2 2 0 0,2-4 0 16,-2 1 0-16,4-2-1 0,0-1 1 15,1 0-1-15,2-3-1 0,0 3 1 0,4-4-1 16,-3 0 0-16,3-1 0 0,1 1 0 15,1-3 0-15,3 2 0 0,-1-2 1 0,2 0 0 16,3 1 0-16,2-2 0 0,2 0 1 0,2 0 1 16,2 0 3-16,2-1 2 0,2 0-1 0,3 2-6 15,1-3 0-15,1 0 0 0,0 2 0 16,3-1 0-16,-2 0 0 0,1 0 0 0,2 0 0 16,-1 0 0-16,1 1 0 0,-1-2 0 15,0 1 0-15,-1-1 0 0,2 2 0 0,-7-3 0 16,3 2 0-16,-3-1 0 0,0-1 0 0,-4-1 0 15,-1-1 0-15,-2 1 0 0,-3-1 0 0,-2-1 0 16,-1 2 0-16,-2-2 0 0,-3 1 0 16,-1 2 0-16,-1-1 0 0,-1 1 0 15,-1 1-88-15,-3 1-194 0,-3 1-247 0,1 1-322 16,-3 4-413-16,-3 1-480 0,0 2-123 0,-1 3 671 16</inkml:trace>
  <inkml:trace contextRef="#ctx0" brushRef="#br0" timeOffset="137724.98">22407 7582 61 0,'1'3'301'15,"2"0"158"-15,1-1 124 0,-3-1-99 0,1 0-187 16,0-1-120-16,-1 2-61 0,1 0-3 16,-1-2 47-16,3 0 57 0,-1 1 29 0,3-1 55 15,-2 2 45-15,1-2-8 0,2 0-49 0,-1 0-54 16,3 1-2-16,-2-1-41 0,2 2-51 16,-1-2-29-16,3 1-20 0,0 0 17 0,2 1-9 15,1 1-5-15,2-1-10 0,0 0-2 0,0 1-1 16,3-1-25-16,1 2-26 0,1-4 65 15,3 4 35-15,-2-1 9 0,4 0 2 0,0-2-2 16,-1 2-6-16,2 0-62 0,2-1-35 0,-1 1-12 16,0 0-12-16,2 0-5 0,0 0-3 15,0 1-1-15,1-1 0 0,-1 0 0 0,0 2-1 16,0-2-1-16,-2 0 3 0,2 0 14 16,0-2 7-16,-2 2 3 0,2 0 5 0,-1-1 0 15,-2 3 1-15,3-3-14 0,0-1-9 0,0 2-3 16,0-1-4-16,0 2 0 0,0-2-3 0,1 0 1 15,0 1 1-15,1-2 0 0,-1 1 3 16,-1-2 9-16,4 1 5 0,-4-1 3 16,0-1-1-16,1 1 1 0,-1-3-3 0,0 1-10 15,0-1-5-15,0 1-2 0,-1-2-1 0,-1 2-2 16,-1-1 0-16,-2 1 0 0,2 2 1 0,-2-1 0 16,-1-2 2-16,0 3 8 0,0 3 5 15,-1-3 2-15,0 1 2 0,-1 0 0 0,1 0-2 16,-1-1-5-16,-1 0-5 0,1 0-3 15,0 0 0-15,-2 0-1 0,1-1-1 0,1 0 6 16,-2-3 5-16,0 2 0 0,1 0 1 0,-4-1-1 16,2 0 2-16,-1 0-7 0,-3 0-4 15,1 0-2-15,-2 0-1 0,-1 2-2 0,-1-3 0 16,-3 1-1-16,0 2 0 0,-1 0 1 16,-4-1-1-16,0 1 0 0,-1-1-1 0,-1 2 1 15,-1-1-5-15,-1 1-13 0,-1-1-25 0,-3-1-66 16,-2 0-75-16,-3 0-136 0,1 0-198 0,-4 0-309 15,-1 1-346-15,-2-1-250 0,-4 2-110 0,0 0 440 16,-6 2 605-16</inkml:trace>
  <inkml:trace contextRef="#ctx0" brushRef="#br2" timeOffset="144430.81">24780 2455 114 0,'0'-3'333'0,"-2"-1"159"16,-2 0 144-16,-1-1-111 0,0-2-45 0,2 3 12 16,-2-3 10-16,-1 2-3 0,-2-1-26 0,4-2-67 15,-3 2-93-15,1-1-82 0,-1 0-62 0,1 1-23 16,0-1-6-16,-1-1 21 0,1 1 1 16,0 2-9-16,-2-3-2 0,2 0-16 0,-1 0-25 15,1 0-36-15,-2-1-10 0,2 0-7 0,-2 0-12 16,1 1-15-16,-1-3-7 0,-2 2-3 0,-2-2-6 15,2 1-2-15,-3-1 1 0,0 0-1 0,-3-1 3 16,2 1-2-16,-3 0-2 0,1 1-6 16,-2-1-3-16,0 2-1 0,-2 0-1 0,2 2 0 15,-2 0-2-15,0-1 0 0,0 3 1 0,0-1-1 16,-2 0 0-16,2 3 1 0,1 0 6 16,-3 2 5-16,1-1 3 0,0 0-6 0,-1 2-3 15,0 0-2-15,5 0-7 0,-5 0-3 0,1 0-4 16,2 0 5-16,-1 0 3 0,-1 0 2 0,0 2 2 15,-1 0-1-15,0-2 0 0,-3 1 1 0,3 0 0 16,-2 3 0-16,-1-2-2 0,0 2 0 16,-2-2 1-16,2 3-1 0,0 0 1 0,-1-1 0 15,0 2 1-15,0-1-2 0,0 1 1 0,1 0-1 16,3 0 0-16,-2 0 0 0,1 0 0 16,2 0 1-16,-1 0-1 0,1 0 2 0,-1 1 6 15,5-1 1-15,-4 1 2 0,4 1 1 0,-1 0-1 16,2 1-3-16,-1 0-7 0,3 1-3 0,-3 1 0 15,-1 1 0-15,2 0 3 0,1 3 4 0,0-2 1 16,0 4-3-16,0-2-6 0,2 3-3 16,-1 0-2-16,1 0-1 0,0 3-3 0,1-2 8 15,-2 4 4-15,3-1 2 0,-2 0 2 0,1 3-2 16,1-1 1-16,-2-1 0 0,4 2-2 0,-3 0 2 16,2 0-1-16,2 0 0 0,0 0 1 0,0-1 0 15,-2 3 0-15,6-1-1 0,-1 0 0 16,0 0 0-16,0 1-2 0,2-1 1 0,-1 2 7 15,0-1 1-15,3 1 3 0,-2-2 4 0,1 0-5 16,-1 2-4-16,1-1-9 0,1 0-2 0,-1 2-4 16,0-3-2-16,2 4 6 0,0-4 4 15,4 1 2-15,-3-1-1 0,2-1 0 0,2-1 0 16,2 0 0-16,2 0-2 0,0 0 2 16,3-3 0-16,0 2 1 0,2-3 1 0,0 4 4 15,3-5 4-15,1 2-1 0,-2-2 3 0,3 3-3 16,1-5 0-16,-2 2-5 0,3 0-3 0,1-2 0 15,-2 0 0-15,2 0 0 0,2-1 1 16,0 1 0-16,-3-2-1 0,2 0 0 0,2-2-2 16,1 2 2-16,-4-2 0 0,2 2 0 15,-1-4 1-15,2 1 1 0,-2-1 0 0,2-1 1 16,0 2 1-16,1-4 0 0,-3 3-1 0,1-1 0 16,0 1 1-16,-1-3-2 0,3 1-2 0,-4 0 1 15,0 2-1-15,0-3 0 0,0 1-1 16,-3-1 1-16,3 0 0 0,-3-1-2 0,1 1 2 15,-2-3-1-15,3 2 0 0,-4-1-3 16,0-3 2-16,1 1 0 0,-1-1 1 0,1-2 1 16,-1 3 1-16,-1-2 3 0,3 1-4 0,-2-2 1 15,1 0 1-15,-1 3-2 0,-1-4 1 0,1 2 1 16,-1-2 1-16,2 2 0 0,-2-2 1 16,-1 0 0-16,1-2-1 0,1 2 0 15,-1-2-1-15,-2 2 1 0,4-4-2 0,-4 2 0 16,2-1 2-16,0 1-3 0,-1-2 2 0,1 0-1 15,0 1-1-15,-2-1 3 0,2-2-3 0,-2 1 2 16,2-1 0-16,-2 1-2 0,4-3 0 16,-2 2-2-16,-2-1 1 0,0-2 0 0,1 1-1 15,0 2 0-15,0-2 1 0,-3 1 0 16,1-1 1-16,-1 1-2 0,1 0 1 0,-2-4 2 16,2 3 1-16,-2-3-1 0,1 3 2 15,0-4-2-15,-3 1 1 0,2 1-1 0,-1-1 1 16,-1-1 1-16,2-1-2 0,-1 2 1 0,-1-3 0 15,0 3 2-15,-1-1-1 0,2 0 0 16,0-3 0-16,-3 1 0 0,3 2-1 0,-2-3-2 16,1 2 0-16,1-2-1 0,-2 1 0 0,1-1 0 15,0 1 2-15,1-2-2 0,-2 2 1 0,3-2 0 16,-1 1 0-16,-1 1 1 0,0-3-1 16,3 1 3-16,-4-3 0 0,0 3 0 15,1-4 0-15,0 2-1 0,-2 0-1 0,2-3-1 16,-1 2 0-16,0-3 4 0,-1 1 6 0,0 1 4 15,-2-1 2-15,0-1 2 0,-2 0 3 0,-2 1-5 16,1 1-5-16,-2-4-6 0,0 1 1 16,0 1 0-16,-2-3-1 0,1 3-1 0,-1-4 1 15,-1 0-1-15,0 3 2 0,0-1-3 0,-3 0 0 16,3 1 0-16,-2 1 3 0,-2 1 4 0,2 0-1 16,-1 3 3-16,-2-1-1 0,0 0 2 0,0 0-5 15,0 1-1-15,-2-1-8 0,0 0-5 16,-1-2-3-16,-2 0-2 0,2 1-1 0,-3-2 0 15,3 1 4-15,-3 1 3 0,3 0 3 0,-2 0 0 16,1 1 0-16,0 1 0 0,-2 0 0 0,5 1 0 16,-3 2-1-16,0 0 0 0,2 1 1 15,-1 1-1-15,0 1-1 0,0 1-7 0,1 4-8 16,-3 0-35-16,1 2-70 0,-5 1-69 0,3 2-150 16,-3 4-227-16,-3-1-318 0,1 4-313 15,1 1-213-15,-2-1-30 0,2 5 543 0</inkml:trace>
  <inkml:trace contextRef="#ctx0" brushRef="#br2" timeOffset="146592.85">23999 3921 76 0,'0'2'245'0,"2"1"119"16,-1-3 34-16,-1 1-61 0,0-1-71 0,0 0-54 15,2 0-37-15,-2 0-26 0,0 0-11 0,0 0 0 16,0 0-6-16,0 1-4 0,0-1 7 15,0 0 8-15,0 1 10 0,-2-1-3 0,2 3 2 16,0-3 5-16,-1 0 5 0,-1 0 5 16,2 0 13-16,0 2 7 0,0-2 6 0,-1 0-4 15,1 2-15-15,0-2-19 0,-2 0-24 16,0 2-25-16,2-2-21 0,0 1-20 0,0-1-16 16,0 0-13-16,0 0-12 0,0 1-5 0,-1 1-11 15,1-2-2-15,-2 3-3 0,1-2-3 16,1 2 1-16,-2 1 0 0,0 0 1 0,1-1 1 15,-1 0 11-15,0 1 7 0,1-1 7 0,-1 0 0 16,1 2 4-16,-4-1-4 0,5-1-6 16,-3 3-7-16,2-1-7 0,-1 0-4 0,0-2-4 15,1 2 0-15,-1 0-3 0,1-1 0 16,-1 1 4-16,0 0 1 0,1-1 3 0,1 0 2 16,-2 1 7-16,0-1 2 0,1 1-3 0,-1-1-3 15,1 1 0-15,-2-1 3 0,1 2-10 16,1-2-1-16,-1 2 1 0,2 1 3 0,-1-1-5 15,-1 0-4-15,0 0 2 0,2 0 1 16,0 1-3-16,-1 1 3 0,1 1 2 0,-2-1-1 16,2 2 1-16,-2 0-3 0,2 1 2 0,-3 0-1 15,3-2 32-15,-1 4 16 0,-1-2 14 0,0 4 2 16,1-2 4-16,-1 1 1 0,1-2-29 16,-4 3-15-16,4 0-8 0,-1 1-7 15,1-1-1-15,-1 1-9 0,0 2 0 0,1-2-4 16,-3 1-2-16,3 1 5 0,-1 0-5 0,1 1 6 15,-3 0 0-15,3 0 0 0,-1 2 1 0,2-2 3 16,-1 3 14-16,-1-1 53 0,-1 0 25 16,2 0 13-16,-1 0 1 0,-1 0-2 0,0-1-15 15,1 2-44-15,-1-3-19 0,1 2-11 16,-1-1-7-16,1-1-4 0,-1 1-3 0,2 1 0 16,-3-2-3-16,4 2-1 0,-2-1 1 0,-2 0-1 15,4 1-1-15,-1-1 0 0,-1-1-1 16,2 4-2-16,0-3 1 0,0 1 0 0,0-2-1 15,2 2 1-15,-1 0 0 0,3 0-1 16,-2 0 0-16,2 2 0 0,0-2 0 0,0-1-1 16,0 2 1-16,1-1-1 0,2 1 3 0,-1-1 0 15,0 2 0-15,0-1 3 0,3-1 3 16,-2 2 0-16,-1-2-2 0,2 1-1 0,1-1 1 16,0 2-1-16,-1-2-1 0,-2 0-1 15,2 0 0-15,1 0 0 0,-1 0 0 0,0-2-3 16,2 1 0-16,1-1 2 0,-2 0 1 0,-1-1-1 15,3 2 0-15,0-2 0 0,1 0 1 0,0 0-2 16,-1 1-2-16,2-3 4 0,-1 0 0 16,1 2 0-16,1-1 2 0,1-1 2 0,0 1 1 15,-2-3-5-15,3 3 1 0,-2 0 1 16,2-1-3-16,-2 1 1 0,2-1 0 0,-2 1 1 16,3-2 0-16,0 0-1 0,-2 0 1 0,0 0-1 15,2 0-1-15,-3-2-1 0,3 1 0 16,-2-1 2-16,0-1 2 0,1 2-1 0,-2-2 1 15,2-2 1-15,-2 1 0 0,1-1-1 0,0 1-1 16,-2-2-1-16,1-1-2 0,-2 3 2 16,0-2 0-16,1 2-1 0,-2-1 1 0,1 2 2 15,0 0 1-15,-3 0 1 0,4-1-1 16,-4 0-1-16,2 2 1 0,-1 0-2 0,-1-1-1 16,1 1-1-16,1 0 1 0,-2 4 2 0,3-3-2 15,-2 3 0-15,0-1 2 0,0 1-1 16,0 1 1-16,0 0-2 0,0 1 0 0,-1 2 0 15,-1-1-1-15,1 2 3 0,-1 2-2 0,2 1 2 16,-2 0-2-16,0 2 1 0,0 1-1 16,-1 0-2-16,1 2 1 0,-1-1 2 0,-1 1 0 15,2 2 2-15,-4 1 0 0,3 0 2 0,-2 1 1 16,0 0-3-16,-1 3 1 0,2-2-2 16,-3 2 1-16,2 1-1 0,0 2-4 0,-2-2 2 15,1 1 0-15,-3 3 1 0,2-4 11 16,-1 1 4-16,1 0 4 0,-2 0 2 0,-1 0-2 15,0 0 2-15,0 0-8 0,0 2-2 0,0-3-5 16,-1 3 0-16,1-2 1 0,-5 2-2 0,4 1-3 16,-1-1 1-16,1 2-1 0,-3-3 1 15,3 1-1-15,-3-1-1 0,1-2 2 0,0-2-2 16,-2 0 5-16,1 0 3 0,-1-3 1 16,0 1 3-16,0-1 0 0,-1-1 2 0,1 0-3 15,-2 2-3-15,-1-4-1 0,1 3-1 0,-1-2 0 16,1 1-2-16,-1-2-2 0,0-1 0 0,0 0-1 15,-2-3 0-15,2-1 0 0,0-5 6 16,0 1 4-16,1-3 4 0,0-5 3 0,-1 1 1 16,2-5 1-16,-2 0-4 0,0-3-3 15,0-2-5-15,-1-2-2 0,0 0-2 0,0-4-1 16,-2-1-2-16,2 0 1 0,-1-1 1 0,-1-3 3 16,0 1 0-16,2-1 1 0,-1-1 2 15,-2 0 0-15,1 1 1 0,-1-2 0 0,0 2 1 16,1-1 0-16,-2 0-2 0,1 0 1 15,0-2-1-15,2 3 0 0,-2-2-1 0,3 2-3 16,-2-1 1-16,1 1-1 0,2 1 1 0,-1 0 1 16,3 0 4-16,-1 1 1 0,4 2-1 0,-2-1 0 15,4 2-1-15,-4 2-5 0,4-2-2 16,-1 2-4-16,2 0-1 0,-2 0-2 16,2 0 0-16,2 0 1 0,0 2-1 0,-2 0 1 15,1 1 1-15,4 0 0 0,-4 2 0 0,2-1 0 16,1 0 0-16,-1 1 0 0,-2-2 1 0,3 2-1 15,-1-1 0-15,-2 0 0 0,3-1 0 16,-3 0-1-16,2-1 1 0,-1 0-1 0,-1 0 1 16,-1 0 0-16,0-1-1 0,2-1 0 15,-2 0 0-15,0 0 0 0,0 0-1 0,0 0 0 16,0 0-2-16,-2 0-4 0,2 0-7 0,0 0-9 16,-1 1-11-16,-1-1-16 0,2 0-21 15,-3 2-41-15,3-2-64 0,-1 3-58 0,-1-2-105 16,0 3-154-16,-1-2-240 0,-2 3-272 15,1 0-206-15,-1-1-156 0,0 1 215 0,-3 0 507 16</inkml:trace>
  <inkml:trace contextRef="#ctx0" brushRef="#br2" timeOffset="147640.95">22753 8533 33 0,'2'6'271'15,"-1"-1"161"-15,2 0 159 0,-3-3-34 0,2 3-87 16,-2-3-34-16,0 3 2 0,2-2 13 16,-2 0 3-16,0 2-30 0,-2-3-56 0,2 2-62 15,-2 0-50-15,2-1-39 0,0 1-34 16,0-3-28-16,0 1-13 0,0-2-17 0,2 2-24 16,-2-2-21-16,2 0-8 0,-2 0 8 0,3-3 0 15,0-3 3-15,2-1 5 0,1-4-8 16,0-4-6-16,2-1-18 0,5-4-9 0,-2-2-13 15,2-4-6-15,1 0-3 0,-1 1-8 0,2 0-4 16,-4 0-2-16,2 5 2 0,-2 0 0 16,-3 5 1-16,-1 0 3 0,0 4-1 0,-4 4 3 15,0 1-1-15,1 0 0 0,-3 3-2 16,1 0 0-16,-1 2-1 0,-1-1-4 0,2 4-1 16,-2-1-3-16,0 4 0 0,0 1 0 0,0 0 1 15,-2 2 0-15,2 1-1 0,0 2-1 16,-1 1 1-16,-1 1-1 0,2 3 0 0,0 1 1 15,-1-1 0-15,-1 3 0 0,0 2 4 16,-1 1 2-16,2 3 0 0,-1 2 0 0,-1 1 0 16,2 1 0-16,-2 0-4 0,1 3-3 0,-1 0-3 15,-1-2 0-15,3 1-1 0,-2-2-1 0,1-1-1 16,0-2 0-16,1-3 0 0,-1-1 0 16,1-1 1-16,-1-5-1 0,-1-1 0 0,2-3 0 15,1-1 0-15,0-3-2 0,-2-1 0 16,2-3 0-16,-2 0-1 0,2-2-1 0,0 1-2 15,0-3-2-15,0 0-5 0,2-3-13 0,0-1-21 16,-1-2-50-16,4-3-67 0,-1 0-60 16,0-2-98-16,0-1-141 0,0-1-180 0,1-1-254 15,-2 1-206-15,3-1-185 0,-2 0 84 16,1-2 417-16</inkml:trace>
  <inkml:trace contextRef="#ctx0" brushRef="#br2" timeOffset="148115.22">23099 8451 57 0,'5'-14'380'0,"2"1"254"0,-1-1 211 0,-3 1 12 16,0 1-183-16,0-1-143 0,2 3-102 16,-2-2-68-16,2 3-61 0,-2-1-66 0,3 3-67 15,-3-1-59-15,2 2-39 0,-2 1-8 16,1 1 18-16,1 2 13 0,-1 2 44 0,2 0 24 15,1 2 26-15,-1 2-5 0,1-1-28 0,2 3-22 16,-1 0-39-16,-2 0-18 0,2 1-22 16,3 3-13-16,-1-2-6 0,-2 2-3 0,2-2-5 15,-2 2-8-15,2-1-4 0,-2 2 6 0,1-2 9 16,-2 2 6-16,-3-2 6 0,0 1 7 16,-1 3 4-16,-1-1-3 0,-2 0-4 0,-4 1-3 15,-1 0-4-15,1-1-1 0,-3 4-4 0,0-2-3 16,-1-1-4-16,0 2-1 0,-2-2-2 15,-1 2-4-15,2 2-2 0,0-2-3 0,-3 0-1 16,4 1-5-16,0-2-2 0,2 3-2 0,-2-3-1 16,3 1-2-16,2-1-2 0,2-1 1 15,1-2-1-15,0 3-1 0,1-5 0 0,2 2 0 16,1 0 1-16,0-3-1 0,5 3 1 16,-2-5-1-16,3 1 0 0,-2-1 1 0,4-4-2 15,-1 2 0-15,3-3 1 0,1-2-3 16,0-1-10-16,1-1-12 0,1 0-28 0,0-1-73 15,0-1-74-15,-1-1-130 0,1 4-197 0,-3-4-309 16,2 1-336-16,-2 3-222 0,4-3-93 0,-4 4 416 16,2-3 599-16</inkml:trace>
  <inkml:trace contextRef="#ctx0" brushRef="#br2" timeOffset="149384.98">24311 8547 200 0,'-2'-2'500'0,"1"0"271"16,-3 2 194-16,4-2-169 0,-1 2-173 0,1 0-134 0,0 0-101 15,0 0-84-15,0 0-82 0,1 0-69 16,-1 0-55-16,2 0-35 0,0 2-14 0,-1-1 6 16,2 2 26-16,3 0 30 0,-3 3 25 15,2 0 6-15,0 1-6 0,2 0 4 0,-3 4-6 16,4-2-18-16,-2 5-18 0,2 0-5 16,0-1-2-16,1 1-24 0,0 2-19 0,-1 2-11 15,0-2-11-15,-1 2-9 0,1 0-9 0,-1-1-2 16,-1-1-1-16,2 1-3 0,-4-4 2 15,1 0-3-15,2-2 1 0,-4-2-1 0,0-1-1 16,-1-2 0-16,-1-2 2 0,2-1 2 16,-1-1 1-16,-2-2 2 0,-2-2 0 0,2-1 0 15,-3-1-1-15,2-2 0 0,-1-2 1 0,-1 1-2 16,1-2 4-16,-3 1 2 0,2-2 1 16,0-1-1-16,-2 1 0 0,2 0-2 0,-3-3-2 15,0 1-2-15,1-1-2 0,-2-2-2 16,3 1 0-16,-2 0-2 0,-1-2 0 0,1 1-1 15,1 0-1-15,-2-1 2 0,3-1 0 0,-1 2 1 16,1 0 1-16,0 0 1 0,1 2 1 0,-2 0 1 16,4 0 0-16,-3 2 0 0,1 1-1 15,2 1 0-15,-4 0-1 0,4 2 0 0,-1-1 0 16,1 2-1-16,-3 0 1 0,4-1-2 16,-1 5 0-16,1-4 0 0,-4 1 0 0,4 1 0 15,-1 0 0-15,1 0 0 0,-2 0 0 0,2 1 0 16,0 0-1-16,0 0-1 0,0 2 1 15,0-1-2-15,0 0 3 0,0 1-3 0,0 0 1 16,0 1 1-16,0 0-3 0,0 0 0 0,2 0-1 16,-1 0 0-16,3 0 2 0,-3 0-1 15,4 0 3-15,0 0 2 0,1 1 1 0,-1-1 1 16,1 0 1-16,1 0 2 0,2 0 3 16,0 0 3-16,-1-1-1 0,4 1 2 0,-2-2 0 15,2 1-3-15,0-2-3 0,-1 2-2 0,2-3 0 16,1 0-2-16,-3 1-1 0,2-2-1 15,-2 2 1-15,-1-1-3 0,-1 2 0 0,-1 0-5 16,-3-2-31-16,-1 3-80 0,0 0-116 0,-3 1-222 16,-1 1-294-16,0 0-355 0,0 3-360 0,-1 0-120 15,-4 0 412-15,2 1 719 0</inkml:trace>
  <inkml:trace contextRef="#ctx0" brushRef="#br0" timeOffset="181462.77">26036 7536 80 0,'0'0'565'0,"1"0"398"0,-1 0 155 16,0 0-58-16,5 0-368 0,-2 2-273 15,3 2-131-15,1-3-7 0,2 3 27 0,5 0-7 16,-1 2-24-16,4 0-30 0,-1-2-35 0,5 4-60 16,-1-1-48-16,-1-1-31 0,3 2-22 15,0-2-12-15,-1-1-10 0,1 1-9 0,0-1-8 16,0-1-4-16,-2 2-4 0,2-5-3 16,-5 0 0-16,0 1-2 0,1-1 0 0,-6-1-10 15,-2 2-35-15,-2-2-72 0,-5 1-76 0,-5 1-154 16,-1 1-248-16,-6 0-313 0,-2 2-309 0,-6 0-196 15,-4 1 41-15,-5 2 561 0</inkml:trace>
  <inkml:trace contextRef="#ctx0" brushRef="#br0" timeOffset="181669.48">25836 7905 273 0,'3'13'706'0,"-1"-1"323"16,5-1 124-16,0-1-200 0,4 0-340 15,2 0-204-15,4-1-69 0,5-1-51 0,-1-2-59 16,6 1-38-16,1-1-36 0,2-2-34 0,4 1-44 16,1-3-30-16,-1 0-20 0,2 2-13 0,-1-4-6 15,-2 1-44-15,-1 0-53 0,-4-1-125 16,-2 0-189-16,-5 0-294 0,-3 0-314 16,-5 0-259-16,0 0-132 0,-5 2 371 0,-4-1 567 15</inkml:trace>
  <inkml:trace contextRef="#ctx0" brushRef="#br0" timeOffset="182852.88">27451 8041 96 0,'-7'25'680'15,"3"-3"460"-15,-1-4 110 0,1-3-135 16,4-5-374-16,0-3-259 0,5-2-114 0,2-5-54 16,1-2-33-16,4-8-21 0,1-2-27 0,2-7-65 15,2-5-50-15,3-5-33 0,4-7-19 0,0-4-16 16,7-5-11-16,4-5-12 0,-1-4-1 15,6-1-1-15,2-2 1 0,-2-2 0 0,-2 4 4 16,0 1 3-16,-4 1 3 0,-4 8 3 16,-7 4 5-16,-1 4 5 0,-4 7 1 0,-3 5-1 15,-3 4-5-15,-4 6-7 0,-1 1-9 0,0 4-7 16,-2 2-7-16,-2 1-5 0,-2 5-3 16,3 1-2-16,-3 2-1 0,-1 1 0 0,2 6 3 15,-2 3 2-15,-2 4 2 0,2 1 3 16,0 6 1-16,-1 2 3 0,-3 2-9 0,3 7-8 15,-2 1 0-15,-2 4 0 0,1 3 0 0,0 2 0 16,-2 1 0-16,-1 3 0 0,3 1 0 16,-3-1 0-16,1 0 0 0,-2 1 0 0,3-4 0 15,0-3 0-15,2-1 0 0,2-5 0 0,-3-3 0 16,3-3 0-16,-1-6 0 0,1-1 0 16,1-6 0-16,-2-1 0 0,-1-4 0 0,2-3 0 15,1-1 0-15,0-1 0 0,0-3-57 0,-2-2-65 16,2-1-76-16,0-4-122 0,2 1-205 15,-1-4-299-15,5 2-352 0,-1-1-339 0,0-4-135 16,1 3 424-16,2-2 707 0</inkml:trace>
  <inkml:trace contextRef="#ctx0" brushRef="#br0" timeOffset="183192.91">28540 7782 232 0,'-2'1'970'0,"-4"4"558"15,3-2-19-15,-2 0-265 0,0 2-463 16,1-3-284-16,-1 4-165 0,0 0-106 0,-3 2-56 16,4 2-39-16,-1 1-30 0,0-2-26 0,2-2-22 15,0 1-16-15,3-2-14 0,-2-3-9 0,2 0-8 16,2 0-2-16,1-3-1 0,0-2 0 15,3-2 0-15,2-2 0 0,3-5-1 0,0 0 1 16,-1-2-1-16,1 0 0 0,-5 0-1 16,1 4 1-16,-2-2 0 0,-2 2 0 0,-2 2 0 15,-1 1-1-15,0-1-1 0,-3 4-2 0,-2 0-2 16,0 3-7-16,-3 0-17 0,-2 3-27 16,2 2-78-16,-4 1-115 0,2 1-219 0,2-1-298 15,1-1-361-15,2-1-423 0,4-2-166 16,-1 0 417-16,2-2 790 0</inkml:trace>
  <inkml:trace contextRef="#ctx0" brushRef="#br0" timeOffset="184454.9">29263 6606 61 0,'-8'-6'546'16,"1"3"455"-16,0-3 219 0,-1-1-66 0,3-1-371 15,0 0-228-15,3-1-124 0,1-2-89 0,2 1-61 16,1 0-44-16,1-2-44 0,2 1-52 15,1 3-50-15,4-3-32 0,-1 4-17 0,4 1-3 16,1 4-1-16,2 2-5 0,1 2-2 16,-2 4 8-16,2 4 3 0,-4 2-4 0,-1 3 3 15,-2 4 2-15,-5 2 3 0,-5 3-2 0,-2 3-2 16,-4 0 0-16,-3 3-6 0,-4 2-1 0,-2 1-3 16,-4-1-2-16,0 4-2 0,-1-4-4 15,-1 0-3-15,4 1-4 0,-2-5-5 0,6-1-4 16,1-2-4-16,5-5-1 0,1 2-3 15,6-6 0-15,0 1-1 0,5-3-1 0,-1 0 1 16,6-3 0-16,4 0 0 0,0-1 1 0,5-5 0 16,3 1 3-16,2-2-1 0,5-3 0 15,1-1 0-15,0-1-1 0,0-3-1 0,0 1 0 16,0 0-2-16,-2-1-7 0,-3 1-15 16,-3 1-22-16,-4 1-37 0,-2 1-74 0,-8 1-82 15,-2 1-141-15,-4 1-206 0,-7 1-308 0,-1 2-316 16,-6 2-208-16,-2-1-41 0,-2 4 482 15,-4-3 567-15</inkml:trace>
  <inkml:trace contextRef="#ctx0" brushRef="#br0" timeOffset="184726.91">28877 7467 49 0,'-2'11'469'0,"2"-3"325"15,2 0 268-15,2-2 67 0,6 0-347 0,1-1-219 16,6 0-86-16,2 0-40 0,4-2-70 0,0 0-70 16,6-2-40-16,1 0-58 0,1-1-56 15,1-1-29-15,1 0-31 0,2-1-16 0,-2-2-18 16,3 0-11-16,1 0-7 0,-2-2-13 16,-1 2-5-16,1-4-5 0,-1 2-4 0,-1 2 0 15,-2-2-1-15,0-1-3 0,-5 4-9 0,0 0-36 16,-6 0-75-16,-6 3-83 0,-2 0-164 15,-3 4-290-15,-4-2-326 0,-5 5-334 0,-4 0-186 16,-4 2 131-16,-2 2 643 0</inkml:trace>
  <inkml:trace contextRef="#ctx0" brushRef="#br0" timeOffset="185352.88">28839 8301 266 0,'2'0'656'0,"0"0"294"0,-2-2 126 0,4 0-206 15,-3-3-239-15,2 0-183 0,4-2-87 16,1-2-17-16,3-4-23 0,0 2-37 0,2-6-29 15,1 0-31-15,2-3-39 0,1-3-47 16,2 0-37-16,-2-3-28 0,2-1-19 0,-1 0-8 16,2 0-6-16,-3 0-5 0,-1 0-1 0,0 4-2 15,-3 3 3-15,-3 1-2 0,0 6 3 0,-3 1 3 16,-3 1 0-16,0 5-2 0,-3 2-5 16,3 1-4-16,-4 2-9 0,0 3-6 15,-4 3-6-15,3 4-3 0,-4 1-2 0,2 6-1 16,-1 0 0-16,0 2 1 0,-1 3-1 0,1 1-1 15,0 3 0-15,1 0 0 0,-2 1-1 0,0 0 1 16,4 3 0-16,-7-2-1 0,5 3 0 16,-2-4 0-16,0 2 1 0,2-3 0 0,-2 1-2 15,4-5 1-15,-2 0 0 0,1-3 0 16,0-2-1-16,2-2 0 0,-2 1 0 0,2-5 0 16,0-1-1-16,2 0 1 0,-2-2-5 0,2-2-9 15,0 0-12-15,-1-3-21 0,2-2-48 16,1 0-73-16,-1-4-68 0,-2-2-103 0,3-3-144 15,-1 0-185-15,0-2-264 0,0-1-198 0,2-1-165 16,-1-2 130-16,0 0 409 0</inkml:trace>
  <inkml:trace contextRef="#ctx0" brushRef="#br0" timeOffset="185692.81">29259 7986 116 0,'8'-6'440'0,"2"0"276"16,1 1 238-16,-1 1-16 0,2-1-198 0,2 2-170 15,2 0-110-15,-2 2-63 0,3 1-54 16,0 1-66-16,0 1-24 0,-1 2-22 0,-1 1-27 16,-2 1-20-16,1 1-39 0,-4 3-20 0,-1 1-31 15,-4 3-15-15,1 2-7 0,-6 1-13 0,-1 0-4 16,-7 6-6-16,-2 1-2 0,1 2-1 15,-7 2-3-15,2 1 1 0,-3 2-2 16,0-1-7-16,0 2-7 0,4-2-7 0,0-3-6 16,4-1-5-16,1-2-5 0,4-2-2 0,2-3-3 15,4-2 0-15,2-2-1 0,3-2-1 0,4-4 1 16,5-3-3-16,0-3-12 0,3-1-23 16,3-5-63-16,-2-3-81 0,2-2-160 0,0 0-282 15,2-3-324-15,-1-1-387 0,0 3-273 16,1-3 36-16,-3 0 719 0</inkml:trace>
  <inkml:trace contextRef="#ctx0" brushRef="#br0" timeOffset="185986.96">30069 7407 503 0,'11'-2'962'0,"-2"0"231"16,0 0-67-16,1 0-309 0,0 2-342 0,0-2-208 16,3 2-102-16,-1 0-52 0,3 0-31 15,-2 0-23-15,2 0-22 0,0 2-12 0,0 0-14 16,2 0-3-16,-3-1-2 0,3 0-2 0,-4 2-12 15,1 0-64-15,-2 0-151 0,-3 2-241 16,-5 0-274-16,0-1-276 0,-4 1-237 0,-2 3 66 16,-4-2 490-16</inkml:trace>
  <inkml:trace contextRef="#ctx0" brushRef="#br0" timeOffset="186170.86">30041 7665 140 0,'-4'10'691'15,"1"-1"392"-15,3-1 93 0,3-3-121 16,5 2-408-16,0-4-298 0,3 0-152 0,5 0-73 16,-2-2-39-16,3 1-18 0,3-2-28 0,0 0-17 15,0 0-8-15,3-2-7 0,-1 2-43 16,0-1-120-16,2 1-171 0,-7 0-293 0,4 0-268 16,-4 0-257-16,1 0-69 0,-1 1 336 0,-3-1 463 15</inkml:trace>
  <inkml:trace contextRef="#ctx0" brushRef="#br0" timeOffset="186618.97">31128 7225 197 0,'2'0'782'16,"1"-3"383"-16,2-3 37 0,3-3-144 0,1-3-443 15,4-4-280-15,4-4-116 0,2-1-25 0,3-3 10 16,3-2 15-16,1-2-2 0,-1-2-9 16,2-1-27-16,-2-4-39 0,2-1-34 0,-2-1-28 15,1-1-20-15,-5-1-15 0,0-2-10 0,0 3-12 16,-3 0-1-16,-3 4-7 0,-2 0 4 0,-3 6 2 15,-1 5 7-15,-4 4 8 0,-2 2-3 0,-2 6-3 16,-1 2-9-16,-3 3-7 0,0 4-8 16,-2 8-5-16,-2 5-2 0,-1 5-2 0,0 6 7 15,-1 4 3-15,0 6 1 0,3 1 1 0,0 5-2 16,-3 3 4-16,2 4-5 0,1-1-2 0,-3 2-1 16,1 3 2-16,2 2 2 0,-3-3-3 0,2 1-2 15,1-4-1-15,1-2-2 0,-1-2-1 0,5-3-1 16,-2-1-1-16,-1-3-9 0,1-4-17 15,0-2-52-15,-4-1-69 0,3-4-93 0,-4-2-163 16,2-3-272-16,-2-2-322 0,-2-3-284 0,1-3-183 16,-2-2 141-16,-2-4 598 0</inkml:trace>
  <inkml:trace contextRef="#ctx0" brushRef="#br0" timeOffset="186854.69">30998 7472 84 0,'7'7'411'0,"1"-3"265"0,3 1 236 16,5-2 17-16,1 0-212 0,5 0-154 0,4-1-116 15,0-1-69-15,6-1-65 0,3 0-53 0,1 0-55 16,4-3-39-16,2 0-23 0,1-2-24 0,1 2-23 16,-1-1-32-16,3 0-23 0,-3 0-15 0,-2 2-10 15,1 2 0-15,-2-3-10 0,-4 3 0 16,1 3 4-16,-6-1-26 0,-2 2-45 0,-6 1-60 15,-2 1-144-15,-7 4-253 0,-4-3-303 0,-3 3-284 16,-5 1-218-16,-5-2-1 0,-5 4 519 0</inkml:trace>
  <inkml:trace contextRef="#ctx0" brushRef="#br0" timeOffset="187456.95">31511 7832 459 0,'2'-5'951'0,"-6"-1"284"0,0 0-25 15,-6 2-277-15,-2 3-241 0,-5 2-205 0,-1 3-126 16,-4 2-71-16,-7 3-53 0,0 3-65 15,-7 3-59-15,0 3-30 0,-2 3-16 0,0 5-3 16,-3 5-3-16,1 2 2 0,4 5-2 0,-1 4-4 16,6 3-7-16,1 4-10 0,1 0-7 0,9 0-9 15,2 3-9-15,4-5-5 0,8 2-5 16,4-6-2-16,9-1-2 0,1-3-1 0,7-4 0 16,5-7 0-16,5-3 1 0,6-8 1 0,3-2 1 15,6-6 0-15,0-5 0 0,1-4 0 0,2-4 0 16,-5-4-2-16,-3-2 1 0,-4-3 0 15,-2-1 0-15,-6-1 1 0,-7 0 1 0,-3 2 0 16,-8-2 1-16,-5 2 4 0,-5 0 2 0,-8 2 5 16,-1 3 2-16,-6 0 0 0,-6 5 0 0,1 2-4 15,-5 3-3-15,-2 3-4 0,-1 5-5 0,2 0-1 16,2 5-2-16,0 0-1 0,4 3-2 16,3 1 0-16,3 2-9 0,6-2-17 0,4 3-33 15,1-3-82-15,7 0-127 0,2-4-249 0,5 1-307 16,1-3-371-16,4-1-421 0,3-4-82 0,-3-1 549 15,2-2 771-15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01:13.23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4784 4320 125 0,'0'9'753'15,"0"1"465"-15,-1-1 71 0,-1-1-168 0,2-1-356 16,2-3-281-16,-1 0-140 0,-1-2-78 16,2 1-46-16,-1-3-30 0,2 1-47 0,-3-1-69 15,2-1-36-15,-1 1-18 0,1-5-10 0,1 3-2 16,0-4 0-16,0-1 2 0,1-1 1 15,-1-1-1-15,-1 0 14 0,-1 2 11 0,-1-2 9 16,0 2 12-16,0 3 11 0,-1-1 7 16,-1 3-5-16,2 0-6 0,-2 0-9 0,2 1-13 15,0 1-10-15,-1 0-11 0,-1 0-9 0,2 0-7 16,0 0-5-16,0 0-2 0,0 0-4 16,0 1-7-16,0 3-21 0,0-2-54 0,0 2-70 15,0-2-153-15,0 3-277 0,0 0-312 0,3-1-369 16,-1 2-309-16,1-1-21 0,0 0 688 15</inkml:trace>
  <inkml:trace contextRef="#ctx0" brushRef="#br0" timeOffset="831.07">8324 4303 28 0,'2'6'483'0,"-1"2"386"16,1-1 208-16,-2-1 20 0,0-1-315 0,3-1-286 16,-3-1-178-16,0 0-88 0,0 0-49 15,1-1-56-15,-1-1-54 0,0 1-31 0,2-2-19 16,-2-2-3-16,1 1 7 0,1-1 15 15,1 0 23-15,-1-1 9 0,1 1 8 0,-1-1-7 16,-1 0-7-16,-1 2-13 0,0-1-17 0,0 0-14 16,0 2-11-16,0 0-27 0,-1 2-43 15,-1-2-103-15,-3 3-189 0,-1 1-288 0,-2 2-291 16,0 2-272-16,-5 2-171 0,0 0 288 16,-2 6 579-16</inkml:trace>
  <inkml:trace contextRef="#ctx0" brushRef="#br0" timeOffset="1946.09">4787 8209 247 0,'3'4'594'0,"-3"1"241"16,2-1 90-16,-1-2-176 0,1 0-212 15,1 2-157-15,0-1-85 0,0 1-47 0,1-3-29 16,-1 0-56-16,0 1-61 0,-1 0-46 0,1-2-26 15,0 1-9-15,0 0-11 0,0-1-3 0,-3 0-3 16,3 0 1-16,-1 0-1 0,1 0 1 16,-1 0-7-16,-1 0-64 0,1 0-119 15,-2 0-163-15,0 0-288 0,0 0-266 0,3 0-212 16,-1 0 22-16,1 0 348 0</inkml:trace>
  <inkml:trace contextRef="#ctx0" brushRef="#br0" timeOffset="2888.05">8414 8312 123 0,'-5'6'739'0,"4"0"501"16,-2-2 225-16,1-1-127 0,0 1-409 0,-1-1-346 15,2-1-181-15,-1 1-107 0,2-2-105 0,-2 1-72 16,2-2-49-16,0 0-34 0,0 1-18 16,0-1-11-16,0 2-8 0,0-2-5 0,2 0-3 15,0 0-22-15,-1 0-73 0,2 0-106 16,1 0-179-16,-1 0-284 0,0-3-346 0,2 1-396 15,-2-2-195-15,3-1 274 0,0-1 708 0</inkml:trace>
  <inkml:trace contextRef="#ctx0" brushRef="#br0" timeOffset="3978.14">12751 4296 41 0,'0'-11'556'15,"0"2"483"-15,-1 0 223 0,-1 1 12 0,0 2-291 16,1-1-304-16,-1 3-206 0,2-2-121 16,-2 4-80-16,1 0-88 0,-1-1-83 0,1 2-49 0,-2 1-27 15,3 1-16-15,-2 2-15 0,-1-1-49 16,2 0-68-16,-3 4-106 0,1-2-182 0,1 1-297 16,-1-1-334-16,3 1-300 0,-3-2-164 15,0 2 285-15,1 2 645 0</inkml:trace>
  <inkml:trace contextRef="#ctx0" brushRef="#br0" timeOffset="4842.43">12926 8558 55 0,'-1'2'632'15,"-2"1"526"-15,-2 0 257 0,2 0-59 16,0 2-368-16,1-3-369 0,-1 0-202 0,1 0-117 15,2-1-95-15,-3 0-84 0,3 1-52 16,0-2-33-16,0 0-18 0,0 2-12 0,0-2-4 16,0 1-5-16,3-1 0 0,-3 0-1 0,2 1-1 15,1-1-19-15,-3 0-62 0,2 3-68 16,-4-2-146-16,2 1-247 0,0 0-310 0,-1 3-348 16,-1-1-257-16,-1 1-44 0,-2 1 573 15</inkml:trace>
  <inkml:trace contextRef="#ctx0" brushRef="#br0" timeOffset="5816.44">4836 12702 39 0,'-3'-4'602'16,"3"3"533"-16,-2-2 339 0,1 2-75 0,-1-2-380 15,2 0-353-15,-3 0-219 0,1-2-121 16,-2 3-114-16,2-3-78 0,1 2-52 0,-1 0-33 15,1 1-21-15,-1-3-14 0,0 3-8 16,2-2-7-16,0 2-5 0,0-2-25 0,2 2-72 16,0-2-105-16,-1 3-185 0,2 0-284 0,3-2-349 15,-1 1-405-15,3 1-217 0,0-1 279 16,3 4 736-16</inkml:trace>
  <inkml:trace contextRef="#ctx0" brushRef="#br0" timeOffset="6504.11">8471 12556 554 0,'-19'-4'1482'15,"3"-1"199"-15,-3 4-299 0,3-1-323 0,-2 1-471 16,3 1-294-16,0-2-138 0,3 2-63 0,0 0-32 16,6 0-28-16,-1 0-36 0,4 0-71 15,3-1-83-15,2 1-168 0,1-1-281 0,3-1-315 16,5 0-373-16,0 1-265 0,0-2 70 15,3 3 705-15</inkml:trace>
  <inkml:trace contextRef="#ctx0" brushRef="#br0" timeOffset="7419.06">12961 12506 540 0,'4'0'1574'0,"-3"1"199"16,1 1-348-16,-4 3-350 0,2-3-440 0,-1-2-316 15,-1 4-137-15,0-1-61 0,-1 1-34 0,1-2-25 16,2 0-27-16,0 0-19 0,0-1-14 15,0 2-24-15,0-1-50 0,0-1-89 0,0 2-173 16,2-2-271-16,1-1-334 0,1 0-406 16,-3 0-374-16,-1 0 81 0,-1-1 816 0</inkml:trace>
  <inkml:trace contextRef="#ctx0" brushRef="#br0" timeOffset="10640.15">4539 4684 54 0,'3'6'302'0,"2"1"158"16,-4-5 123-16,2 0-74 0,1-4-213 0,-1-2-146 15,0-2-60-15,2-4-36 0,1 0-16 16,2-2 10-16,-2-2 17 0,2 0 10 0,3-4-9 16,0-1 3-16,1 0 4 0,3-5-15 15,-2 1-12-15,4-5-33 0,1-2-21 0,2-2-6 16,-1 0-8-16,2-3-7 0,2-2-8 16,1 1 17-16,-3-1 10 0,3-1 7 0,-4 6-1 15,0 0 2-15,-4 6 4 0,-2 0-17 0,-4 7-29 16,-2 0-69-16,-5 8-133 0,-4 1-230 0,-4 5-112 15,-5 3 0-15,-4 5 111 0,-4 1 172 16</inkml:trace>
  <inkml:trace contextRef="#ctx0" brushRef="#br0" timeOffset="10894.01">4466 4117 93 0,'8'1'273'0,"1"1"111"0,4 3 90 0,4 1-181 16,3 1-106-16,3 1-9 0,4 5-22 0,3-2 63 16,0 1 29-16,2 1 13 0,1 1-29 0,2-2-60 15,3 3-18-15,-2 2-71 0,2-3-35 16,2 3-17-16,-4 0-9 0,1 0-1 0,-4 1 2 16,-3 0 1-16,-2-1 24 0,-4 2 14 15,-4 0 8-15,-4-3-16 0,-5 1-46 0,-5 0-65 16,-4 0-103-16,-4-1-109 0,-4-1-183 0,-5-1-216 15,-3-1-75-15,-3 0 73 0,-3-5 180 16,0 1 202-16</inkml:trace>
  <inkml:trace contextRef="#ctx0" brushRef="#br0" timeOffset="11183.1">4351 4444 21 0,'6'4'210'0,"3"-1"99"0,-1-1 92 16,5-1-70-16,4 2-126 0,4-3-39 15,3-3 3-15,1 2 23 0,4-4 65 0,2-2 10 16,1-2 12-16,1-2-54 0,2-3-45 0,2-3-47 15,0-2-71-15,1-2-40 0,0 0-25 0,-3-4 10 16,1 2-30-16,-6 1-51 0,-4-1-87 16,-4 4-147-16,-5 3-242 0,-8 1-141 0,-4 2 6 15,-6 2 144-15,-6 1 206 0</inkml:trace>
  <inkml:trace contextRef="#ctx0" brushRef="#br0" timeOffset="11394.13">4558 4013 56 0,'8'5'249'0,"1"3"114"0,1 2 96 0,1 2-107 15,3 3-121-15,0 4-73 0,3 0-14 16,1 3 1-16,-1 1 10 0,1 1-23 0,1 1-25 16,1 1-6-16,-4 1-27 0,3 0-29 15,-1 0-15-15,-3 0-9 0,1 0 24 0,-2-1 7 16,-2 1-8-16,0-4-61 0,-4 2-137 0,-2-3-260 15,-4 0-178-15,-2-2-69 0,-5-5 66 0,-3 0 190 16</inkml:trace>
  <inkml:trace contextRef="#ctx0" brushRef="#br0" timeOffset="11561.02">4566 4335 293 0,'9'8'506'0,"-1"5"176"0,5 2 74 15,4 3-314-15,2 4-197 0,3-1-98 0,5 4-68 16,0-3-40-16,6 0-16 0,2-1-53 16,3-1-85-16,6-2-224 0,2-3-212 0,5-2-112 15,-2-5-5-15,3-3 146 0,0-5 211 0</inkml:trace>
  <inkml:trace contextRef="#ctx0" brushRef="#br0" timeOffset="12103.16">7723 4614 166 0,'16'0'344'0,"6"-3"128"0,5-1 88 16,5-6-239-16,4-2-160 0,5-1-43 0,3-6-5 15,2-2 4-15,3-7-24 0,3-3-14 0,2-2-5 16,0-3-38-16,3-2-39 0,-2 0-57 16,-6-2-35-16,-1 5-222 0,-7-1-168 0,-5 5-68 15,-9 4 25-15,-3 0 128 0</inkml:trace>
  <inkml:trace contextRef="#ctx0" brushRef="#br0" timeOffset="12324.94">7884 4084 161 0,'5'27'355'16,"2"0"140"-16,5 2 116 0,6 0-209 0,4 2-161 15,3-1-78-15,3 1-40 0,2-2-16 0,0-3-33 16,5 2-14-16,0-3-17 0,3-1-15 16,3 0-9-16,2-1-8 0,-2-2-19 0,0-3-36 15,-5-2-80-15,-1 1-200 0,-5-3-191 0,-6-4-89 16,-6 0 28-16,-5-2 132 0</inkml:trace>
  <inkml:trace contextRef="#ctx0" brushRef="#br0" timeOffset="12538.02">7761 4476 96 0,'7'0'265'16,"5"2"128"-16,4-1 101 0,6 4-190 16,6-3-97-16,4 0-39 0,4-1-16 0,1-1-33 15,5-3 4-15,1-4 25 0,2 0-41 16,5-4-27-16,2-2-23 0,1-1-10 0,0 0-22 15,1-2-33-15,-2 1-14 0,-4-1-29 0,-4 3-88 16,-6 1-255-16,-7 0-151 0,-4 2-47 16,-9-1 71-16,-3 0 143 0</inkml:trace>
  <inkml:trace contextRef="#ctx0" brushRef="#br0" timeOffset="12710.15">8103 4076 74 0,'-2'6'298'16,"0"1"142"-16,4 3 114 0,5 5-108 16,3 3-201-16,0 3-109 0,4 4-60 0,4-2-31 15,-2 2-20-15,2-2-13 0,1 1-44 0,-1-3-104 16,4-1-237-16,-2-5-114 0,1-2-22 16,0-4 68-16,-1-4 136 0</inkml:trace>
  <inkml:trace contextRef="#ctx0" brushRef="#br0" timeOffset="12884.18">8375 4242 144 0,'-21'11'413'0,"0"3"239"0,1 5 173 15,1 6-182-15,1 6-120 0,3 4-77 0,2 4-90 16,1 2-60-16,2 5-51 0,5-1-49 16,0 3-44-16,4-2-51 0,2 2-38 0,1-2-28 15,4-2-34-15,2-2-92 0,3-4-128 16,4-4-224-16,3-5-272 0,2-4-235 0,0-7-130 15,4-5 172-15,-1-3 365 0</inkml:trace>
  <inkml:trace contextRef="#ctx0" brushRef="#br0" timeOffset="13415.03">12596 4714 70 0,'5'9'578'0,"0"-3"396"16,1-4 147-16,0-8-80 0,7-8-367 0,4-7-349 15,7-9-161-15,3-10-77 0,5-7-39 16,5-7-17-16,0-4-13 0,4-4-13 0,0-1-38 15,0-2-74-15,0 1-93 0,-1 1-115 0,2 3-156 16,-5 4-282-16,-4 1-183 0,-3 5-5 16,-5 6 183-16,-7 3 291 0</inkml:trace>
  <inkml:trace contextRef="#ctx0" brushRef="#br0" timeOffset="13620.03">12406 4161 385 0,'-33'45'806'16,"5"-5"242"-16,2-1-4 0,6-1-265 16,7-4-387-16,7-2-210 0,6-4-102 0,6-4-45 15,7-4-19-15,9-5-2 0,6-5 5 0,7-7 8 16,9-4 3-16,7-8 2 0,8-5-5 16,2-4-8-16,4-6-66 0,2-1-109 0,-1-2-125 15,-6 4-199-15,-1 3-275 0,-7-1-208 0,-7 8-10 16,-7 3 227-16,-6 5 311 0</inkml:trace>
  <inkml:trace contextRef="#ctx0" brushRef="#br0" timeOffset="13835">12438 4279 233 0,'-8'-3'481'0,"2"2"185"0,6-1 94 0,9 4-236 15,4-2-240-15,11 1-134 0,4 1-66 16,8-4-32-16,4 1-19 0,7-4-13 0,3-1-8 16,3-3-8-16,3-1-8 0,0-3-8 15,1-2-1-15,-3 1-17 0,-2-3-57 0,0 2-116 16,-5 3-265-16,-2-1-152 0,-7 5-63 16,-5 1 70-16,-6-1 190 0</inkml:trace>
  <inkml:trace contextRef="#ctx0" brushRef="#br0" timeOffset="14056.49">12698 3961 4 0,'-23'6'316'16,"3"2"215"-16,2 1 164 0,7 3 67 16,6 3-317-16,2 2-202 0,6 3-84 0,5 3-24 15,4 2 15-15,3 2 21 0,4 2 8 0,0 1-9 16,2 1-23-16,1 1-28 0,0-2-42 15,3 2-33-15,1-4-21 0,0 0-15 0,1-2-16 16,-3-2-52-16,2-5-77 0,-3-3-95 16,-3-3-140-16,-2-1-267 0,1-6-183 0,-5-3-19 15,-1-6 156-15,-4-6 248 0</inkml:trace>
  <inkml:trace contextRef="#ctx0" brushRef="#br0" timeOffset="14223.98">12965 4217 23 0,'-13'2'424'0,"-3"7"327"15,2 9 202-15,-2 4 28 0,0 11-318 0,2 4-259 16,4 4-122-16,-2 6-66 0,6 3-33 0,1 3-25 16,0 4-32-16,5 5-32 0,3 3-37 15,0 6-25-15,4 4-20 0,2 1-21 0,2 5-42 16,1 1-89-16,3 1-121 0,0 2-166 16,2 1-284-16,-1-2-238 0,3 3-123 0,-1-3 142 15,-2-2 345-15</inkml:trace>
  <inkml:trace contextRef="#ctx0" brushRef="#br0" timeOffset="14612.13">12848 7242 228 0,'-7'36'472'0,"-1"8"177"0,1 11 108 16,0 6-192-16,4 5-187 0,1 5-65 16,2 3-12-16,0 2 10 0,2 0-13 0,0 4-48 15,1-3-48-15,2 3-47 0,1 0-52 0,-2-2-43 16,4-3-25-16,-3-2-42 0,0-4-72 16,1-4-111-16,-3-8-127 0,-1-6-215 0,-4-6-274 15,-1-8-175-15,-6-5 18 0,-6-6 244 0,-3-8 310 16</inkml:trace>
  <inkml:trace contextRef="#ctx0" brushRef="#br0" timeOffset="14807.97">12294 8744 203 0,'14'0'501'0,"2"-1"216"0,1 1 105 15,6-1-163-15,4-4-311 0,6-1-110 0,8-4-52 16,2-5-31-16,5-4-20 0,2-9-14 15,3-5-19-15,1-6-62 0,1-5-26 0,-1-6-14 16,2-5-11-16,-3-1-52 0,-1-1-66 0,-6 1-85 16,-3 0-156-16,-2 6-268 0,-9 2-172 15,-7 5-9-15,-9 2 159 0,-8 7 247 0</inkml:trace>
  <inkml:trace contextRef="#ctx0" brushRef="#br0" timeOffset="14987.05">12493 8266 219 0,'-19'38'799'16,"-1"-1"358"-16,7 1 33 0,7-4-151 16,6 2-469-16,8-4-292 0,11-2-135 0,3-3-65 15,8-3-31-15,9-6-19 0,4-5-13 0,8-5-9 16,0-8-6-16,4-2-41 0,2-10-90 0,1-4-122 16,-1-4-139-16,1-2-250 0,-4-2-275 15,-2-2-174-15,-4-2 80 0,-7 2 311 0,-8 2 335 16</inkml:trace>
  <inkml:trace contextRef="#ctx0" brushRef="#br0" timeOffset="15172.16">12814 8374 167 0,'-38'19'758'0,"5"1"398"0,1 4 57 16,7-1-150-16,5 4-433 0,7-1-330 0,8 5-150 15,8-1-68-15,7 0-41 0,6-1-18 0,5 0-12 16,5 0-8-16,6-5-6 0,1-2-8 15,6-8-22-15,3-1-51 0,-1-8-89 0,1-6-111 16,1-9-130-16,0-4-221 0,-2-4-254 16,-3-5-139-16,-2-4 81 0,-6-3 274 0,-3-3 300 15</inkml:trace>
  <inkml:trace contextRef="#ctx0" brushRef="#br0" timeOffset="15328.99">13069 8271 49 0,'-21'-6'495'16,"2"6"367"-16,1 3 185 0,5 5-41 15,5 7-372-15,4 2-301 0,6 7-159 0,5 5-87 16,5 1-40-16,4 4-20 0,3 3-3 16,3 1-5-16,5 1-4 0,0 2-6 0,1-1-49 15,2 1-99-15,-1-2-127 0,-1-3-304 0,-1-2-240 16,-3-5-183-16,-2-4 22 0,-2-4 279 16</inkml:trace>
  <inkml:trace contextRef="#ctx0" brushRef="#br0" timeOffset="15940">8643 8850 61 0,'-17'-15'301'16,"-2"1"169"-16,2 0 144 0,-1 1-68 0,4 2-149 16,-2 2-58-16,5 1 22 0,1 0 31 0,1 1 9 15,1 5-22-15,4-4-47 0,0 4-65 0,1-1-90 16,0 1-74-16,1 0-54 0,2-1-30 16,3-2-16-16,1-2-6 0,2-4-4 0,5-2 2 15,3-6 1-15,2-4-1 0,6-5 2 16,2-6-5-16,1-4-1 0,4-6 7 0,-1-1-1 15,1-3 6-15,1-1-1 0,0-2-2 0,0-2 5 16,-2 1 0-16,1-1-12 0,-4 2-61 16,-3 1-101-16,-6 4-126 0,-2 6-218 0,-6 4-274 15,-5 4-214-15,-6 10-21 0,-8 2 241 16,-5 6 339-16</inkml:trace>
  <inkml:trace contextRef="#ctx0" brushRef="#br0" timeOffset="16134.11">8254 8269 278 0,'-1'28'539'0,"1"-3"194"0,3-3 79 0,5 2-252 15,6 1-273-15,2-2-167 0,6 2-78 16,5-3-46-16,5-2-24 0,2 0-12 0,1-1-6 16,3-4 23-16,3-2 36 0,2-3 22 15,1-1 9-15,0-3-21 0,-1-3-44 0,1-1-83 16,-4-2-190-16,-2-2-252 0,-2 0-144 0,-4 0-12 15,-7-1 133-15,-3 1 217 0</inkml:trace>
  <inkml:trace contextRef="#ctx0" brushRef="#br0" timeOffset="16346.21">8185 8449 8 0,'-11'-2'330'0,"8"2"230"15,4 4 174-15,10 5 64 0,7 3-346 16,9 4-240-16,6 2-122 0,9 2-62 0,1 1-38 16,6-2-21-16,2-1 13 0,4-3 31 0,4-2 16 15,1-5 1-15,1 0 11 0,1-4 11 0,0-3-27 16,-1-1-85-16,-2-2-104 0,-2-3-212 16,-6-1-216-16,-6 0-115 0,-7-3 36 15,-9 0 177-15</inkml:trace>
  <inkml:trace contextRef="#ctx0" brushRef="#br0" timeOffset="16650.09">8258 8369 81 0,'-15'-6'318'0,"3"4"154"16,7 0 117-16,10 4-100 0,7 0-228 0,4 3-122 15,11-1-62-15,3 0-32 0,5-1-22 0,5-2-16 16,2-2-14-16,1-4-26 0,2-2-29 15,3-5-41-15,-1-5-53 0,3-1-47 0,-1-5-9 16,-3 1 8-16,-2-2 6 0,-5 2 15 16,-5 0 45-16,-6 3 60 0,-6 5 59 0,-6 0 36 15,-4 5 47-15,-7 5 53 0,-6 4 36 0,-4 4 11 16,-6 5-16-16,-2 6 3 0,0 3-4 16,-4 6-13-16,-2 6 2 0,3 4-1 0,-1 5-7 15,3 4-16-15,0 6-16 0,2 3-13 0,3 3-22 16,1 1-24-16,2 1-22 0,3 0-39 15,-1-3-70-15,3-3-244 0,-1-4-180 0,-1-10-76 16,1-5 24-16,-4-9 131 0</inkml:trace>
  <inkml:trace contextRef="#ctx0" brushRef="#br0" timeOffset="17246.02">4613 8601 146 0,'-5'9'557'0,"-1"-1"277"0,2-2 113 16,2-2-86-16,0-1-412 0,4-3-226 16,1-3-123-16,5-3-50 0,0-6-27 0,3-7-14 15,3-7-8-15,0-9 2 0,3-7 3 16,3-5 5-16,0-9-20 0,2-3-5 0,2-2-4 16,0-1-19-16,-2 0-63 0,0 1-79 0,-3 5-50 15,0 3-124-15,-6 6-260 0,-3 8-155 16,-3 8 9-16,-7 5 151 0,-2 9 202 0</inkml:trace>
  <inkml:trace contextRef="#ctx0" brushRef="#br0" timeOffset="17455.22">4417 8104 121 0,'16'17'295'0,"4"0"118"0,3 5 111 0,4 0-201 15,4 3-140-15,1 1-62 0,4-1-30 16,0 1-18-16,-1-2-26 0,3 0-8 0,0-3-24 16,3 0-19-16,0-2-11 0,-1-4-13 15,2 1-19-15,-4-3-17 0,-1-1-82 0,-4 1-202 16,-6-5-96-16,-7 0-9 0,-4-3 71 0,-8-1 110 16</inkml:trace>
  <inkml:trace contextRef="#ctx0" brushRef="#br0" timeOffset="17635.24">4580 8250 113 0,'-2'6'321'0,"2"3"134"0,5 4 97 16,6 2-166-16,3 5-187 0,6 0-95 0,3 3-45 16,4 1-16-16,3-1-30 0,5 0-17 0,3 0-13 15,4-4-13-15,4-4-11 0,2-1-14 16,-1-2 2-16,2-3-204 0,-3-3-144 0,-2-6-52 15,-6 0 26-15,-5-7 91 0</inkml:trace>
  <inkml:trace contextRef="#ctx0" brushRef="#br0" timeOffset="17862.05">4578 8047 49 0,'-1'-6'249'15,"1"5"115"-15,6 5 123 0,4 7-95 0,5 6-157 16,3 2-82-16,4 5-46 0,1 2-25 16,4 1-37-16,-1 2-19 0,4 0-13 0,-1 1-3 15,1 0 2-15,0 0-24 0,-2-2-11 0,0 2-7 16,-1 0-3-16,-5 0-4 0,-1 0-7 16,-4 0 17-16,-4 0-12 0,-5-1-85 0,-7 0-208 15,-5 2-95-15,-6-3-7 0,-4 2 65 0,-8-1 110 16</inkml:trace>
  <inkml:trace contextRef="#ctx0" brushRef="#br0" timeOffset="18531.23">4888 12666 242 0,'21'-2'437'16,"-1"-3"153"-16,4-2 86 0,-2-5-286 0,4-6-187 15,-1-4-89-15,0-7-47 0,-1-3-28 0,-1-8-14 16,0-5 20-16,0-3 9 0,1-1-17 15,-5-4-76-15,2 1-98 0,-4-1-265 0,-3 1-176 16,-4 1-73-16,-4 4 69 0,-3 7 191 16</inkml:trace>
  <inkml:trace contextRef="#ctx0" brushRef="#br0" timeOffset="18738.09">4733 12131 50 0,'8'17'466'16,"-3"1"313"-16,3 0 171 0,6 4 0 16,2-1-387-16,4 0-305 0,4 3-149 0,4 2-71 15,2-2-41-15,2-1-23 0,1 1 11 16,2-2 6-16,2-2 6 0,-1-3-17 0,3-1-73 16,-2-4-80-16,-1-2-87 0,-1-3-144 0,-3-2-255 15,-4-3-129-15,-4-2 60 0,-10-5 171 0,-3-1 211 16</inkml:trace>
  <inkml:trace contextRef="#ctx0" brushRef="#br0" timeOffset="18915.45">4694 12303 285 0,'4'18'456'0,"4"2"133"0,5 5 65 16,4 3-321-16,1 2-195 0,6 4-103 0,-1-2-27 15,4 0-26-15,0-2-32 0,1-4-45 0,2 0-110 16,-1-3-213-16,4-4-96 0,-6-1 14 16,0-9 95-16,-5-1 140 0</inkml:trace>
  <inkml:trace contextRef="#ctx0" brushRef="#br0" timeOffset="19137.99">4676 12372 296 0,'0'5'643'0,"0"1"230"0,4 2 58 0,2 3-220 15,6 1-370-15,1 5-194 0,4-3-95 0,3 3-50 16,2 1-26-16,3-1-17 0,5 2 14 16,1-1 10-16,4 3 7 0,2-2 7 0,3 2 5 15,0 2 2-15,3 2 4 0,-3 1-11 16,2 2-80-16,-1-1-123 0,-1 1-291 0,-2-2-199 15,-2-1-120-15,-3-1 27 0,-4-4 236 0</inkml:trace>
  <inkml:trace contextRef="#ctx0" brushRef="#br0" timeOffset="19712.09">8178 12196 42 0,'5'35'333'0,"3"0"183"0,2 5 135 0,7-1 23 15,7 3-331-15,4 2-181 0,5-2-44 0,2 1-20 16,3-1-8-16,0-2-5 0,-1-2 24 16,2-4-1-16,-3-2-23 0,1-2-16 0,-1-6-12 15,-2-3-45-15,-3-3-88 0,-4-5-97 16,-2-2-197-16,-6-2-228 0,-5-3-131 0,-7-1 26 16,-9-3 165-16,-6 0 211 0</inkml:trace>
  <inkml:trace contextRef="#ctx0" brushRef="#br0" timeOffset="19920">8019 13139 312 0,'9'5'519'16,"1"-2"165"-16,4-4 74 0,3-2-314 0,7-6-217 16,1-5-110-16,4-3-50 0,-2-5-34 15,7-3-14-15,-2-5-29 0,4-3-17 0,-1-3-9 16,3-3-8-16,-1-3 2 0,-1-1-7 0,0-3 25 15,-3 0 13-15,-1 1-7 0,-2 0-45 16,-3 4-69-16,-3 3-156 0,-4 7-211 0,-1 6-102 16,-8 2 15-16,-4 7 136 0,-7 4 169 0</inkml:trace>
  <inkml:trace contextRef="#ctx0" brushRef="#br0" timeOffset="20123.04">8014 12516 33 0,'8'13'360'16,"3"-1"228"-16,2 0 160 0,4 0 24 0,2 1-377 15,5 0-217-15,4 0-107 0,2-2-59 16,0-3-32-16,4 0 8 0,-1-3 3 0,5-2 5 16,3-3 8-16,0-3-2 0,3-3-39 15,-1-2-66-15,-2-2-111 0,0-2-256 0,-3-2-148 16,-5 0-37-16,-3-2 106 0,-8 1 185 0</inkml:trace>
  <inkml:trace contextRef="#ctx0" brushRef="#br0" timeOffset="20322">8354 12181 148 0,'-8'15'440'0,"0"5"183"0,3 5 101 0,4 8-142 16,2 5-283-16,2 2-174 0,4 6-87 15,-1 1-19-15,1 3-8 0,2-2-8 0,1 0 25 16,1 2 13-16,1-1 3 0,1-3 2 0,3-1 4 16,-2-1-20-16,0-7-65 0,-1-2-76 0,-2-7-101 15,1-6-239-15,-3-5-174 0,-3-8-45 16,-3-9 92-16,-1-9 176 0</inkml:trace>
  <inkml:trace contextRef="#ctx0" brushRef="#br0" timeOffset="21077.93">12734 13108 86 0,'16'-1'461'0,"-5"-4"266"16,1-1 144-16,3-6 0 0,2-6-430 15,2-4-227-15,3-10-101 0,2-3-55 0,-1-8-24 16,4-2-14-16,-1-4 1 0,1-4-13 16,1-1-13-16,-1-1-7 0,-2 0-19 0,0 3-57 15,-1 3-87-15,-2 4-159 0,-3 4-250 0,-3 7-163 16,-4 4-42-16,-3 7 143 0,-8 5 238 16</inkml:trace>
  <inkml:trace contextRef="#ctx0" brushRef="#br0" timeOffset="21290.09">12741 12616 452 0,'2'18'848'0,"1"-1"218"0,1 1-25 16,2 2-279-16,6 0-399 0,1 4-190 0,6-1-91 15,0-1-48-15,3 2-23 0,5-3-13 0,1 2-6 16,2-1-3-16,4-1 2 0,1-1 4 15,-1-2-28-15,3-5-85 0,-1 0-114 0,0-2-149 16,-1-2-278-16,-2-3-225 0,-4-2-94 16,-4-6 164-16,-6-2 305 0</inkml:trace>
  <inkml:trace contextRef="#ctx0" brushRef="#br0" timeOffset="21487.09">12701 12595 313 0,'0'5'669'16,"1"3"237"-16,4 3 49 0,3 4-220 0,3 4-374 15,6 5-184-15,2 1-88 0,3 1-46 16,2 2-30-16,3 0-15 0,1 2-9 0,2 0-32 16,0-3-69-16,0-1-96 0,3-2-126 0,-2-2-269 15,-1-4-188-15,-5-4-51 0,1-5 140 0,-6-6 250 16</inkml:trace>
  <inkml:trace contextRef="#ctx0" brushRef="#br0" timeOffset="21675.18">12977 12240 47 0,'-1'-1'538'0,"-1"6"402"15,-1 7 172-15,0 8-60 0,1 7-345 16,1 7-355-16,1 7-171 0,1 3-89 0,1 5-45 15,1 0-24-15,3 2-17 0,5 0-13 0,-1 0-38 16,3 0-69-16,2-4-106 0,1-2-147 16,3-6-290-16,1-5-234 0,1-7-123 0,-2-6 98 15,1-11 310-15</inkml:trace>
  <inkml:trace contextRef="#ctx0" brushRef="#br0" timeOffset="22498.19">15976 2444 8 0,'8'14'369'0,"-1"3"273"16,-1 2 235-16,3 6 144 0,1 6-211 0,0 5-226 15,2 5-31-15,-4 8-9 0,0 3-69 16,0 5-101-16,-4 3-91 0,1 2-63 0,-1 0-82 16,-3 1-62-16,2-4-32 0,-1 1-13 0,1-4-15 15,2-2-7-15,1-5-4 0,-1-2-3 16,0-2-2-16,-1-4-3 0,1-2-24 0,-2-1-54 16,-1-5-52-16,0-4-55 0,-2-4-106 0,-2-4-155 15,0-4-220-15,-1-8-238 0,0-6-223 16,-2-6-154-16,4-9 190 0,-4-7 459 0</inkml:trace>
  <inkml:trace contextRef="#ctx0" brushRef="#br0" timeOffset="23018.03">15994 2588 36 0,'2'-13'500'0,"-1"2"405"0,-1 4 196 16,0 1-65-16,3 1-344 0,-1 3-267 0,-1-1-218 15,1 1-106-15,-1 1-52 0,4 1-14 16,0 0-33-16,2 1 29 0,-1 1 41 0,6-1 6 16,0 2 0-16,1 0 4 0,2 0-2 0,2 2-48 15,-1-1-31-15,5 0 17 0,1 3 5 16,-1 0-4-16,4-1 3 0,2 4 1 0,-2-2 4 16,1 3-3-16,1 2 27 0,-1 2 23 0,-1 3-1 15,-1 0 27-15,-4 5 62 0,-2 1 16 0,-3 1-11 16,-5 3-8-16,-3 4-5 0,-4 1-25 15,-5 2-50-15,-3 1-26 0,-3-1-10 0,-4 3-7 0,-1-1-3 16,-1-2-3-16,-4-2 0 0,1-4-4 16,3-3-5-16,1-3-9 0,1-3-5 0,4-5-5 15,0-3-4-15,0-2-3 0,5-2-2 16,1-3-3-16,2 0-1 0,3-3 4 0,5 0 1 16,0-2 2-16,2-2 0 0,4 2 0 15,-2-2 2-15,4-1 0 0,0 0 0 0,1 0-2 16,-1 0 0-16,1 2 3 0,0-1-2 0,-2 2 0 15,-2 2-1-15,-1 2 3 0,0 0 3 0,-6 3-1 16,-3 4 3-16,0 2 1 0,-4 2 2 16,-4 1-1-16,-1 2 0 0,-6 3 3 0,0 3 0 15,-3 1 0-15,-5 1-1 0,1 1 0 16,0 0-2-16,-5 0-3 0,3 0-2 0,-2-2 0 16,-1 0 0-16,2-3-2 0,2-3 0 0,4-1-6 15,0-5-16-15,5-1-62 0,0-5-64 0,2-1-118 16,2-5-166-16,4-1-286 0,1-3-323 15,4-2-245-15,1-3-154 0,2-1 292 16,4-1 551-16</inkml:trace>
  <inkml:trace contextRef="#ctx0" brushRef="#br0" timeOffset="23235.04">16702 3313 50 0,'4'15'572'0,"-2"5"444"16,-2-1 174-16,0 3-54 0,-4 3-344 0,2 0-250 16,1 4-141-16,-1 1-79 0,1 1-51 15,-1 1-50-15,0-1-43 0,2 0-69 0,2 1-54 16,-2-2-33-16,3-1-67 0,0-4-69 0,1-1-135 16,2-5-191-16,-5-5-302 0,2-3-325 0,-1-4-253 15,0-5-101-15,-1-5 417 0,-1-6 558 16</inkml:trace>
  <inkml:trace contextRef="#ctx0" brushRef="#br0" timeOffset="23407.99">16676 3098 57 0,'-4'-16'596'16,"1"4"447"-16,0 2 156 0,-2 1-98 0,4 2-365 15,-3 2-358-15,3 0-192 0,-1 3-95 0,4 2-45 16,-1 0-25-16,3 0-15 0,2 4-52 15,-1 0-92-15,2 1-130 0,1 1-179 0,0 3-290 16,2-2-258-16,4 3-113 0,-3 0 167 16,5-1 363-16</inkml:trace>
  <inkml:trace contextRef="#ctx0" brushRef="#br0" timeOffset="23914.12">17221 3340 399 0,'-5'-1'879'0,"2"-2"310"15,-2 1 7-15,-1 0-275 0,0-2-235 16,-1 3-188-16,-1 0-117 0,0 1-77 0,-2 0-51 15,-2 0-51-15,-2 0-76 0,1 1-50 0,-4 1-27 16,1 3-15-16,-3 0-14 0,2 2-9 16,-4 1-2-16,1 2-1 0,-1 1-5 0,2 1-1 15,2-3 2-15,-2 4-3 0,2-2-2 0,4 1-5 16,2-3 1-16,1 0 0 0,2 0-3 16,4 0 3-16,2-1-2 0,2-2 2 0,2 1 0 15,4 0 2-15,0 1 0 0,5-1-1 16,2-1 1-16,4 0 2 0,-1 0-1 0,3 0 0 15,0 0-2-15,5 1 1 0,0 2 0 0,-1-2 2 16,2 0 0-16,-2 2 0 0,0 2 0 16,-1-1-1-16,-4 2 2 0,-1 1-2 0,-2 0 0 15,-3 0 1-15,-4 1 2 0,-1 1 3 16,-6 0 1-16,-1 2 2 0,-3-1 0 0,-2 0-2 16,-5 1 3-16,-2-1-1 0,-1-1-2 0,-4 1 1 15,1-2-2-15,-4 0 1 0,-1-3-3 16,0 2-7-16,-1-4-19 0,0-1-63 0,5-4-61 15,-2-2-84-15,4-6-141 0,2 0-171 0,1-5-269 16,6-1-236-16,3-5-201 0,1-1-12 16,4-1 359-16,2-4 435 0</inkml:trace>
  <inkml:trace contextRef="#ctx0" brushRef="#br0" timeOffset="24202.26">17325 3612 135 0,'23'16'347'0,"0"1"148"15,-1 1 144-15,-1 1-162 0,3 1-155 0,-2-2-102 16,0 0-50-16,0-4-29 0,0-2-51 16,3-3-16-16,0-3-5 0,-2-3 44 0,2-3 40 15,0-5 25-15,1-5 39 0,-3-1 41 0,-3-6 50 16,-2 1-6-16,-2-3-7 0,-5 0 47 16,-3 0 38-16,-3-1-22 0,-5 2-45 0,-5-3-46 15,-5 2-41-15,-3-4-60 0,-4 2-63 16,-3 2-35-16,-4-1-25 0,2 4-15 0,-5 3-9 15,0 3-8-15,1 4-7 0,-3 6-5 0,2 6-5 16,0 4 0-16,3 3-1 0,-1 3 0 16,3 2-16-16,3 1-49 0,3 4-65 0,2 0-98 15,6-1-158-15,2 2-269 0,1-3-318 0,3 1-270 16,2-1-180-16,2-1 180 0,1 0 559 16</inkml:trace>
  <inkml:trace contextRef="#ctx0" brushRef="#br0" timeOffset="29486.04">12531 2775 218 0,'-3'-5'423'0,"1"1"153"15,-1 2 85-15,2 1-264 0,1-1-201 16,0 1-106-16,1 2-50 0,2 1-6 0,1 1 2 16,2 4 2-16,1 2 69 0,3 5 75 0,2 3 82 15,-1 2 87-15,1 6 42 0,1 4 18 0,-1 5-35 16,-2 3-44-16,1 6-56 0,2 3-58 15,-5 4-39-15,0 5-32 0,-2 4-32 0,0 1-30 16,-3 2-19-16,0 0-30 0,1-4-18 16,-3 0-11-16,2-4-2 0,-1-5-1 0,1-5-4 15,1-5-1-15,-3-6 4 0,1-5-6 0,-1-3-26 16,2-8-25-16,-3-2-36 0,0-6-96 16,-4-3-139-16,-1-6-145 0,-2-4-182 0,-1-4-275 15,-1-4-215-15,0-1 49 0,-1-8 311 0,-2 1 354 16</inkml:trace>
  <inkml:trace contextRef="#ctx0" brushRef="#br0" timeOffset="29827.54">12411 2892 169 0,'2'-10'416'0,"-1"1"184"16,-1-1 131-16,2-2-128 0,1 0-75 0,0-1-24 15,3-4-24-15,-1 2-17 0,0-2-47 0,1-2-75 16,2 0-98-16,0-1-84 0,2-4-40 0,-1 2-32 16,4-1-15-16,-1 2-13 0,0 0-13 0,0 2-7 15,1 1-16-15,1 3-15 0,-3 0-2 0,0 3-4 16,0 2-3-16,-1 0-1 0,-1 4-2 15,2 2 3-15,-3 1-1 0,2 6 1 0,1 2 2 16,-5 6 3-16,2 6-3 0,0 2 3 0,3 7 0 16,-5 4-10-16,2 2-26 0,0 8-65 0,0 0-144 15,-2 5-186-15,1 2-296 0,-1 0-274 16,3 3-241-16,-1-1 9 0,-1-2 440 0</inkml:trace>
  <inkml:trace contextRef="#ctx0" brushRef="#br0" timeOffset="30400.09">13063 3964 251 0,'3'3'558'0,"-2"-2"216"0,3 1 79 0,0-1-248 15,2 1-225-15,-1-2-130 0,5 2-31 0,2-2-7 16,3 1 53-16,3 1 26 0,2-1-15 0,3-1-42 16,1 0-39-16,4 0-22 0,1-1-60 15,4-1-35-15,0 1-19 0,5-3-13 0,-1 0-21 16,4 0-14-16,-3-2-2 0,0 0-4 16,1-2-1-16,-1 1-7 0,-2-2 1 0,-1-1 1 15,-2 3-4-15,-2 0-1 0,-5-1-3 0,0 2 2 16,-6 1-15-16,-1 0-69 0,-6 2-130 15,-2 1-175-15,-5-1-291 0,-3 2-270 0,-3 1-236 16,-3-3 27-16,-5 0 391 0</inkml:trace>
  <inkml:trace contextRef="#ctx0" brushRef="#br0" timeOffset="30689.95">13602 3779 179 0,'4'3'411'0,"4"-3"166"0,0 0 111 0,5 0-152 16,1-3-129-16,5 2-46 0,0 0 5 16,5-3-6-16,3 2 39 0,3-2-26 0,3 3-76 15,0-2-64-15,2 0-59 0,-2 3-30 0,2 0-55 16,-4 3-24-16,1 0-12 0,-2 2-9 16,-4 3-4-16,-1 2 24 0,-3 0 65 0,-2 4 36 15,-4-2 18-15,-2 4 7 0,-2 0-3 16,-8 1-28-16,-2 1-57 0,-2 2-39 0,-5 0-23 15,-3 1-14-15,-4 1-7 0,-3-1-8 0,-5 3-3 16,-2-1-16-16,-1 0-50 0,-5 3-65 16,-4-4-100-16,1 2-168 0,-3-3-301 0,-3-1-316 15,2-1-273-15,0-2-167 0,2-4 239 0,-2-1 603 16</inkml:trace>
  <inkml:trace contextRef="#ctx0" brushRef="#br0" timeOffset="31360.2">12593 4539 140 0,'-2'1'422'0,"-1"1"234"0,1-1 217 0,-1 1-68 16,-3 0-137-16,2 2-113 0,-3-1-88 15,-1 3-69-15,-1 1-62 0,1 2-45 0,-2 3-32 16,-4 3-18-16,3 4-16 0,-5 0-22 15,0 5-31-15,-4 3-42 0,-2 3-34 0,-2 5-29 16,-3 0-20-16,0 2-11 0,-1 2-7 0,0 2-2 16,-3-2-10-16,3-1-6 0,1 1-3 0,1-5-4 15,0-1-3-15,4-3-2 0,1-3-2 16,5-6-12-16,-1-1-45 0,4-6-61 0,2-1-108 16,0-6-162-16,3-2-261 0,3-5-317 15,2-3-283-15,0-5-186 0,3-4 221 0,0-3 555 16</inkml:trace>
  <inkml:trace contextRef="#ctx0" brushRef="#br0" timeOffset="31600.25">12081 4977 173 0,'-5'7'516'0,"-5"1"239"0,2 1 109 0,-2 1-136 16,0 4-205-16,2-1-151 0,-1 3-50 15,2 2-22-15,1 2-9 0,3 1-18 0,1 2-70 16,2 4-64-16,0-2-44 0,3-2-32 15,2 4-26-15,0-2-19 0,3-4-12 0,1 0-1 16,2-3-5-16,3-3-3 0,1-2-1 0,2-5 0 16,2-6-4-16,3-2-4 0,3-7 3 0,2-1 4 15,-1-7 6-15,4-3 5 0,3-5 6 16,3-2-6-16,-3-4-70 0,4-1-145 0,-1 2-260 16,-1-2-273-16,0 1-267 0,1 2-220 15,-7 2 109-15,-1 0 467 0</inkml:trace>
  <inkml:trace contextRef="#ctx0" brushRef="#br0" timeOffset="50095.91">18440 3210 148 0,'-3'3'370'0,"-1"0"160"16,0-2 128-16,2 2-138 0,2-2-99 0,-1-1-16 15,-1 2 22-15,2 0 6 0,2-1-13 16,-2 0-43-16,0-1-65 0,-2 0-69 0,2 0-61 16,0 0-39-16,-1-1-19 0,1 1 4 15,0 1 32-15,1-1 23 0,-1 2 10 0,0 0 0 16,2-2-12-16,-2 0-28 0,1 1-36 0,-1-1-32 15,0 0-20-15,0 0-12 0,0 0-9 16,0 0-8-16,0 0-5 0,0 0-2 0,0 0-3 16,0 0-4-16,0 0-5 0,0 0 0 15,0 0-5-15,0 0-4 0,2 0-3 0,-2-1-1 16,0 1 2-16,2 0 1 0,-2 0 1 0,2-2 1 16,-2 2 3-16,2-2 2 0,0 0 1 15,-1-2 0-15,2-1 1 0,2-1 1 0,0-2 2 16,1 1 1-16,4-2 0 0,-2-1 1 15,1-2-1-15,4 0-1 0,-4 2-3 0,3-2-2 16,1 2-3-16,-1-1-1 0,2 0-2 0,-3 2-1 16,0 1 0-16,3-2 0 0,-3 3-1 0,1 1-1 15,0-1 0-15,-1 2-1 0,0 1-1 0,-1 0 0 16,-1 0-1-16,2 2 0 0,-1-2-1 16,-2 4 0-16,1-1 1 0,0 1-1 0,-1 1 1 15,2 0-1-15,1 2 1 0,-1 1-1 0,-1-1 1 16,3 2-1-16,0 0 2 0,-1 3 0 0,1-1 1 15,1 0 1-15,1 3 1 0,-1 0 0 16,3 1 2-16,-4 1-1 0,4-2 0 0,-2 4 1 16,1-2 2-16,1 1 0 0,1 0 0 0,-3 0 1 15,3-1 1-15,-1 0-1 0,2-2 0 16,-4-1-1-16,2 0 1 0,-2-4 1 0,2 2 0 16,-2-3 4-16,2-4 2 0,-2 0 1 15,2 0 2-15,-3-5 0 0,1-1-1 0,2-3-3 16,-4-3-2-16,2 0-4 0,-1-3-3 15,1 1-3-15,-4-1-1 0,0 2-2 0,-1-1-2 16,-3 2 0-16,0 3 0 0,-4 1-2 0,1-1 1 16,1 3-1-16,-3 2-1 0,-1-1-3 0,0 3-12 15,0 0-18-15,0-1-32 0,-1 3-72 16,1-1-108-16,-2 1-194 0,2 0-295 0,0 0-354 16,0 0-410-16,2-2-212 0,-1 0 285 15,2 0 784-15</inkml:trace>
  <inkml:trace contextRef="#ctx0" brushRef="#br0" timeOffset="53615.93">20766 3103 168 0,'-3'4'353'0,"-1"-4"145"0,1 2 97 16,2 0-158-16,-3 1-70 0,1-2 13 0,2 1 47 15,-3 0 37-15,2-1-4 0,0 0-40 0,0 1-66 16,1-1-85-16,-1-1-82 0,2 0-62 16,0 0-46-16,0 0-29 0,2 0-11 0,-1 0-7 15,1-1 6-15,2-1 16 0,0 0 21 16,2-3 28-16,2 2 16 0,0-4 27 0,6 1 9 16,-1-1-11-16,2-3-18 0,2-1-16 0,3 1-11 15,2-4-25-15,0 0-16 0,5-4-11 0,3 0-6 16,0-1-9-16,4-1-14 0,-3-2-10 15,2 0-4-15,2 1-3 0,-6 0-2 0,1 0-5 16,-2 3 6-16,-3 0 0 0,-1 0 0 0,-2 4 3 16,-4 1 1-16,-3 2 1 0,-2 2 4 0,-1 2 10 15,-5 1 10-15,-1 2 12 0,1-1 10 0,-6 2 10 16,2 0 4-16,-1 3-7 0,-2 0-7 16,-2 3-10-16,-2-1-10 0,-1 0-11 0,-2 2-8 15,-1 0-5-15,-4 2-2 0,1 1-3 0,-3 1 0 16,-1 1-1-16,-2 1-1 0,-1 2 0 0,-2 1 0 15,-3 1 6-15,0 1 2 0,-4 1 1 16,0 2 0-16,1 0-1 0,-4 2-1 0,1-1-5 16,1 4-2-16,-2-3-3 0,1 1 0 0,1-2 1 15,-1 3 1-15,4-2 0 0,-1 1 2 0,1-1 2 16,2 0-2-16,1 0 1 0,2-1-1 16,3-1-1-16,1 0-2 0,2-2-1 0,5-1 1 15,0-1-2-15,5 3 2 0,-1-4-1 0,4 1 2 16,2 1-1-16,5 0 0 0,1 0 0 15,2 1-1-15,4-2 1 0,0 1 1 0,3-1 0 16,1-1 2-16,3 0 1 0,1-3 1 16,4-3 1-16,2 1 0 0,3-4-1 0,2 0 0 15,-1-3-1-15,3-1-2 0,1-1 0 0,-1-1-2 16,1-1-11-16,-4 0-20 0,-3-2-58 16,-2 4-75-16,-4-2-137 0,0 3-227 0,-5 0-305 15,0 1-360-15,-3 2-284 0,-2-3-89 16,-2 3 508-16,0-1 647 0</inkml:trace>
  <inkml:trace contextRef="#ctx0" brushRef="#br0" timeOffset="54408.1">21486 3389 254 0,'-1'5'607'16,"-1"-1"265"-16,2-1 91 0,-1-1-223 0,2-2-202 15,1-2-113-15,1-3-90 0,4-2-43 0,1-1-13 16,2-6-1-16,3 1-22 0,3-5-25 0,5-4-20 16,1-1-18-16,1-4-28 0,6-3-30 15,1-3-30-15,1-2-28 0,3-2-20 0,0 2-14 16,0-2-3-16,-3 1-10 0,-1 4-10 0,-1 2-6 16,-6 3-6-16,-2 5-1 0,-4 2-4 15,-4 6-2-15,0 1-1 0,-5 4 0 0,-4 1 1 16,0 4-3-16,-6 4-22 0,-1 3-57 0,-4 3-59 15,-6 3-98-15,-4 2-166 0,-3 6-282 0,-4-1-303 16,0 0-244-16,-3 3-171 0,-4-1 203 16,-1 2 562-16</inkml:trace>
  <inkml:trace contextRef="#ctx0" brushRef="#br0" timeOffset="54653.95">21436 3103 313 0,'3'-1'655'0,"1"0"238"16,-1-2 53-16,3 3-274 0,-2 0-263 15,3 5-109-15,4 1-32 0,1 2-8 0,5 4-9 16,-2 3-4-16,4 3-21 0,0 2-62 16,3 2-58-16,-1 1-38 0,1 2-16 0,3 0-16 15,-1 2-16-15,0-3-5 0,1 2-2 0,0-4-8 16,2-2-17-16,-2-1-79 0,1-4-123 15,-4-3-163-15,0-4-295 0,-2-6-282 0,-2 0-250 16,-1-6 20-16,-2-3 368 0,-3-1 427 16</inkml:trace>
  <inkml:trace contextRef="#ctx0" brushRef="#br0" timeOffset="55025.95">21893 2677 23 0,'10'-10'302'0,"-2"0"184"16,2-3 176-16,2 4 89 0,2-1-119 16,0-1-83-16,2 2-46 0,0 0-46 0,-1 1-55 15,1-2-70-15,-2 3-107 0,-1 0-76 0,0 1-52 16,-2 2-27-16,-3 1-17 0,-2 0-15 0,1 1 5 15,-1 2 42-15,-5 2 69 0,1 2 35 0,-2 4 12 16,-3 1-7-16,-3 1-18 0,-4 5-37 16,0 2-57-16,-4 1-28 0,2 3-16 0,-4 3-10 15,2 2-6-15,1 1-10 0,-1 1 1 0,2-1-9 16,3 0-4-16,3-1 1 0,4-3-4 0,2 1 0 16,2-4 1-16,3-2-1 0,4-1 2 15,0-3-3-15,4-2 4 0,3-4 1 0,3-2-5 16,-2-4-35-16,5-2-65 0,0-3-78 0,-2-3-149 15,3-1-233-15,-1-4-320 0,1-2-299 16,-1 1-206-16,0-1 38 0,-3-2 525 0</inkml:trace>
  <inkml:trace contextRef="#ctx0" brushRef="#br0" timeOffset="55690.03">22514 2500 34 0,'0'-1'432'0,"0"1"304"16,0 0 182-16,0 1 7 0,2 1-361 15,0 0-265-15,2 5-125 0,1 1-39 0,4 3-5 16,-1 1 50-16,5 3 21 0,1 2 28 0,2 1-10 16,5 0-27-16,2-1-11 0,6 2-20 0,2 2-16 15,4-2-32-15,3 1-21 0,2 0-4 16,4-2 28-16,-1-2-4 0,2 0-6 0,0-1-1 15,0 1-4-15,-2-3-12 0,-1 0-41 0,-3 0-25 16,-3-1-10-16,-2 1-8 0,-3-2 2 0,-4 2 3 16,-3-1-2-16,-3-2 11 0,-4 2 16 0,-4 3 13 15,-4-5 6-15,-5 5 5 0,0 1 7 0,-8 0-6 16,-3 2-10-16,-4 2-12 0,-4 1-8 16,-7 1-5-16,-3 3-9 0,-5 3-3 0,-5 0-4 15,-1 1-3-15,-7 0 1 0,2 1-2 16,-2-2 0-16,-1-3-2 0,4-1-2 0,-1-1 0 15,4-4-1-15,2-2 0 0,3-2-6 0,5-3-11 16,6-2-31-16,3 1-66 0,3-5-71 0,1-1-122 16,6 1-170-16,5-2-306 0,1 0-307 15,6 2-226-15,0-1-107 0,3 0 343 16,4-2 549-16</inkml:trace>
  <inkml:trace contextRef="#ctx0" brushRef="#br0" timeOffset="62335.97">18106 6854 102 0,'2'2'324'0,"-2"1"156"0,0-3 135 15,0 2-108-15,0-2-109 0,0 5-21 0,0-3 18 16,0 4 6-16,1 0-3 0,-1 3-21 0,0 2-39 16,2 0-63-16,0 5-59 0,-1 0-25 0,1 4-8 15,1 2 12-15,-1 4 7 0,2 5 4 16,-2 2-7-16,1 5-11 0,-2 1-27 15,1 3-41-15,1 2-34 0,-1 3-26 0,-1 1-14 16,1 5-8-16,0-1-3 0,-1 4-2 0,3 3-5 16,-4-1-2-16,1 5 3 0,2 1-2 0,-1 4-4 15,1 0 1-15,-2 2 0 0,2 2 4 16,-1 0 3-16,1 1-4 0,1 3 0 0,-3 0 4 16,2 4 3-16,-3 2-1 0,2 3-6 15,0 4-3-15,-2-1-3 0,-2 4-3 0,0 1-6 16,2 3-1-16,-3 2 5 0,2 2 3 0,-3 0-1 15,1 3-2-15,1 3 4 0,-1 0 0 16,-3 4-5-16,5-1-1 0,-2 5-1 0,3 3-1 16,-4 2-1-16,4 2-1 0,0 2-2 15,2 3-2-15,0 3-3 0,-1-2-1 0,2 6 0 16,2-1-1-16,-2 1-1 0,0 2 1 0,2 2-1 16,-2-4 3-16,0 0-2 0,2-2 0 0,-2-1-1 15,2 0 1-15,-2-2 0 0,-2-4-1 0,3-1 0 16,-3-4 0-16,3-1 0 0,-3-1 0 15,2-3 0-15,-1-2-4 0,0-4-3 0,-1-6-3 16,1-4-4-16,-1-8-5 0,1-5-9 16,-2-7-7-16,0-7-13 0,0-9-17 0,-3-11-49 15,0-10-66-15,-5-11-76 0,-2-10-140 0,-4-16-212 16,-2-11-314-16,-5-14-273 0,-4-12-191 16,-3-14 26-16,-4-15 494 0</inkml:trace>
  <inkml:trace contextRef="#ctx0" brushRef="#br0" timeOffset="63063.96">17929 6957 100 0,'4'0'545'0,"-4"0"383"0,1 0 210 15,-1 0-76-15,0-2-331 0,2 0-228 0,-1-4-123 16,2 2-67-16,0-3-43 0,2-2-29 16,0-5-23-16,3-2-39 0,3-7-44 0,2-3-33 15,1-5-32-15,6-5-29 0,1-3-16 0,-2-3 3 16,5 1 1-16,-2-1 0 0,0 7 1 16,-6 1-3-16,-1 6 2 0,-3 7-9 0,-3 3-3 15,0 4-3-15,-1 7 0 0,0 6 2 0,0 3 5 16,0 8 1-16,-2 5 1 0,-2 9 1 15,0 4-2-15,-2 6-1 0,0 3-10 0,-1 3-5 16,2 5-1-16,-1 0-3 0,2 2-25 16,0 2-84-16,-3-2-152 0,2-1-264 0,1 1-297 15,-3-4-381-15,1 0-411 0,-2 1-27 16,-2-2 682-16</inkml:trace>
  <inkml:trace contextRef="#ctx0" brushRef="#br0" timeOffset="64998.11">17871 13264 133 0,'-5'2'394'15,"0"1"202"-15,4-2 149 0,-4 1-104 0,3-1-178 16,1 3-96-16,-1-3-53 0,0-1-52 0,4 1-44 15,0 1-51-15,-1 1-33 0,6 0-35 16,1 1-21-16,4 1 54 0,2-1 32 0,5 1 18 16,2-1-21-16,4 1-15 0,2-1 0 15,3-1-47-15,3 0-29 0,2 0-14 0,2-2-3 16,2-1-1-16,1-1-7 0,1-2-12 0,4-1-9 16,2-1 42-16,3-1 53 0,0 0 22 0,1-1 5 15,1 0-3-15,0-3-2 0,-1 3-40 16,1-1-50-16,-1 1-25 0,-2-1-12 0,0 0-7 15,0 3-5-15,0 0 0 0,-1 2 2 16,0 0 0-16,1 1 3 0,-1 1 2 0,2 1-2 16,0 0-4-16,3 0 1 0,-1 0-2 0,0 1-2 15,1-1-1-15,0 2 0 0,1 0 0 16,1-1 0-16,0 1-5 0,-2 1 4 0,4 0 1 16,0 0 1-16,0 1 1 0,0 0 2 15,3 1 4-15,2 1-2 0,-1 0-1 0,4-1-1 16,0 1-3-16,-1 0-2 0,1 2-1 0,0-3-1 15,0-1 4-15,2 3 0 0,-2-1 4 0,4-2 2 16,0 1-2-16,1-3 0 0,5 0-1 16,0 0-1-16,0-2-3 0,4-2 1 0,-2-1 19 15,4 0 10-15,1 0 4 0,0-3 2 16,4 2 6-16,1-3-4 0,3 2-14 0,0-1-12 16,1-3-5-16,1 3-6 0,0 0 0 0,-1-2 3 15,1 2-3-15,3 1 1 0,0-1 3 0,1 1 0 16,3-1-4-16,-3-1-1 0,3 2 0 15,-4-1 0-15,0 0 0 0,2 0 4 0,-2 0-1 16,3 1 2-16,-2-1-3 0,2 0 1 0,0 1-3 16,-2-1 0-16,-1 2 0 0,-1 0 0 15,1 1 3-15,-2 0 1 0,2 1 0 0,-2 0-2 16,0 2-3-16,-3 0 0 0,1 2 1 16,-3 0-3-16,0 1 3 0,-2 0 1 0,1 3 2 15,2-2 1-15,-4 2 0 0,2-2-1 0,-2 2 0 16,-2-1-4-16,0 1-1 0,1-1 3 15,-3-1 0-15,-1 1 0 0,2 0 1 0,-1-1 3 16,1 0 0-16,-1-1-3 0,1 2 1 16,0-4-2-16,-2 2 0 0,-1 0 1 0,1 0 0 15,-1 2 0-15,2-3 9 0,-3 0 10 0,2 1 2 16,-1-2 3-16,3 1-1 0,-1-2 0 0,0 0-10 16,-2 0-8-16,-2-2-3 0,1 1-1 15,-2-2 1-15,-2 1 0 0,0 0 2 0,2-2 2 16,-2 2-2-16,2-1-2 0,-3-2-2 15,-2 2 0-15,-3-2-3 0,1 1-1 0,-4 0 1 16,-1-1 1-16,-3 1 1 0,-2 1 0 0,-2-2 2 16,-5 2 1-16,0 2-1 0,-1-2 1 0,-4 1-2 15,-1 2 1-15,-3-3-1 0,-4 1 1 16,-1 2-2-16,-3-1 1 0,-5 1 1 0,-3 0-1 16,-5 0 0-16,-1 1-2 0,-5-1 1 0,-1 0-2 15,-4 2 3-15,-1-2 1 0,-2 0 12 16,-4 0 12-16,1 0 10 0,-2 0 11 0,1-2 8 15,-4 2 6-15,1 0-4 0,-1 0-8 16,0 0-9-16,0 0-9 0,-1-1-8 0,-3 1-9 16,1 0-5-16,2-1-4 0,-4-1-3 15,2 0-1-15,-2 1-1 0,-2-2-2 0,1 0 1 16,2 0-1-16,-4-1 1 0,1-1 0 0,0 1-1 16,-1-1 1-16,0-1-1 0,-1 2 0 0,0-2-1 15,1 0 0-15,0 0 0 0,0-2-1 16,-1 2-1-16,1-3-1 0,2 1-2 0,-2 1-1 15,0 0-2-15,3-1 0 0,0 1 0 16,1 1 0-16,-1 0 3 0,2 1 1 0,1 1 2 16,-1-1 0-16,2 2 1 0,1 0 0 0,1 1 1 15,2 2-1-15,2 0 1 0,1 2 0 16,2 0 2-16,3-1 0 0,0 2-1 0,1 2 1 16,1-2 0-16,0 1 1 0,3 1 0 15,-2 0 0-15,2 1 2 0,-2-1 0 0,0-1 1 16,1 4 0-16,-2 0 0 0,-1-1 2 0,-1 2 0 15,2 0 1-15,-5 4 2 0,1-3 0 16,-2 3 5-16,-1 2 2 0,-2 0 0 0,0 2-1 16,-3 1 0-16,1 0-2 0,-4 1-5 15,1-1-2-15,-3 2-3 0,1-2 0 0,-4 1-3 16,0-2 0-16,-1 1-1 0,-1-2-6 0,0-1-14 16,-3 0-25-16,-2-4-57 0,1-3-78 0,-1-1-157 15,-2-2-273-15,0-5-320 0,-2-5-377 16,-1-2-302-16,-2-9-2 0,-3-4 703 0</inkml:trace>
  <inkml:trace contextRef="#ctx0" brushRef="#br0" timeOffset="66923.78">27878 13864 139 0,'8'0'733'0,"-1"-5"433"0,-4 3 70 16,4-4-150-16,-2 0-423 0,3 0-325 15,2-2-149-15,2-1-35 0,3 1 13 0,1-2 5 16,1 3 2-16,3-1 16 0,0 2-14 0,0 1-35 16,1 3-27-16,0 0-17 0,-1 5-9 15,-2 2-17-15,-1 2-6 0,-2 6 3 0,-3 1-12 16,-3 4 3-16,-4 5-3 0,0 3-8 15,-5 3-1-15,-5 4-6 0,0 3-4 0,-3 3-4 16,-2 3-3-16,-3 0-1 0,-3 1-6 0,3 1-5 16,-1-2-2-16,0 2-8 0,1-5-2 0,1 0-3 15,4-3-2-15,1-5-1 0,4-1-1 16,1-5-1-16,6-3-1 0,2-6-1 0,2-3-1 16,8-2 0-16,-2-9-7 0,7 0-11 15,-1-6-15-15,3-2-23 0,2-6-38 0,2-3-59 16,1-2-53-16,0-6-36 0,2 2-32 0,2-2-4 15,0-1 30-15,-2 0 72 0,0 0 68 16,0 1 42-16,-3 4 32 0,-3 0 18 0,-1 4 12 16,-1 5 9-16,-1 2 13 0,-5 4 15 15,-1 6 24-15,0 4 61 0,0 5 49 0,0 2 17 16,-2 5 27-16,2 3 2 0,0 3-21 0,-1 1-39 16,-2 2-35-16,4 1-22 0,-1-3-33 0,-2 0-16 15,4 0-12-15,1-5-13 0,-2-3-8 16,5-4-4-16,-1-3-1 0,1-8 0 0,-1-4 0 15,2-8-1-15,-1-3 3 0,0-6-1 16,-3-7 2-16,-1-4-3 0,-2-6 0 0,-4-3 0 16,-3-3-1-16,-2-4-1 0,-3 1-1 0,-6-3 1 15,-4 1 1-15,-4 0 0 0,-2-1-2 16,-8 4 0-16,3 2 3 0,-3 1-1 0,-1 7-1 16,-2 3-1-16,-1 9 1 0,0 6-2 15,0 5-1-15,0 7-3 0,0 5-1 0,2 7 0 16,0 5 0-16,3 3 0 0,1 6 1 0,3 3-5 15,0 2-26-15,3 4-66 0,4 0-64 16,-2 1-128-16,5-1-201 0,-1 2-311 0,2-2-314 16,-1-1-226-16,6-3-99 0,-1-1 415 15,2-4 576-15</inkml:trace>
  <inkml:trace contextRef="#ctx0" brushRef="#br0" timeOffset="67158.06">28548 14130 155 0,'-2'-5'762'0,"2"2"423"0,0 2 59 15,0 1-156-15,5 1-427 0,2 1-312 0,5 2-133 16,1 2-23-16,7-1-6 0,4 1 13 16,1-2 3-16,5-1-19 0,4 0-28 0,0-3-45 0,2 0-31 15,3-3-33-15,0 2-19 0,-1-5-9 16,5 1-8-16,-4-2-33 0,-1 1-66 0,2-2-73 15,-6 3-173-15,-4-3-290 0,-4 1-319 16,-5 2-318-16,-4 0-202 0,-6-2 107 16,-5 1 662-16</inkml:trace>
  <inkml:trace contextRef="#ctx0" brushRef="#br0" timeOffset="68316.14">17172 6086 270 0,'1'-1'681'0,"-1"0"282"0,0 1 60 0,0 0-179 15,0 2-292-15,0 3-170 0,0 1-78 16,0 3-19-16,2 3-12 0,1 2-37 0,0 2-51 16,0 3-16-16,2 4-2 0,0 1-19 0,0 4-20 15,1 2-10-15,-1-1-11 0,0 4-28 0,-2-1-35 16,2 0-19-16,-4 2-9 0,2-1-7 15,2-1-5-15,-4-4 0 0,1 0-3 16,-1-1 2-16,-2-1-24 0,-1-3-57 0,-2 1-58 16,1-5-112-16,-4-1-168 0,-2-2-312 0,-2-3-303 15,1-2-233-15,-1-3-140 0,-1-7 311 0,0-2 558 16</inkml:trace>
  <inkml:trace contextRef="#ctx0" brushRef="#br0" timeOffset="68570.25">16889 6034 121 0,'4'0'439'16,"1"0"234"-16,3 2 200 0,2-2 4 0,5 6-246 16,2-1-134-16,3 2-65 0,3-1-59 0,0 1-74 15,5 2-84-15,2-3-69 0,0 2-39 0,4-2-31 16,2 0-19-16,-2-2-10 0,1 1-3 15,0 1-7-15,0-4-18 0,0 1-6 0,-2 1 0 16,-3-2-1-16,0 0-1 0,-3 2-17 16,-3 0-25-16,-7 0-76 0,-3 2-154 0,-4 2-245 15,-7 1-282-15,-1 3-268 0,-5 1-211 0,-7 2 116 16,-3 3 494-16</inkml:trace>
  <inkml:trace contextRef="#ctx0" brushRef="#br0" timeOffset="68785.92">16941 6844 231 0,'3'22'670'15,"1"-6"295"-15,3 0 97 0,1-1-102 16,5-1-360-16,2-5-218 0,2 2-100 0,5-3-54 16,1 0-32-16,4-4-45 0,5-1-42 0,2-1-32 15,3-4-16-15,1 1-10 0,4-4-12 16,-2 1-12-16,3-2-14 0,1 1-19 0,0-1-41 15,-2-1-125-15,2 5-196 0,-5-4-295 16,-2 1-282-16,-1 4-262 0,-5 0-113 0,-3 3 381 16,-1 2 520-16</inkml:trace>
  <inkml:trace contextRef="#ctx0" brushRef="#br0" timeOffset="70155.91">27458 5618 174 0,'-4'4'488'16,"-1"-1"237"-16,-1 0 120 0,-2 1-136 0,1 2-246 15,1-2-88-15,2 4-34 0,-1-2-15 16,1-1-20-16,1 4-32 0,2-5-59 0,1 1-57 15,0-2-52-15,3 0-26 0,2-2 1 0,0-1 34 16,4-1 41-16,-1-4 27 0,5-1 4 16,0-7-8-16,2-1-20 0,4-5-36 0,2-5-27 15,1-5-31-15,1-4-18 0,2 0-10 16,1-6-5-16,-2 3 4 0,-1-3-7 0,-1 3-2 16,-2 3-2-16,-2 5 0 0,0 1-1 0,-6 4-9 15,0 5-4-15,-3 2-4 0,-1 4 1 0,-2 2-2 16,-2 3-2-16,0 3-1 0,1-1-1 15,-5 4-1-15,1 4 0 0,-1 3-1 0,0 4 0 16,-1 5 1-16,1 4 0 0,-5 1-1 16,4 5 2-16,-1 1-1 0,1 1 2 0,-3 3 0 15,3 2 2-15,-3 2 2 0,1 1-1 0,2-1 0 16,-4 3-2-16,3-2 0 0,-1 0-1 16,0-2-5-16,3-3-1 0,0 2 0 0,3-2 1 15,-1 0 0-15,1-5-1 0,2-1-8 16,-2-2-34-16,2-3-62 0,1-2-61 0,2-2-94 15,-4-4-159-15,3-5-215 0,-1-3-286 0,2-3-225 16,1-3-183-16,0-5 111 0,0-3 473 16</inkml:trace>
  <inkml:trace contextRef="#ctx0" brushRef="#br0" timeOffset="70507.91">28029 5522 8 0,'4'8'272'0,"-1"7"178"16,-2 0 169-16,4 6 71 0,-1 2-149 0,1 2-76 16,2 0-36-16,-1 1-34 0,3 0-47 0,3-3-71 15,-3 1-76-15,7-5-77 0,-2-3-38 0,5-2-14 16,-1-5-1-16,4-3 6 0,0-5 13 16,1-4 2-16,0-3-12 0,0-7-10 0,3-5-3 15,-1-3-16-15,-4-5-12 0,1-1 1 16,-2-3 0-16,-2 0 2 0,-3-1 12 0,-2 2 23 15,-4-2 9-15,-6 0 0 0,-3-1-3 0,-3-1-13 16,-4 3-14-16,-1-2-21 0,-5 1-10 16,-3 3 5-16,2 5 14 0,-5 0 2 0,-1 6 0 15,0 4-2-15,-2 3-6 0,0 5-13 0,0 5-20 16,0 5-4-16,2 5-7 0,2 2-6 16,1 5 6-16,4 4 0 0,-1 0-22 0,4 4-42 15,4 4-35-15,-2-1-96 0,7 2-153 0,1 2-239 16,1-3-274-16,7 2-242 0,0-1-182 15,2-2 179-15,5-3 471 0</inkml:trace>
  <inkml:trace contextRef="#ctx0" brushRef="#br0" timeOffset="71484.03">28769 5192 48 0,'5'-2'325'0,"-2"0"208"0,2-1 158 15,-4 2-37-15,-1-1-199 0,3 2-114 16,-3-1-49-16,2 1-5 0,0 1 21 0,-1 2 19 16,1 3 2-16,0 1-30 0,1 4-38 0,-2 2-44 15,1 3-35-15,1 3-15 0,0 2-9 0,2 5 19 16,-2 1 12-16,0 3-4 0,-1 2-5 15,-1 4-21-15,1 2-31 0,0 1-37 16,-2 2-28-16,1 1-14 0,-1-2-20 0,0 1-8 16,0-1-5-16,0-3-6 0,2-2-1 0,-2-2-2 15,0-3-3-15,1-4-2 0,3-4-2 0,-3-4-2 16,2-3 0-16,-1-5-1 0,2 0 5 16,0-6 2-16,0-2 3 0,3-6 2 0,-1-3 2 15,3-5 3-15,1-4-4 0,1-4-3 16,2-2-1-16,-1-2-1 0,1-3-2 0,1-2-2 15,2-1-1-15,-2 0 1 0,2-1-2 0,2 3-3 16,-1-3 1-16,-1 1-2 0,-1 3 2 16,1-1-3-16,0 2 4 0,-2 2 2 0,4 0-1 15,-6 2-1-15,1 1 4 0,1-1-2 0,-1 5 0 16,-2 2 0-16,-1-2 1 0,-1 3 3 16,0 2-2-16,-2 2 1 0,-2 1 6 0,-1 2 8 15,0 1 10-15,-3 0 9 0,1 3 10 16,-2 0 8-16,0 0-5 0,-2 1-7 0,1 1-10 15,-1 1-9-15,-1 1-9 0,-4 1-8 0,2 4-3 16,-4 0-2-16,1 1 1 0,-1 4-1 0,-4 2 1 16,4 1-1-16,-4 1 1 0,-1 3 0 0,1 0-1 15,-2 2-1-15,2 2 1 0,-1 0 0 16,1 1 1-16,-2 1-2 0,1 0 3 0,3 1-2 16,-1-2-1-16,4 2 0 0,0-1 0 15,0 0-1-15,2-1 1 0,3-2-1 0,-1-1 0 16,4 2 0-16,4-3 0 0,-1 1 0 0,3-1-1 15,3 0 1-15,1-2-1 0,2 0 1 16,3-2-1-16,2-2 0 0,1 0 1 0,4-3-1 16,0-1 3-16,2-2 0 0,1-2 0 15,2-2 1-15,1-3 0 0,1 0-1 0,1 0-5 16,0-2-17-16,-4 1-42 0,3-1-78 0,-5 1-115 16,1-1-194-16,-1 2-299 0,-2 0-342 15,-1 2-340-15,-3-2-134 0,3 1 345 0,-5 1 667 16</inkml:trace>
  <inkml:trace contextRef="#ctx0" brushRef="#br0" timeOffset="76343.73">18475 12610 106 0,'3'4'345'0,"0"-2"159"0,0 1 113 0,1-1-142 16,0 0-203-16,2 2-95 0,1-3-28 15,-1 2 11-15,4 0 7 0,-1-1 48 0,2 1 36 16,0-2-18-16,3 2 5 0,2-1 10 0,2 0-4 16,-2 0-43-16,4 1-32 0,0 1 14 15,1-2-11-15,1 4-30 0,3-4-18 0,2 2-17 16,0 1-7-16,2-2-39 0,1 0-31 15,0 1-19-15,1 0-10 0,1-2-2 0,-1 1-3 16,1-1 3-16,1 0 0 0,1 0 3 0,-3 0 4 16,4 1-1-16,0-3 3 0,0 1-1 0,0-1 1 15,1 0 0-15,-2 0 0 0,1-1 0 16,-1-2-2-16,0-1-4 0,-2-1-3 0,0-1-3 16,-1 0-1-16,1-3-1 0,-4 1 2 15,2-3 1-15,-3 1-2 0,0 1 3 0,-2-3-2 16,-2 2 5-16,0-4 0 0,-2-1-1 0,-2 0 0 15,0-1-3-15,0-2-2 0,-3-2-5 16,1-5-2-16,-3 0 2 0,2-5 2 0,-2 1 5 16,-1-6-3-16,-2 1 5 0,-1-4 3 15,-1-1 6-15,-3-4-3 0,1 0-3 0,-3-4 10 16,1-2-1-16,-3-3-5 0,-1-3-9 0,1-3 1 16,-4-1-2-16,2-3-10 0,-3-1 7 0,2-1 4 15,-3-3 7-15,1 1-1 0,-2-3 6 0,2-2 3 16,0 0-8-16,0-1-4 0,-2-3-7 15,5 0-4-15,0 1-5 0,0-3 7 0,5 2 2 16,-2 2 7-16,0-1 7 0,4-1 1 16,-3-1-7-16,3 1-17 0,0-4-20 0,1 3-32 15,-1 0-18-15,-1-1-13 0,3 0-2 16,-2 0 4-16,-1 2 15 0,1 2 21 0,-3 2 10 0,4 3 8 16,-3 1 6-16,0 5 8 0,-1 3 0 15,1 4 6-15,-1 5 3 0,0 2 3 0,2 7-1 16,-1 1 8-16,-2 7 1 0,2 3 1 15,-2 3 11-15,1 7 2 0,-3 1 6 0,1 4 1 16,-1 3 3-16,2 3 6 0,-3 2 0 16,2 1 0-16,-2 3-3 0,-2 0-2 0,-1 3-7 15,2 1-4-15,-1 3-8 0,-3 0 2 0,2 1 1 16,1 6 13-16,-2 1 12 0,0 3 7 16,0 3 19-16,-1 1 17 0,1 5 7 0,0 1 6 15,1 3 4-15,0 4 4 0,0 1-6 0,-1 3-8 16,1 3-5-16,2 4-11 0,1 4-4 15,0 0-7-15,1 4-8 0,-1 4-8 0,5 1-1 16,-2 2 21-16,4 2 37 0,-2 1 16 16,2 4 6-16,-1-2 0 0,-1 3-1 0,3-1-26 15,-1-1-40-15,0 3-17 0,0-1 8 0,-1 1 16 16,1 0 4-16,2-1 4 0,-5 0 6 16,3-2-4-16,-1-2-14 0,-1 1-22 0,3-3-9 15,-4-3-5-15,3-4-8 0,-2 0-3 16,1-3 0-16,-1-4-2 0,1 1 1 0,-1-4 1 15,0-2 3-15,-2-2 0 0,0 0 3 0,-1-2 1 16,-1 1 5-16,-1-1 6 0,2-1 4 16,-2 2 3-16,-2-2 1 0,2-2 1 0,0 2-5 15,0-1-9-15,0-1-4 0,0 0-4 0,2-2-3 16,-1-2 0-16,1 2-4 0,4-2 1 16,-3-2-3-16,4 1 3 0,-3-4 0 0,3 1-1 15,-1-4 2-15,3 1 0 0,-2-4 0 16,1 1-1-16,1-2-1 0,-3-2 1 0,2-2-1 15,-1-1 1-15,-1 1 0 0,2-3 1 0,-3-2 1 16,1-1-2-16,-3 1 1 0,2-3-2 16,-2 0 1-16,2-1-2 0,-4 0 3 0,2-3 0 15,-1 0 0-15,1 2 2 0,-1-2-1 0,0-1 0 16,-1 3-1-16,1-3 1 0,1 2 0 16,-1 0-2-16,1 0 0 0,2-1 1 0,-3 0 2 15,3 3-4-15,2-3 1 0,-3 2 1 0,3 0 0 16,2-1 0-16,-1 0-1 0,2 1 0 15,-1 0 0-15,5-3-1 0,-1 2 1 0,3-1 0 16,0-1 0-16,3 0 1 0,-1-1 0 16,2 0 1-16,2 0-1 0,0 0 0 0,-2-1 0 15,6 0 0-15,-3-3-1 0,4 3 3 0,0-2 0 16,0-1 1-16,-2-1-1 0,2 2-1 0,0-1 2 16,0-1-2-16,0 2 0 0,-1-1 0 15,1 1 0-15,1 0 1 0,-2 0-4 0,3 1 2 16,-1 1-2-16,1 1 0 0,-1 0 1 15,2 1-2-15,0 1 2 0,-1 0 1 0,1-1 0 16,-4 0 1-16,1 1 0 0,-3 0 0 0,3-2 1 16,-2 1 0-16,-1-1-1 0,0-1-1 15,-2-1 0-15,0 0 0 0,2 0 0 0,-5-2-1 16,1 0 1-16,-1-2 1 0,0 1-1 16,-1-3 0-16,-2-3 3 0,1 0 0 0,0-2 1 15,-3-2-1-15,2-2 1 0,-3-2 1 0,-2-5-2 16,3 0 0-16,-4-5 0 0,-1-2 1 15,2-5-2-15,-3-3-2 0,0-5-1 0,-1-2-1 16,0-5 2-16,0-3-3 0,-3-6 2 0,1-2 2 16,2-4 1-16,0-3-1 0,0 0-1 15,-1-3 0-15,0 1-1 0,-2 1-1 0,2 4 0 16,-5 2 1-16,-1 3-2 0,0 2 0 0,0 3 3 16,0 3 2-16,-1 4-1 0,-1 4-1 0,-1 4 2 15,2 4 1-15,-1 6-3 0,2 2 0 16,-2 5 4-16,1 6-1 0,1 4-2 0,-2 1 1 15,2 4-2-15,0 1-3 0,-1 6-3 16,-1 0 0-16,0 4 0 0,2 4 1 0,-1 1 0 16,1 5 1-16,-2 3 1 0,2 2 0 0,0 3 1 15,0 5 0-15,0 0 0 0,0 5 2 0,2 1 0 16,-2 4 2-16,1 2-2 0,-1 3 1 16,0 2 0-16,2-1 1 0,0 5-1 0,-1 0-2 15,1 1 1-15,-1 1 0 0,3 0 1 16,2-1-3-16,-2-2 3 0,1 2 0 0,0-2 1 15,2 0 1-15,-3 0-1 0,4-2 2 0,-2-1-3 16,2 0 2-16,0-2-1 0,1-1 0 16,1-2-2-16,1 1 1 0,3-4 1 0,-1-1-2 15,1-1 0-15,2-2 0 0,1-2 1 16,-1-1 2-16,3-1-4 0,0-4 1 0,-1 0-3 16,2-1 1-16,-2-2 0 0,2-1 1 0,-1-4 0 15,-1 2-1-15,2-4 0 0,-2-1 2 0,0-3-1 16,3 0 1-16,-2-1 0 0,1-1 2 15,2-1-1-15,-1 1 0 0,1-2-2 0,2 1-2 16,0-1 3-16,-2 1-2 0,5 1 2 16,0 0 0-16,0-1 2 0,-1 3 1 0,3 0-2 15,2-1-1-15,-1 1 2 0,2 1-1 0,1 0 0 16,2 0-1-16,2-2 1 0,-1 0 0 16,3 0-2-16,1 0 1 0,0 1 0 0,-2-4 1 15,2 1-1-15,0-1 1 0,-2-1-1 0,4 0 0 16,-3 0 0-16,0-1-3 0,-1-1 0 15,1-1 2-15,0 0 1 0,-3 0 0 0,0 0 1 16,-1 2 2-16,1-2-1 0,-3 1-1 16,1-1 2-16,-3 2-2 0,1-1 0 0,0 1 0 15,-2-1-1-15,-2 0-2 0,0-1 0 0,-1 0 1 16,-3 2-1-16,-2-2 2 0,2 0 0 16,-5 0 1-16,2 0 0 0,-3 0 0 0,-1 0 1 15,0 0-1-15,-4 0 0 0,1 0 2 0,-2 0-1 16,0 2-1-16,0-2 1 0,-2 1 0 15,2 0-1-15,-2-1-2 0,-1 2 0 0,-1-2 0 16,1 0-2-16,-1 0 0 0,1 0 2 16,0-2 1-16,-3 1 1 0,1-2 0 0,-3-3 2 15,3 0 1-15,0-2-1 0,-2-1-1 0,0-3 0 16,-2-1 2-16,4-4-4 0,-4 0 2 16,3-1 0-16,-2-3-1 0,0-4 0 0,1 2 1 15,-1-4 0-15,1 0 0 0,0-2 0 0,1 1-2 16,0-4 1-16,1 1-1 0,-1-1 1 15,1-1-1-15,0 1-1 0,1 1 0 0,-1-1 0 16,-1 3-1-16,2-1-1 0,-2 0 1 0,-1 1 1 16,1 2 0-16,-1 0 0 0,-2 0-1 15,3 4 2-15,-3-2 0 0,1 6-1 0,-1-1 4 16,0 5-2-16,-1 3 1 0,-1 2-2 0,-1 4 0 16,0-1 0-16,0 6-3 0,-1 1 0 15,-1 4-1-15,1 1 4 0,-3 4 0 0,4 2 2 16,-1 6 0-16,1-2 1 0,-4 3 1 15,4 1-1-15,0 4 1 0,0-2 1 0,0 4 2 16,2 0 0-16,0 1 1 0,-1 2 0 0,3 1-1 16,-3 0 0-16,2 2-1 0,2-1-2 0,3-1-2 15,-4 0-2-15,3 1 0 0,1-2 0 16,3 0-2-16,-3-3 1 0,1-3 2 16,3 1 0-16,2-3 0 0,-3-4-2 0,3-1 1 15,-1-3 0-15,2-3-2 0,0-1 1 0,0-4 1 16,1 0 2-16,1-3 0 0,0-1 1 0,0 0-1 15,-1-1 0-15,3-1-2 0,-2 2-1 16,0-2-2-16,2 2 1 0,1 2 0 0,-2 0-1 16,-2-1 3-16,5 2 0 0,-4 1 0 15,1 1-1-15,-1-1 1 0,0 2 1 0,1 0-1 16,-1-2-1-16,4 2 0 0,-3-1 2 0,0 1-1 16,3-1 0-16,-1-1-1 0,-1 0 2 15,3 0-1-15,-1-1 0 0,-1-2 0 0,2 3-3 16,0-3 0-16,1 0 2 0,-1 1 0 15,2-1 0-15,-1 1 2 0,2-2 1 0,-2 1 0 0,2 0 1 16,0 1-2-16,0-2-1 0,1 0 0 16,-2 0 1-16,3 0 1 0,-2-2-2 0,0 2 0 15,2-1 1-15,0 0 0 0,-2-1-1 16,1 1 0-16,0-1 0 0,0 0 2 16,-1 0-1-16,-3 0 1 0,2 1-3 0,-1 0 2 15,1-1-2-15,0-1 1 0,-3 2-1 0,-1-1 1 16,0 0-1-16,1 2 1 0,0-1-1 0,-4-1 0 15,2-2 0-15,0 4-1 0,-1-2 3 16,-1 0-2-16,0-1 2 0,-1 1 0 0,0 1-1 16,0-3 0-16,0 1 0 0,-1-1 1 15,0-1 0-15,0 1 1 0,0-2 0 0,0-1 0 16,-2 0-1-16,3 0-1 0,-2 0 0 0,0-4 0 16,-1 4 0-16,-1-1 0 0,1 0 1 15,0-1-1-15,-1 1 1 0,0 0 0 0,-3-1-1 16,4 0 0-16,-4 0 0 0,-1-4 1 0,3 1 0 15,-3-1-2-15,0-3 0 0,0-1 1 16,-2 0-1-16,1-2-2 0,-3 0 0 0,1-2-1 16,3-1 0-16,-5 3 0 0,0 0 1 0,-1 2 1 15,1 1 1-15,-1 5 4 0,-1 1 0 16,1 2 0-16,-2 2-1 0,0 2-2 0,-2 1-1 16,2 2-1-16,-1 2-2 0,-1 0 1 15,0 4 0-15,1-1 1 0,1 3 0 0,-2 1 1 16,0 3 1-16,1 0-1 0,-1 0 1 0,2 6 0 15,-1-3 2-15,1 2-1 0,0 3 0 16,1-1 2-16,-1 2 1 0,3-1-1 0,-1 0-1 16,0 1 0-16,3-1 0 0,-2 1-1 0,2-1 0 15,-1 0 0-15,2-3 0 0,2-1 1 16,0 0-1-16,0-1 1 0,2-3-2 0,-2-3 1 16,1 1-1-16,2-3-1 0,-1-1 1 15,1-1 1-15,0-2 0 0,-2-2 0 0,3 0 1 16,0-2 0-16,-1-1-1 0,0 2 0 15,2-4-1-15,0 1 1 0,-3 1 0 0,2 0-2 16,0 0 1-16,2 0 0 0,-2 0-1 0,2 1-1 16,-2 1 1-16,1 1-1 0,1 1 1 0,1 1 0 15,-1 0-1-15,0 0 1 0,2 2-1 16,-3 0 2-16,2 0-1 0,0 1 0 0,0 1-1 16,1-2 2-16,1 2-2 0,-1-2 1 15,2 1 1-15,-1 1 1 0,2-2 0 0,0 0-1 16,0 2 0-16,2-1 0 0,1-1 0 0,-3 0-1 15,4 0 1-15,-1-2 0 0,4 3 0 16,-2-3 1-16,3 2 1 0,-1-1 0 0,1-2 0 16,2 2 0-16,1-1-1 0,0-1 1 0,-2-1-2 15,2 0-2-15,2 0 1 0,-2-1 1 16,0 1-1-16,0-2 0 0,1 1 1 0,1-1 1 16,0 1 0-16,-1 1-1 0,-1-2-1 0,4 1-1 15,-4 1 2-15,1 0 0 0,1 0 1 16,0 0 1-16,-2 0-1 0,1 1 2 0,-1 1-2 15,0-2-1-15,0 1-1 0,0 1 2 16,0-1 0-16,0 1-1 0,0-2 2 0,2 1-1 16,-2-1 0-16,0-1-1 0,-1 1 1 0,1-2 1 15,0 1-1-15,-2-1 1 0,-1 1 1 16,2-1 1-16,-2 1-1 0,1-3 0 0,-1 3 1 16,0 0-1-16,-1 1 0 0,0-2-1 15,-2 1 0-15,1-1-2 0,2 2 1 0,-4 0 0 16,1-1 0-16,-1 1 0 0,-2 0 0 0,3 0 1 15,-3 0-1-15,1 0 0 0,-2 0-1 0,2 0 2 16,-2-1 0-16,2 1 0 0,-2 0 0 16,-1 0-1-16,2 0 1 0,1 0-1 0,-3 0-1 15,1 0 1-15,2 0 1 0,-1 0 0 16,0 0 0-16,1 1 2 0,-1 0-1 0,-1-1-1 16,0 2 0-16,0-1 1 0,2 1 0 0,-2-1 0 15,-1 0-1-15,2 1 1 0,-4 0-2 16,4-2 1-16,-3 1 1 0,0 1-2 0,-1-2 1 15,4 1-2-15,-5-1 2 0,1 0 0 16,1 0-2-16,-3-1 0 0,1 1 0 0,0-2 0 16,-3 1 0-16,1 1 0 0,-5-2 0 0,-1 0-1 15,0 1-5-15,0 1-18 0,-7 0-76 16,-1 1-105-16,-4 3-185 0,-5-1-285 0,-4 0-334 16,-4 3-402-16,-4 0-200 0,-6 1 273 0,-7 5 715 15</inkml:trace>
  <inkml:trace contextRef="#ctx0" brushRef="#br1" timeOffset="81839.99">27318 6553 223 0,'5'1'606'0,"-1"-1"255"0,0 0 81 0,2 0-181 16,-2 0-354-16,3 0-207 0,1 0-110 15,3 0-28-15,-2 0-9 0,3 0-4 0,1 2 0 16,0-2-5-16,3 0 2 0,0 3-22 16,-1-3-10-16,0 2-4 0,0 3-1 0,-2-2 26 15,-1 0 49-15,-2 4 42 0,-2-1 32 0,-1 3 10 16,-4 3 7-16,-3-1-24 0,-3 3-37 16,-4 4-40-16,-2 0-30 0,-4 1-15 0,-1 4-14 15,-3-2-8-15,1 2-8 0,-5 1 3 0,4-2 2 16,-4 2 1-16,3-1 1 0,1-2-2 15,3-3 0-15,3 0-2 0,2-5-2 0,3 0 0 16,2 0-5-16,4-2 1 0,4-3 3 16,2 1 1-16,3-1 0 0,2-1-4 0,7-1 3 15,-2 0-1-15,6 0-4 0,0 0-1 0,0-2 2 16,0 2 0-16,2 1 5 0,-2-1 2 16,-1 0 4-16,-3 1-1 0,-2 1-2 0,-3-1 3 15,-3 0-4-15,-4 1-2 0,-2 1 1 0,-4 1-1 16,-6 3 0-16,-2-3 3 0,-3 4 7 15,-4 1 8-15,-3-2 4 0,-6 4 6 0,-3-1-1 16,1 1-1-16,-4 1-10 0,0-3-1 0,0 1-3 16,1 0-5-16,2-4-1 0,5 1-7 15,0-6-18-15,6-2-77 0,2 0-122 0,6-8-141 16,1-1-267-16,10-5-278 0,2-6-237 16,7-3-9-16,3-5 318 0,3-4 396 0</inkml:trace>
  <inkml:trace contextRef="#ctx0" brushRef="#br1" timeOffset="82163.91">27870 6934 313 0,'11'23'619'0,"-2"2"219"0,-3 4 137 0,-1 4-188 16,0 2-226-16,-2 3-128 0,-1 1-77 16,1-3-49-16,0 0-78 0,3-3-77 0,1-4-62 15,1-3-45-15,4-6-21 0,2-5-13 0,4-3-4 16,-1-8-2-16,5-4-2 0,0-6-1 15,-1-4 2-15,3-6-2 0,-2-6 0 0,-3-1 3 16,0-4 7-16,-5-2 14 0,0 1 28 16,-4 0 36-16,-4 0 21 0,-4 2 4 0,-4-1-3 15,-6-1-11-15,-1 1-25 0,-5 3-29 0,-4-2-23 16,-2 6-7-16,-4-1-12 0,0 4-6 16,-3 5-2-16,-1 3-2 0,-1 6-2 0,-1 4-3 15,0 5 5-15,2 6 4 0,1 3 0 0,2 4-16 16,1 3-27-16,3 4-32 0,3 2-32 15,3 2-63-15,3 0-114 0,4-1-136 0,4-3-241 16,6 0-250-16,5-3-231 0,3-2-58 16,5-7 279-16,5-1 431 0</inkml:trace>
  <inkml:trace contextRef="#ctx0" brushRef="#br1" timeOffset="82492.02">28477 7103 262 0,'3'13'585'16,"-3"2"233"-16,0 3 147 0,0 1-172 16,0 4-200-16,-2-1-143 0,1 1-91 0,1 1-53 15,0-2-72-15,1-2-79 0,1-3-64 0,3 0-42 16,1-4-23-16,4-5-13 0,0-4-1 16,3-4-4-16,4-3 6 0,1-6-7 0,2-5 0 15,2-4 1-15,1-5-3 0,-1-2-1 16,-2-2-3-16,0 0 2 0,-5-2-4 0,-4 2 2 15,-6 0-3-15,0 0-1 0,-10 0 2 0,-1 3 2 16,-4 0 0-16,-4 0-1 0,-3 3 1 16,-4 2-4-16,0 4-1 0,-4 2-4 0,-2 6 2 15,0 4 2-15,1 4 2 0,-3 6 4 16,6 1-2-16,0 5-1 0,3 4-6 0,4 0-28 16,-1 3-72-16,5 1-113 0,2 1-137 0,3 2-239 15,2 2-277-15,4-1-218 0,2 0-11 0,6 1 279 16,2-3 373-16</inkml:trace>
  <inkml:trace contextRef="#ctx0" brushRef="#br1" timeOffset="83293.99">29048 6756 52 0,'1'-6'328'0,"2"1"221"16,-3 2 222-16,2-1 40 0,-2 1-152 0,0 2-102 15,0-1-87-15,0 0-80 0,0 2-85 16,0 2-93-16,0 1-67 0,2 4-46 0,-2 5-22 16,2 5-8-16,2 3 1 0,-1 5 20 15,0 3 24-15,2 6 18 0,-4 1 22 0,4 5 18 16,-2 1 2-16,1 3-17 0,-3 2-26 0,4-2-32 16,-5 2-34-16,3-3-26 0,-2-2-16 15,-1-2-11-15,4-4-6 0,0-6-2 0,0-2-1 16,1-4 1-16,2-5-4 0,-1-5 3 15,2-2 4-15,1-3 1 0,3-8 4 0,1-5-1 16,2-5 2-16,1-5 1 0,1-5-5 0,3-5-2 16,0-3-1-16,2-2 0 0,-2-7-2 0,1 1-4 15,1-3 0-15,-1 1 1 0,1-4-1 16,0 3 1-16,-2 1-1 0,0 3-2 0,-1 2 4 16,-5 5 0-16,2 1 1 0,-7 6-1 0,1 3 1 15,-1 3 13-15,-2 2 11 0,-6 5 8 16,2 0 6-16,-1 2 0 0,-2 1 1 0,-2 4-12 15,-2 0-11-15,-1 2-12 0,-4 4-5 0,-3 1-1 16,3 3-2-16,-7 4-1 0,3 2 2 16,-1 5 2-16,-2 0 2 0,2 6 2 0,-2 3 2 15,2 0 5-15,0 5-1 0,3 0 4 16,-2 1-2-16,5 1-3 0,0 0-2 0,2-2-3 16,3 1-2-16,3-4-3 0,2-2-1 0,4-1 1 15,2-2-2-15,3-4 0 0,4-2 0 0,2-2 1 16,5-3 1-16,3-2-7 0,2-4-16 15,1-3-49-15,2 0-69 0,2-3-102 0,-2-1-178 16,-1-2-300-16,-3 0-320 0,1 0-289 16,-3-2-162-16,-4 1 254 0,-4-1 632 0</inkml:trace>
  <inkml:trace contextRef="#ctx0" brushRef="#br1" timeOffset="95157.92">18488 12540 142 0,'-2'0'310'0,"0"1"122"15,2-1 35-15,0 0-134 0,0 0-107 0,0 0-61 16,0 0-32-16,0 0-20 0,0 0-8 15,0 0-20-15,0 0-10 0,0 0-5 0,0 0 8 16,0 0 19-16,0 0 18 0,0 0 13 16,0 0-4-16,2 0-11 0,-2 0-19 0,2 0-28 15,-2 0-24-15,0 0-20 0,0 2-8 0,0-2-7 16,1 1-4-16,1-1-1 0,-1 0 1 16,4 2 0-16,-4-2 29 0,2 1 42 0,1 0 24 15,0 1 15-15,1 0 0 0,-1-1 4 16,0 1-25-16,2-2-37 0,1 1-22 0,-1 1-14 15,1-2-7-15,-1 1-2 0,1 1 75 0,3-1 36 16,-2-1 21-16,1 0 9 0,1 2-2 16,0-2-3-16,-2 1-65 0,2-1-34 0,-2 1-21 15,0-1-12-15,2 2-5 0,-2 0-2 16,0-2-5-16,1 1 3 0,0 0-5 0,-1-1 0 16,1 2 3-16,1 0 2 0,-2-2-2 0,2 1-2 15,1-1 6-15,-3 0 0 0,1 1-2 16,1-1-1-16,-1 0 2 0,2-1 29 0,-1 1 19 15,2 0 3-15,0-1 2 0,-3 1-1 0,2-2 3 16,0 2-30-16,0 0-18 0,-1-2-9 16,-1 2-3-16,4 0 1 0,-4-1-2 0,3 1 0 15,-3-1-3-15,0 1 2 0,1 0 1 16,1-2-3-16,-2 0-2 0,1 2 0 0,-2 0 4 16,1-1-4-16,1 1-2 0,-2-1 5 0,3 1 2 15,-5-2-5-15,2 2 3 0,0 0-1 0,0-1 1 16,0 1-1-16,-2-2 2 0,2 2 3 15,0 0-1-15,0 0 3 0,-2 0 1 16,2 0-2-16,0 0-2 0,-2 0-2 0,2 0-1 16,-1 0 2-16,2 0 1 0,-3 0 0 0,1 0 0 15,1 0 3-15,-4 0 1 0,4 0-3 0,-2 0 0 16,1 2 0-16,-1-2 2 0,1 1-1 16,0-1 0-16,0 0-1 0,-1 0 0 0,0 2 1 15,-1-2-2-15,4 1-1 0,-4-1-1 16,2 0 3-16,-1 1 0 0,3-1-1 0,-2 0 2 15,-1 2-1-15,2-2 1 0,0 0-3 0,-2 0-1 16,2 0 1-16,-1 0 0 0,2 0 0 16,-5 2-2-16,5-2 3 0,-3 0 4 0,0 1-4 15,3-1-1-15,-2 0 2 0,1 0 4 16,-2 1-6-16,4-1-2 0,-4 0 2 0,0 0 2 16,2 0-3-16,0 0-3 0,-2 0 4 0,2 0-1 15,0 0-1-15,0 0-2 0,-2 0 5 16,2 0-2-16,-1 2 0 0,-1-2 2 0,3 0 0 15,-4 0 4-15,3 2-4 0,-3-2 4 16,3 1-1-16,-4-1-1 0,3 0-2 0,-2 0-1 16,0 1 0-16,-1-1-2 0,2 3 0 0,1-3-1 15,-1 0 3-15,-1 0-3 0,0 0 4 16,0 0 0-16,1 0-1 0,-2 0 1 0,1 0-2 16,-2 1-1-16,2-1-2 0,0 0 0 15,-1 0 2-15,0 0 0 0,0 0 3 0,0 0-1 16,0-1 0-16,0 1 1 0,-1 0-3 0,0 0 0 15,0-3 1-15,2 3 1 0,-4-1 0 16,2 1 1-16,2-1-1 0,-2-1 1 0,-1 2-1 16,1-2 1-16,1 0-1 0,0 0 0 15,1-1 0-15,-1 0-1 0,0 0-1 0,-1 0-2 16,0-1 1-16,4-1 0 0,-4 2 2 0,3-1 1 16,-2-1 0-16,0 1 0 0,1 0 0 15,-1-3 2-15,1 3 0 0,-2-1-2 0,3 0-1 16,-1-2 0-16,-2-1-1 0,2 3-1 15,0-3-2-15,-2-1 0 0,2 0 5 0,-1 1 0 16,-1-3 0-16,-1 3 0 0,3-3-1 0,-3 1 1 16,1-2-2-16,-2 1 0 0,3-1-1 15,-3-1-3-15,1-2 3 0,-1 3-3 0,1-2-1 16,2 1 3-16,-4-2-1 0,4 3-1 16,-4-3-1-16,1 0 3 0,-1 1 1 0,3-2 1 0,-1 1 2 15,0-2 2-15,-1 3 2 0,1-3 0 16,-1-2 1-16,3 2-1 0,-3-1 1 15,1 1-2-15,-1-2 1 0,1 0-1 0,0-1-1 16,-1 3-2-16,-1-3 2 0,3 0-2 16,-3 2 0-16,0 1 0 0,-3 0 2 0,3 1 0 15,0-1 0-15,-3 1 2 0,3 2 3 0,0-4-4 16,-2 3-3-16,2 1 2 0,0 0-2 0,-1 0 0 16,-1-1 0-16,2-1 0 0,0 2 1 15,0-3-1-15,2 3-2 0,-1-3-4 0,-1 0-3 16,0 2 3-16,2-3-2 0,-2 2 1 15,3-1 1-15,-3 1 5 0,3-1 2 0,-1 1-5 16,-1-2 2-16,-1 1-2 0,2-1-1 0,-1 1 1 16,-1-2 0-16,2 0 8 0,0-1 3 15,-1 1 1-15,-1-2 0 0,3-2 1 0,-3 1-1 16,2 1-1-16,1-1-3 0,-1 1 1 16,0 1 0-16,-1 1-2 0,1-2 0 0,-1 0-1 15,2 1-2-15,0-3 1 0,-1 1-2 0,1-2 1 16,-1 1-3-16,-1-2 1 0,2 1 1 15,-1 0 0-15,0-2 1 0,-1 2-2 0,1-1-2 16,0-2-3-16,-1 2-2 0,1-2 1 16,-1 2 0-16,1 2 0 0,1-2 0 0,-2 3 0 15,-1 1 4-15,3 1 1 0,-3 1 1 0,2-1 1 16,0 2 6-16,-2 0-3 0,1-1 3 16,-1 0-2-16,2 2 0 0,-1-3 0 0,1 0-2 15,-2-2 3-15,0 1-2 0,2 1 3 0,-2-2 2 16,0 0-4-16,0 1-2 0,-2 0-2 15,2 0 3-15,-2 0-1 0,-1 1-2 0,2 1 2 16,-1-1-1-16,-1 4 2 0,0 0-1 16,0-1-1-16,0 3-2 0,1 1 2 0,-1-1 3 15,1-1 1-15,-1 1-5 0,1-2-1 0,2 1 0 16,-3-1-4-16,3 0-1 0,0-1-1 16,-1 0 1-16,1 1 1 0,0-2 0 0,0 3-2 15,0 0 1-15,0 0 4 0,0 3 0 16,0 0-4-16,0 0 3 0,0 1 0 0,0 1 4 15,0-1 1-15,0 0 1 0,0 3 5 0,1-3 4 16,-1 4 1-16,0-4-5 0,0 3-4 0,3-3 3 16,-1 0-5-16,0-1-2 0,1 3 1 15,0-2 0-15,0 2-1 0,2-3-1 0,-2 1 3 16,0 3 0-16,0-4 0 0,0 2 2 16,2-3 1-16,-1 4 0 0,0-3-3 0,1-1 0 15,-2 2 0-15,0 1 0 0,0 0-1 0,1-1 2 16,-1 1 2-16,0 0-1 0,0 2-1 15,-3 0 0-15,3 2 0 0,-1 2 0 0,1-1-4 16,-3 2 2-16,1 1 0 0,-1 1 0 16,2 0 0-16,-2-1 0 0,1 1 0 0,-1 1-1 15,0-2 2-15,2 2-3 0,-2-1 5 0,0-1 0 16,2 1 0-16,-1-2 2 0,3-1-3 16,-4 2 2-16,3-3-4 0,0-1 0 0,0 0 2 15,0 0-2-15,-1-1-3 0,2 0 1 16,0 1 1-16,-3 2 0 0,2 0 1 0,-3 0 0 15,4 2 2-15,-4-1 0 0,1 3 0 0,-1-2-1 16,0 2-1-16,0 0 0 0,0 0 0 16,0 2 2-16,0-1-1 0,0 2 1 0,-1 0-2 15,1 3 0-15,0-2-2 0,0 4-1 16,0 0 1-16,0 0-2 0,0 0 1 0,0 3 0 16,0 1 3-16,1-2-1 0,-1 4 0 0,0-2 1 15,2 2 0-15,-2 0-1 0,0 0 0 0,1 2-2 16,-1 1-1-16,0 1-2 0,2 0 3 15,-2-1-2-15,2 2-3 0,-2 2 5 0,1-2 0 16,1 1 0-16,-1-1 1 0,3 2 2 16,0-1 4-16,-1 1-2 0,0 1 3 0,2 1-2 15,-2-1 4-15,1 2 0 0,1-1-3 0,-4 1 2 16,5 0-2-16,-3-2 4 0,-1 1-3 16,1-1-4-16,-1 1 2 0,1-2-2 0,-2 1-1 15,3-1 1-15,-3 2-1 0,3-4-1 16,-3 2-1-16,1-1 1 0,-1-2 2 0,4-1-1 15,-5 3 1-15,1-4 0 0,-1 3-1 0,2-3-1 16,-2-1-1-16,0 2 0 0,0-1-2 16,0-1 1-16,0 0-2 0,0 0 1 0,0 2-1 15,0-4 1-15,0 2 2 0,0 1-2 16,0 0 2-16,0-1 4 0,0 0 1 0,0 1-2 16,0 1-1-16,0-3 7 0,0 1-1 0,1 2-4 15,-1 0 2-15,0-1-1 0,0-1 3 16,2 0-3-16,0 0-1 0,-2-1 0 0,0-1 4 15,0 0-2-15,1 1 0 0,-1-2-2 16,0 0 1-16,0 0 0 0,0-1-3 0,2 1-1 16,-1-3 1-16,-1 2 0 0,2 2 0 0,-2-3 0 15,2 2 0-15,-1 2 4 0,1-1 0 16,0 0-4-16,-1 1-2 0,1 0-1 0,-1 1 2 16,4-3-2-16,-4 2 0 0,2 0 2 15,-1-2 3-15,1 0-1 0,-1 0-1 0,0 0 2 16,-1-2-3-16,2 1 1 0,-1 0-1 0,0-2 0 15,-2 1 0-15,1-3 0 0,-1 4 1 16,0-4-3-16,0 0 2 0,0 4 2 0,0-4-3 16,0 2 1-16,0-2-3 0,0-1 5 15,0 1-2-15,0 1 0 0,0 1 1 0,0-2-1 16,0 2 2-16,0-3-3 0,0 1-1 0,0 0 2 16,0 1-3-16,0-1 1 0,0 0-3 15,0 1-1-15,0 1 6 0,2 0-5 0,-1-1 5 16,-1 1 1-16,0-2 0 0,5 3 0 0,-5-2 0 15,1-1-1-15,-1 1-2 0,3-2-1 16,-3 0 1-16,2 0 3 0,0 2 0 0,-1-3 4 16,-1 2 2-16,2-1 0 0,-2 0-3 0,2 0-1 15,-1 1 3-15,-1-1-5 0,2 2 1 16,-1-1-1-16,-1 2 1 0,4 0 2 0,-4-1 0 16,1 1 2-16,-1 0-2 0,0 0 3 15,3-1-3-15,-3 2-4 0,2-1-3 0,0-3 0 16,0 2 0-16,0 2-1 0,0-3 5 0,-1 1 3 15,-1-1-1-15,3 0-2 0,-3 1 4 16,4-2 1-16,-4 2-5 0,1-2 1 0,2 0-1 16,-3-1 2-16,4 3-4 0,-3-2 1 15,1 2 2-15,-1-3 1 0,1 0 1 0,1 2-1 16,2 0 4-16,-4-1-6 0,2 1 3 0,2-2-5 16,-2 3 2-16,1 0-2 0,0 0-1 15,0 1 3-15,2-2-3 0,-5 0 4 0,4 0 0 16,-2 0 3-16,0 1-1 0,1-2-4 15,-1 1 1-15,0 1 0 0,0-1-1 0,2-1-1 16,-2 2 1-16,0-1 3 0,0 0-1 0,0 1-3 16,-1-1 3-16,1-1-4 0,1 3 0 15,-1-3 2-15,-2 2-2 0,4 0 3 0,-4-2-1 16,1 1 1-16,-1-1 3 0,1 2-2 16,0-2 1-16,-1-1-2 0,1 1-2 0,0 0 0 15,-1 0 0-15,1 1 0 0,-1 0 0 0,1-1 0 16,0 0-1-16,-1 0 0 0,1-1-1 15,-1 0 2-15,4 0 3 0,-4 0 1 0,2-1 0 16,1 1 0-16,-1-3 1 0,0 3-3 0,0-1-1 16,1-2-2-16,-3 2 2 0,2 0 2 15,1-4-2-15,-2 6 0 0,2-3 0 0,-3 1 1 16,2 1 0-16,-1-2-4 0,1 1 1 16,-1 2 2-16,1 0 1 0,-1 0-1 0,1-1-3 15,0 1 2-15,-1-2 2 0,2 0-1 0,-1 1 1 16,0-1-6-16,1 0 6 0,-3 0 1 15,2-1-3-15,1-1-1 0,-1 1-2 0,0-2 3 16,-1 3-2-16,2-3 2 0,-2 0-2 16,-1 1 2-16,2 0 0 0,-1 0 2 0,0 0-2 15,-1-1-1-15,2 1 3 0,-1 0 2 0,0 2-1 16,-1-1-1-16,3-2 2 0,-3 2 0 16,2 0 1-16,2 0-1 0,-4-2 0 0,4 1-1 15,-3 0-1-15,1-1 0 0,0-1-3 0,-1 0-2 16,1 0 5-16,-1 0 0 0,1-1 0 0,-2 1 0 15,4-4 1-15,-2 3 4 0,-2 0-3 16,1-1 1-16,0-1-1 0,-1 0-2 0,3 2 2 16,-3-1-2-16,2 1 0 0,1-1-3 15,-1 0 3-15,3 0 1 0,-2 2-1 0,1-2 0 16,0 1-1-16,3-1 1 0,0 1-1 0,-2 0-1 16,2-1 0-16,0 0-3 0,3 1 1 15,-1 1-3-15,-2-1-1 0,1-1 2 0,2 2 1 16,-1-2 2-16,-1 2 0 0,4 0 1 15,-4 0 2-15,1 2 0 0,1-2-2 0,-2 0 1 16,4 2-4-16,-4-2 5 0,3 1-1 0,-2-1-4 16,0 0 1-16,0 1 0 0,0-1 1 15,2 2 2-15,-4-2 2 0,1 0 2 0,2 2 2 16,-1-2-3-16,-1 0 0 0,0 0-2 16,-1 0-2-16,2 0 4 0,-1 0 0 0,-1 0-1 15,0 0 1-15,0 1 0 0,3-1 2 0,-4 1-4 16,1-1 1-16,1 0 0 0,-3 2 0 15,2-2 0-15,0 1-1 0,-1-1 1 0,0 0-1 16,1 2 4-16,-1-2 1 0,-1 0 0 16,3 1 0-16,-2-1-4 0,1 1 3 0,-2-1-4 15,3 0-1-15,-2 2 1 0,1-2 3 0,-2 2 0 16,5-2-3-16,-3 1-1 0,2 1 1 16,-1-2 0-16,0 1-4 0,1 1-1 0,1-1 2 15,0 2 5-15,-1-1-2 0,0-1 1 0,2-1 3 16,-3 1 4-16,2 1-1 0,-1 0-3 15,1-2 2-15,0 1-2 0,-2-1-4 0,1 1-2 16,1-1-1-16,-2 0-3 0,-1 0 5 0,0 0-4 16,3 0 3-16,-3 0 1 0,0 0 1 0,1-1-2 15,-1 1 0-15,0-1 2 0,-1-1 0 16,0 0 0-16,0 2 0 0,-1-1 0 0,-1 0-2 16,0-1 2-16,0 2-1 0,1-1 1 15,-3 1 0-15,0-2 1 0,0 2 2 0,-1 0-4 16,-1 0 0-16,3 0-1 0,-3 0 0 0,1 0-1 15,-1 2 0-15,1-2 0 0,-2 1-2 16,3-1 0-16,-3 2 3 0,3-1 0 0,-1-1 2 16,-1 1-1-16,1-1 3 0,-1 2 1 15,3-2 1-15,-3 2-2 0,2-2-4 0,2 1 4 16,0-1-1-16,3 1-1 0,-2-1-3 0,2 0 0 16,0-1 2-16,1 0-4 0,2-1 2 0,-1 0-3 15,4 1 5-15,-3-2 0 0,3-1 3 0,-1 1 2 16,2 0-5-16,-1-2-1 0,0 2 0 15,0 0-1-15,0-1 0 0,0 1 3 0,-1-2 2 16,0 3 0-16,-1-3 0 0,-2-1 3 16,2 2-2-16,-2 1-1 0,-2 0 1 0,1-1 1 15,-1 1 1-15,-1 0-1 0,-1 2-4 16,-3-3 0-16,3 3 0 0,-4 0 1 0,1-1-2 16,-1 2 1-16,-1 0 0 0,-1-1-3 0,4 1 3 15,-4-2-1-15,0 2 1 0,1-1 0 16,1-1 3-16,-1 2 0 0,3-1-3 0,-3-2 2 15,1 1 0-15,1-1 0 0,-1 2-1 0,2-2 5 16,-2 0-3-16,1 0-2 0,0-1 1 0,0-1 0 16,-1 0-1-16,1-2 0 0,-1 0 4 15,1 1 1-15,-2-1-1 0,3-2 1 16,-3-2 1-16,4 1-6 0,-4 0-3 0,2-5 0 16,1 5 2-16,-3-3 2 0,2 0-1 0,-1-1 3 15,0 1 1-15,-1-1-2 0,1-3-1 0,0 3-5 16,-2-3-3-16,0 1-2 0,0-2-1 15,-4 0-1-15,3 0-2 0,-3 0 2 16,3-1 2-16,-2 2-3 0,-1-2 2 0,1 5-1 16,0-2 3-16,-1 1 2 0,0 4 1 0,1-1 0 15,2 0 1-15,-1 3-1 0,0-2 1 0,-1 4-1 16,3-1 2-16,-1-1-2 0,-1 3 3 16,0-1 0-16,2-3-1 0,2 2 3 0,0-2-3 15,-1-3-2-15,1-1-1 0,1 0 2 16,0-2 2-16,0-1-5 0,-1 1 6 0,1-3 7 15,2 3 4-15,-4-1-2 0,2 2-4 0,-1-2 2 16,0 2-4-16,-2 1-1 0,1 0-2 16,-1-1 1-16,-1 3 3 0,1-1-2 0,-2 4 0 15,0-2-1-15,-1 2 1 0,3 1 1 16,-1-2-3-16,-4 0 5 0,4 0-3 0,-1 0 2 16,0 0-2-16,-1-1 0 0,2-1 2 0,1 2-4 15,-2-2 1-15,0 0 1 0,1-1-1 16,1 1-1-16,-2 1-2 0,2 0 2 0,0-1-1 15,0 1 1-15,2 0-1 0,-2 0 1 16,1 1 0-16,1-4 1 0,0 4 0 0,-2-2-3 16,1 1 2-16,2-1 0 0,-1 2 2 0,0-1-2 15,-1 1 1-15,2-1 2 0,-1 2-2 16,-2 1-2-16,1-3-2 0,-1 3-2 0,0-1 3 16,0 0 0-16,2 0 0 0,-1 2 2 15,-1-2 0-15,0 2 1 0,0-2-2 0,0 3-2 16,0 2 3-16,0-3 0 0,0 2-1 0,0-1 1 15,0 1 0-15,0 0-1 0,0 0-1 16,0-1-1-16,2 2 1 0,-2-3-1 0,2-1 1 16,-2 0 1-16,1 1-4 0,1-1-2 15,-1 2 4-15,-1-1 2 0,0 1 0 0,2 1 0 16,-2 2-1-16,0-1 7 0,0 1-3 0,0 1-2 16,0-1 0-16,0 2 1 0,0-1-1 15,0 1-2-15,0 0 3 0,0 1 1 0,0-2-3 16,-2 2 0-16,2-2-1 0,0 2 2 15,0 0-1-15,0-1 1 0,0 1 3 0,0-1-2 16,0 1 1-16,0-2-2 0,0 2-2 0,0-2-2 16,0 0-1-16,0-1 3 0,0 1-2 15,2-4 0-15,-2 4 2 0,2-5 2 0,-2 2-5 16,0 0 0-16,1 3 3 0,-1-3 2 16,0 4 0-16,2-2 0 0,0 3 1 0,-2-2 1 15,0 2-2-15,0 0 2 0,0 0-2 0,0 2-3 16,0 1 2-16,0-2 2 0,0 4 0 15,0-4-2-15,0 2 0 0,0 0 3 0,0 0 2 16,0-1-4-16,0-1 1 0,0 0 5 16,0-1-2-16,0 0-3 0,0 2-4 0,0-2 2 15,0 0 1-15,0 0-1 0,0 0-1 0,0 3 3 16,0-3 0-16,0 0-1 0,0 0 0 0,0 0 1 16,0 0-1-16,0 0-2 0,0 0 3 15,0 2 0-15,1 0-1 0,-1 2 1 16,0 1 3-16,0 2-2 0,2 0 3 0,-1 1-2 15,-1 2 2-15,0 1-1 0,3 1 1 0,-3-1 1 16,0 4-1-16,0-1 4 0,0 1-1 0,0 0-1 16,0 4 0-16,0-3-3 0,0 3 2 15,0-1 0-15,0 4 0 0,0-3-1 0,2 2 2 16,-2-2 0-16,0 3-2 0,1-3 2 16,1 0-4-16,-1 0-3 0,1-1-3 0,0 1-1 15,-1-3 2-15,2 2 0 0,-1-1 0 0,1-1 4 16,-1 1 1-16,0-1-1 0,1 0-5 15,-2-1 1-15,4 1 0 0,-4-1-1 0,2-1-2 16,1 1 2-16,-1 0 1 0,0-2 0 0,2-1 0 16,-2-1 1-16,2 2-1 0,1-2-4 15,-1 0 4-15,1 0-2 0,-1-1 0 0,1 1-1 16,0-1 4-16,2 1 1 0,-3-1 2 16,2 2 2-16,1-1-1 0,-2-1 2 0,-2 2-1 15,3 0 3-15,-2-1-6 0,-1 1 4 0,1-1 0 16,1 2-1-16,1-1 0 0,-3-1-3 15,1 0 1-15,0 0 0 0,1 0 1 0,-3-1-2 16,4-1 1-16,-4 0 0 0,0 0 1 16,0-1-4-16,1 0 2 0,-3 0-2 0,2 1 1 15,-3-2 0-15,5 3-1 0,-4-2 3 0,1 0-3 16,1-1 1-16,-1 0 1 0,1 0 1 16,0 0-1-16,2 1-1 0,-2-2 0 0,5 1-1 15,-4-1-1-15,1 0 2 0,0 0 0 16,2 1-2-16,-1-1 3 0,1 1-2 0,0-2 0 15,-1 3 2-15,1-2 0 0,0 3 0 0,1-1-1 16,-1 1 0-16,-1 0-1 0,1 0-3 16,0 1-2-16,0-1 6 0,-1 0-3 0,1-1 2 15,-3 0 2-15,4 1 0 0,-3-2 4 16,-1-1-4-16,1 0 0 0,-1 0 0 0,0-2-3 16,1 1-4-16,-4-1 4 0,2 1-2 0,1-2 1 15,-3 1 3-15,1 2 3 0,-1-2-2 16,1 2 0-16,1 3-1 0,-1-5-1 0,0 5-3 15,-1-1-3-15,2-2 2 0,2-2 0 16,-4 1-1-16,2 0 3 0,1-2 2 0,-1 0 2 16,0 0 1-16,0-1-1 0,2-1 0 0,0 0-1 15,1-1 0-15,-1 2 1 0,-2-2-2 0,0 2 0 16,2-2-1-16,-2 0 1 0,2 1 2 16,1-1-2-16,-3 1 2 0,4 1 1 15,-4-2-1-15,2 2-5 0,-1-1 1 0,1 0-2 16,1 2 0-16,1-2 1 0,-3 0 4 0,4-1 2 15,-3 1-2-15,3 2-4 0,-2-3-1 0,2 2-3 16,-1 0 0-16,0-2 1 0,1 0 0 16,0 3 3-16,0-2 1 0,1 1 3 15,0 1-1-15,-1 0-3 0,1 0 3 0,0 0 0 16,-1 0 3-16,2 0 0 0,-1 1 0 0,1 0-2 16,-1 1 0-16,2-2 0 0,-1 2 0 0,-1-1-1 15,2 1 1-15,0-3-1 0,-1 3-1 16,1-1 3-16,-2-2-1 0,3 2 1 0,-2-2-1 15,0 0 4-15,1 1 5 0,2 0-5 16,-4-2 1-16,4 3-3 0,-4-3 2 0,3 2-6 16,-2 0 4-16,2 0-2 0,-3-1 2 0,4 0 1 15,-4 1 2-15,3-1-1 0,-2 0-4 16,1 0 1-16,-1 1-3 0,2-1-1 0,0 1 2 16,-1-2 2-16,0 2 0 0,-2-1 2 15,4-1 0-15,-4 0 1 0,-1 1-3 0,4 0 0 16,-3-1-1-16,0 0-2 0,1-1-1 0,1 2 3 15,-2 0 0-15,1-1-1 0,-1-1 1 16,2 1 1-16,-2 2 3 0,1-2-2 0,0 0 0 16,0 0-1-16,0 2-1 0,0-1 1 15,0-2-4-15,0 0-1 0,2 0-4 0,-3 0 2 16,4 0-1-16,-2 0-1 0,2 0 5 0,-1 0 2 16,-1-2 2-16,3-1-1 0,-3 2-2 0,2 0 0 15,1 0 1-15,-1-2-2 0,1 2-4 16,-3 1 1-16,3-1 3 0,-2-1-3 0,0 2-1 15,1-2 3-15,-4 2 1 0,3-1 3 0,-2 1-1 16,0 0 1-16,0-1 2 0,0 1 0 0,-2 0 2 16,1 0 1-16,-2 0 0 0,-1 0 4 15,2 0-4-15,-3 0 1 0,2 0-2 0,-1 0-1 16,-2 1 0-16,1-1-4 0,-1 1 5 16,-1-1-3-16,0 2 1 0,0 0 0 0,-1-1-1 15,1 3 2-15,0-3-3 0,-2 0 0 0,2 0 0 16,1 4-3-16,-3-5 2 0,3 2-3 15,0-2 4-15,0 0 0 0,0 3 1 0,4-2-1 16,-2 1 4-16,1-1-1 0,2-1-3 0,1 4 4 16,-1-4-2-16,1 1 1 0,1 0 0 15,0 1-1-15,0-2 5 0,3 2-4 0,-3-2 2 16,3 0-4-16,-1 0 0 0,0-2 1 16,-1 2-1-16,1-2-3 0,3 1-1 0,-3 0 4 15,1-3-1-15,-2 3-3 0,4-1 0 0,-5 1 2 16,4-2 3-16,-3 3-4 0,-1-2 1 15,3 2 5-15,-3-2-2 0,2 2-1 0,0-3-1 16,0 3 2-16,-3 0-1 0,2-1-3 16,0 1-2-16,1 0 1 0,-2-1 0 0,1 0-4 15,0-3 5-15,-3 3-2 0,4-3 4 0,-4 3-1 16,3-2 0-16,-2 1 1 0,1 1-5 16,-1-2 1-16,1 3 0 0,-1-1-2 0,-1-1 3 15,3 1 2-15,-2-1 4 0,1 2-2 0,2 0-1 16,-2-1-1-16,1 1-4 0,0 0-4 15,0-2 2-15,1 2-4 0,0-1 3 0,-1-1 3 16,-1 0 5-16,1 1 1 0,-2-2 2 0,2 2 2 16,-3-2-1-16,2 2 1 0,-1-3 0 15,-2 3-5-15,1-2 1 0,-1 0 2 0,-2 0 0 16,2 0-3-16,-1 0-1 0,-1 0 2 16,-2-1 1-16,0 1-2 0,0 2 5 0,0-1-2 15,-3-3 1-15,2 1-1 0,-1 0 1 0,0 0 1 16,-2-2-3-16,1 0-1 0,-1 0-1 15,3-1 2-15,-3-1 5 0,0 0-3 0,0 1 1 16,0-1-1-16,-3-1-2 0,3 3-2 0,0 0-2 16,-1-1 1-16,1 0 0 0,0 3 0 15,-2-1 1-15,0 1 0 0,2 0-3 0,-1 1 1 16,1-2-1-16,-2 2 3 0,1-1-2 16,1 0 0-16,-2 0 0 0,0-1 2 0,2-1 2 15,0 0-2-15,0 1 1 0,-1-1 4 0,-1-2 1 16,2 1-4-16,0 0-2 0,-1 0 1 15,1 0-1-15,0 0-1 0,0 3 0 0,-2-3 3 16,0 3-1-16,2 0-1 0,0 0 1 0,-1 1-2 16,1 0 0-16,0 0 0 0,0-1 0 15,-2 3 1-15,2-1 0 0,-1 0 3 0,1 0-3 16,0 2 0-16,0-1 0 0,0-1 2 16,0 2-1-16,0 0-2 0,0 0 3 0,0 0-2 15,0 0 0-15,0 0-3 0,0 2 2 0,0-1 1 16,0 2-3-16,0 0 3 0,0 0 1 15,0 0 1-15,0 2-2 0,1-1 0 0,1 1 1 16,-2 1-1-16,1 0 0 0,-1-1-1 16,4 2 1-16,-4-1-2 0,1 0 4 0,-1 2-3 15,3-3 0-15,-3 2 2 0,4 0 1 16,-3-1 3-16,1 0-5 0,-1 0 0 0,1 1-2 16,0 1 1-16,-1-2-3 0,4 0 0 0,-4 0 2 15,1 1 2-15,-1-1 2 0,3 2-2 16,-3-4 1-16,2 2 0 0,1 0 0 0,-3-1-2 15,3 0 0-15,-1-2 1 0,-2 0-3 0,4 1 1 16,-4-1-2-16,2-2 5 0,-1 1 0 16,1-1-1-16,-1-1-3 0,1 2 2 0,-1-2 1 15,-1 0 0-15,3 0 1 0,-4-2 0 16,1 2 2-16,2 0-1 0,0-1-1 0,-1 1-2 16,-1-2 0-16,1 2 0 0,-1 0 1 0,3 0-1 15,-3 0-1-15,1 2 1 0,-1-2 2 16,3 1 0-16,-3-1-2 0,1 2 3 0,1 0 1 15,0-1 1-15,2 2-5 0,-2-1-2 16,2-1 3-16,-2 0 0 0,2 1 0 0,0 0 1 16,-1 0 4-16,2 1-2 0,1-1-4 0,-2-1 1 15,-1 0-2-15,0 3 2 0,0-3-3 16,2 1 0-16,1-1 4 0,-2-1-1 0,-1 2 0 16,0-1-2-16,0-1 3 0,1 2 3 15,1-2-4-15,-1 1 0 0,1-1-3 0,-1 0 5 16,0 0-2-16,1 0 2 0,0 0 2 0,-1 0-3 15,2 2-1-15,-1-2-1 0,2 0 1 16,-2 1 0-16,0-1-1 0,3 1 1 0,0-1 2 16,-1 2 0-16,1-2-2 0,-1 2 1 15,3-2-1-15,-3 0-1 0,3 0-2 0,-1 0 3 16,-1 0 0-16,1 0-4 0,1 0 3 0,-2 0 3 16,1 0 0-16,1 0-1 0,-3 0-2 0,1 0 5 15,-1 0-4-15,3 0-1 0,-1 0 0 16,-2-2 0-16,2 2 1 0,0-2-2 15,0 2 1-15,0-1-1 0,-1 0-1 0,0-1 2 16,0 2-1-16,1-1 0 0,0-1-2 0,-2 2 2 16,2-1 1-16,-2 1-1 0,2-2 1 0,-1 2-3 15,1 0 1-15,0 0 1 0,-1 0-2 16,-1 0 1-16,1 2 0 0,-1-2 0 16,1 1 2-16,1 1-2 0,-2-1 1 0,1-1 2 15,1 2-1-15,0-1 3 0,-1 0 3 0,0-1 0 16,-1 2 0-16,2-2-2 0,-1 2 2 0,1-2-3 15,-1 0-6-15,1 0 3 0,-1 0-2 16,1 0 0-16,1 0 1 0,-2 0 2 0,1 1 4 16,1-1-3-16,-2 1 1 0,1-1 4 15,1 0-4-15,-2 2 0 0,3-2 1 0,0 0 1 16,-1 2-4-16,0-2 2 0,2 1 1 0,-2-1 0 16,0 0-1-16,2 0-2 0,-2 0 4 15,1 0-2-15,-1 0 2 0,1 0-2 0,2 0 3 16,-3 0 0-16,1 0-4 0,0 0 1 15,0 0 1-15,1 1-1 0,0-1-4 0,0 3 1 16,-1-3-1-16,1 0-1 0,-3 1-1 0,2 0 0 16,2-1 3-16,-5 1 0 0,3-1 1 15,0 3 2-15,-1-3-2 0,-1 0 0 0,2 2-1 16,-1 0-2-16,2-2-1 0,-4 0 0 16,1 3 0-16,1-3 4 0,-2 1 2 0,3-1-2 15,0 0 3-15,-1 0-3 0,-1 0-2 0,1 0-1 16,-2 0-1-16,3 0 1 0,-2 0 0 0,1 2 3 15,1-2-1-15,-2 1-1 0,2-1-2 16,-3 2-4-16,4 0 4 0,-2-2-2 0,0 1 3 16,0 0-1-16,0-1 3 0,0 2 0 15,0-2-2-15,-1 0 1 0,2 2-4 0,-1-2 2 16,-1 0 2-16,2 0 6 0,-2 0-4 0,0 0 2 16,2-2 0-16,-2 2 1 0,-1 0-3 15,4-2-2-15,-4 2 2 0,-1-1-1 0,5 1 3 16,-5 0-1-16,1-1 0 0,2 1-3 15,-3-2 3-15,3 0 0 0,-1 2 1 0,-2 0-2 16,1-1 5-16,-1 1 2 0,3-2-4 0,-1 2 1 16,-2 0-2-16,-1-1 3 0,1 1-1 15,0-3 3-15,0 3 0 0,-2 0-3 0,1 0-1 16,-2 0-2-16,-1-2-2 0,0 0-7 16,-3 2 2-16,2-3 4 0,-1 2 0 0,1 0 1 15,-3 0 4-15,1-3 0 0,-1 3 1 0,0-3-2 16,0 2-1-16,0-2 2 0,0 2 1 15,0 0-4-15,-1-2 0 0,1 1 4 0,0 0-2 16,-3-1-1-16,3 2-4 0,0-1 4 0,0 0 0 16,-2 0-3-16,2 0 4 0,0 0-2 15,0 0 2-15,0 0-1 0,-1 0 0 0,-1-3 2 16,2 2-2-16,0 0 1 0,0-2 2 16,0 0-4-16,-1 0-1 0,1 0-1 0,-2-2 2 15,0 1 2-15,1 0-4 0,-1 1 2 0,1-2 4 16,-3 1 0-16,3 3-3 0,-1 0-1 15,0-1 0-15,1 1 2 0,-1 2-1 0,1 0-1 16,-4 0 1-16,5 0 2 0,-1 2 0 16,-1-1-3-16,1 1-1 0,1 1 1 0,-2-1-3 15,0 4-1-15,2-3 1 0,0 2 2 0,-1-1 1 16,1 3-2-16,0-3 3 0,-2 2 1 16,2 0 0-16,0 0-2 0,0 2-3 0,0-1 3 15,0-1-2-15,0 1 2 0,2-1-6 16,-2 2 4-16,0-1 2 0,1-1 0 0,-1 1 0 15,4-3 0-15,-4 3 2 0,1-2-2 0,1 1 0 16,-1 0-1-16,4-2 0 0,-4 1 1 16,1 1 0-16,-1-1 1 0,1 0-3 0,0 0 1 15,-1 0 1-15,1 0 0 0,0 0-2 16,1 0 2-16,-2-1 3 0,-1 0-4 0,4 1 2 16,-4 0-4-16,1 0 4 0,1 0-1 0,-1 0 0 15,4 0 3-15,-4 2-3 0,1-3 1 0,-1 3-2 16,3 0 1-16,-4 0 0 0,1-3 0 15,3 2 0-15,-3 0 3 0,1 3 2 16,-1-3-3-16,3 0-2 0,-3-1-2 0,2 2 1 16,2-3-6-16,-4 1 4 0,2-1 0 0,1-1 1 15,-3 0 2-15,3 1 0 0,-3-2 2 0,2 0 1 16,1 0 0-16,-3 0-1 0,2-2-1 16,1 1 1-16,-2 0-2 0,2 1-5 15,-3-2 5-15,1 1 0 0,-1-1 0 0,3 2 0 16,-4-1 0-16,1 0 3 0,1 1-3 0,-1 0 0 15,-1-2-1-15,4 2 0 0,-4 0 3 0,1-2-2 16,-1 2 2-16,3-1-2 0,-1 1 2 16,0-1-2-16,2-1-1 0,1 2 3 15,0 0-1-15,1-2 3 0,2 1-3 0,1 1-1 16,-1-1 3-16,2 1-2 0,1 0-1 0,0-2-1 16,0 2 2-16,1-2 1 0,0 2-3 0,2 0 0 15,-5-1 1-15,3 1 0 0,0-2-2 16,-2 2 3-16,-1 0-1 0,-1 0-1 0,3 0-1 15,-5 0 0-15,1 0 0 0,-2 0 0 16,1 0 2-16,-3 0 1 0,0 0-1 0,0 2 0 16,0-1 2-16,-3-1-2 0,4 4 1 0,-4-3 0 15,1 0 2-15,-1 1-3 0,4 1-1 16,-4-2 1-16,1 1-3 0,1 0-1 0,-1 0-2 16,2-2 3-16,-1 2 1 0,-1-1 3 15,2 1 1-15,1-2 1 0,-1 1-3 0,2 0 6 16,-2-1-2-16,2 0 3 0,1 2 2 0,-2 0 6 15,1-2-1-15,2 0 0 0,-1 1 1 16,3-1-7-16,-2 2-2 0,1-2-3 0,-2 0-1 16,5 0-4-16,-3 0-2 0,0-2-2 15,0 2 4-15,3-1 0 0,-3 1 4 0,0-2 2 16,3 0 2-16,-3 1 0 0,0 0-3 0,1 1-6 16,0-2 0-16,-1 1-1 0,2-1 4 15,-1 2 0-15,-1-1 0 0,2 0 4 0,-2 1 2 16,3 0 3-16,-2-2-4 0,-1 2 1 15,5 0-1-15,-5 0 2 0,3 0-3 0,0 0-4 16,-2 0 3-16,3 0 2 0,-2 0-4 0,2 0 0 16,-3 0 3-16,4 0-1 0,-2 0 2 15,1 0 8-15,-2 0 17 0,1 0 4 0,1-2 1 16,0 2 3-16,-1-1-2 0,1 1-7 16,0-1-16-16,0 1-3 0,-1-2-2 0,0 2-2 15,2 0 2-15,0-2-2 0,-4 2 1 0,5 0 4 16,-2 0-7-16,1 0 0 0,-1 0-3 15,2 0 1-15,-3 0-1 0,0 0-2 0,3 0 4 16,-3 0 0-16,3 0 1 0,-2 0-1 16,0 0 15-16,2-1 21 0,-2 1 10 0,2 0 3 0,-2-1 5 15,1-1 5-15,1 0-12 0,-1 2-14 16,1 0 7-16,1-1 2 0,0 1 1 0,0-2-2 16,0 2-4-16,0 0-3 0,2 0-13 15,-1 0-11-15,1 0-7 0,1-1-1 0,-3 1 1 16,3-3-1-16,-1 3-3 0,0 0 5 15,1 0 1-15,1-2 2 0,-3 0-3 0,3 2 3 16,-3-3-2-16,2 2-3 0,0 0 9 0,-1 0 7 16,0-2 1-16,1 2-1 0,1 0 2 15,0-1 5-15,-2 2-8 0,4-2-6 0,-4 1-4 16,2 0-1-16,2-1-1 0,-2 0-2 16,1 1-2-16,1 0-1 0,-4-1 3 0,4 2-3 15,-4-1-3-15,2-1-1 0,-4 2 1 0,0-1-3 16,-3 1-2-16,0 0-30 0,-6 1-65 15,-3 1-82-15,-3 1-168 0,-4 1-290 0,-4 0-320 16,-1 2-315-16,-4 0-185 0,-5 1 156 0,2 2 641 16</inkml:trace>
  <inkml:trace contextRef="#ctx0" brushRef="#br1" timeOffset="97184.09">20049 9313 200 0,'0'-1'334'0,"-3"-1"132"15,2 2-10-15,1-2-100 0,-2 2-93 0,0 2-58 16,1 0-36-16,-1-1-27 0,2 4-27 0,-1-1-12 16,-4 2 5-16,4 3 13 0,-2 0 20 15,1 0 14-15,-1 4 9 0,1-2-4 0,0 1-8 16,-1-2-7-16,2 2-12 0,-1-1-12 15,0 0-14-15,2-3-13 0,-1-1-16 0,-1-1-18 16,2-4-13-16,0 2-11 0,0-3-9 0,0-2-6 16,0-3-4-16,3-4-4 0,-1-1-3 15,0-6-6-15,1-2-4 0,2-2-4 0,-2-3 0 16,0 3-3-16,5-5 10 0,-5 5 33 16,0 2 47-16,-1 4 39 0,-1 0 23 0,2 6 14 15,-3 0-5-15,0 2-27 0,0 2-40 0,-1 3-31 16,-1 5-22-16,-1 0-15 0,0 6-4 15,0 1-4-15,-2 2-5 0,1 4-1 0,0 0 0 16,1 1-1-16,0 2-15 0,0 2-59 16,-1-3-122-16,1 3-191 0,0-3-290 0,-1 1-272 15,0 0-239-15,1-3-3 0,2-2 391 0</inkml:trace>
  <inkml:trace contextRef="#ctx0" brushRef="#br1" timeOffset="107235.93">17393 2089 184 0,'-3'-13'437'0,"-5"-2"212"0,-1 0 109 0,-1-4-187 15,-1 3-191-15,-2-3-35 0,1 1 12 0,-4-2 12 16,0 1 24-16,-3-2-18 0,-1 1-40 0,-1-3-66 16,-3 4-67-16,-3-1-36 0,-1 0-32 0,-2 0-21 15,-5 2 19-15,-1-1 1 0,-2 1-6 0,-5 0-15 16,0 1-13-16,-1 1-6 0,-2 1-37 15,-1 1-14-15,-1 2-4 0,1 2-9 0,-1-1-3 16,-2 4-5-16,1 1 6 0,0 0-14 0,-1 3-9 16,0 0-8-16,1 3-6 0,-1 0 0 0,2 0-6 15,0 3 7-15,-2 0 4 0,3 1 1 0,2 2 4 16,-2-1-2-16,4 1 6 0,1 1 7 16,2-1 2-16,1 3-2 0,1 0-7 0,-1 0-2 15,2 3-4-15,1 2-8 0,-1-1-1 0,2 3-2 16,-1 2 6-16,3 4 2 0,-2-1-1 0,0 3 4 15,2-2-3-15,1 5 1 0,-1 0 3 16,0 2-1-16,3 2 0 0,-2 1-2 0,2 1 5 16,0 4-1-16,0-3-3 0,2 2 9 0,1 3 10 15,0 2 4-15,2-3-10 0,2 4 0 0,1-2-3 16,2 3-9-16,2-4-9 0,1 4 0 16,3-1 3-16,1-2 4 0,1 1 2 0,4-1 1 15,-3 2 8-15,4-1 0 0,3 0 4 0,0 0-1 16,1 1 3-16,1 0-4 0,1 2-5 0,1-1-3 15,1 1-2-15,-1 0 1 0,2-1 1 16,1 1 8-16,1-1 0 0,0-3-6 0,1 2-8 16,0-1-4-16,4-1-1 0,-1-2-5 0,0 1-4 15,5 0 16-15,-4 2 9 0,3-3 4 16,0 2 0-16,1 1 4 0,1-2-2 0,2 0-8 16,1 1-1-16,2-3 0 0,2-1 3 15,2 1-8-15,0 1-2 0,3-3-2 0,1 1-3 16,0-2-3-16,2-2-1 0,-1 2 8 0,0-3 12 15,2-1 2-15,2-2 4 0,0 2-1 0,-1-2 1 16,3 0-6-16,-1 1-8 0,0-2-1 16,4 0 0-16,-3 0 0 0,4-1 1 0,-2 0 2 15,-1 0 1-15,3-1 0 0,0 1 0 16,1-2-2-16,1-2 5 0,3 2 0 0,1 0 0 16,-1-1-4-16,2-1 2 0,0 0 0 0,2-1-3 15,-1-2-2-15,1-1 2 0,-2-1 0 0,2-1 0 16,-1-1 2-16,1 0 0 0,-2-2 2 15,1-1 4-15,-4-1 0 0,1 3 0 0,1-4 9 16,-2 0 5-16,0 2 2 0,-2-3-4 16,-1 0 1-16,1-1 1 0,-1 3-10 0,-2-4-5 15,-3 0-2-15,1-2-1 0,0-3-3 0,-2 2 2 16,1-4-2-16,-3 0 0 0,4-4 1 16,-4 0-1-16,-1-3-1 0,0-1 1 0,-2-2 0 15,0-1 1-15,-1 0 1 0,0 0 2 0,0-3 3 16,-2 2-1-16,0-1 1 0,-3-1 0 15,4 2-1-15,-1 0 0 0,-2-1-2 0,3 1-1 16,-4 1 1-16,0 0-1 0,2-2 1 0,-3 1 0 16,1-2 1-16,0 3 1 0,0-3 2 15,-5-1 2-15,5 0 0 0,-1 0 1 0,-4-3-1 16,2 2-2-16,0-4-3 0,0 2 0 16,0-1 1-16,-3-2-1 0,1 1 0 0,-1-1 2 15,1-1 2-15,0-3-1 0,-4 0 1 0,4-2 0 16,-4-3-2-16,2-1-1 0,1-3-1 15,-4-3-3-15,1 1 1 0,0-3-1 0,-1-2-3 16,1 0 2-16,-2-3 1 0,0 2 0 0,0 0 3 16,0-1 1-16,-1-1 3 0,-1 0 2 15,-1 1-1-15,0-2 0 0,-3 2-1 0,2-4-1 16,-2 3-1-16,-1-3-1 0,-3 0 1 16,-1 1 0-16,-1-1-1 0,-3-1 0 0,-1-1 1 15,-4-1 0-15,-2-1 0 0,-2-1 0 0,-4-1 1 16,-5-1-7-16,0-1-4 0,-5-1-2 0,-5-1-4 15,-3 0-2-15,-2 1-1 0,-5 0 8 0,-5 2 4 16,0 1 2-16,-4 4 2 0,0 2 0 16,-2 1 1-16,-3 5-3 0,1 2-1 0,4 3-5 15,-1 2-4-15,0 7-2 0,4 0-3 0,1 1-2 16,4 5-9-16,1 2-13 0,6 0-29 0,1 1-80 16,3 2-108-16,7 0-198 0,4-2-293 0,2-2-333 15,6-1-355-15,-1 0-135 0,3 1 343 0,0 1 683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10:15.85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2526 2357 152 0,'3'2'430'15,"-3"-2"205"-15,2-2 164 0,1-3-25 0,2-3-109 16,1-5-86-16,4-4 2 0,-1-2 5 0,5-5-58 16,1-2-108-16,2-5-90 0,2-6-63 0,5-1-65 15,1-6-51-15,3-2-26 0,2-5-17 16,2-5-13-16,1 1-5 0,2-5-4 0,-2 2-4 16,2-3-10-16,-2 3-9 0,1-1-6 0,0 4-11 0,-4 1-9 15,0 3-9-15,-3 3-3 0,0 4-2 0,-3 4-3 16,-1 1-4-16,-2 6-2 0,-2 2-2 0,-2 4-3 15,-1 4-3-15,-2 2-2 0,-4 3-2 0,1 3 0 16,-2 1 0-16,-2 5-1 0,-1 1 0 0,-3-1-1 16,2 3 0-16,-3 2-1 0,1 0 1 0,-3 1-1 15,3 1 0-15,-2 1 1 0,-1-1 0 0,0 0-1 16,-1 2-1-16,-2 0-2 0,3 0-6 0,-3 0-10 0,1 4-16 16,-1-1-21-16,-2 1-28 0,0 2-54 15,-3 1-76-15,-4 3-100 0,1-3-155 0,-2-1-250 16,-1 2-315-16,-2 1-279 0,2 0-159 0,-2 0 174 0,2-2 577 15</inkml:trace>
  <inkml:trace contextRef="#ctx0" brushRef="#br0" timeOffset="309.97">2577 1186 313 0,'-6'2'744'0,"1"-1"284"0,0 1 30 0,3-1-286 0,1-1-266 16,1 3-164-16,1-2-102 0,4 4-9 0,4 1 23 15,-1 3 36-15,4 3-5 0,2 2-24 0,2 1-25 16,4 3-33-16,-1 1-37 0,5 4-35 0,1-1-25 16,2 5-17-16,1 2-15 0,2 1-13 0,0 3-12 15,2 1-12-15,-2 4-7 0,2-1-9 0,-1 3-6 16,1-2-6-16,1 1-1 0,0-2-3 0,1 0-1 15,-1-3-2-15,2-1-1 0,-2-1 0 0,3-4-1 16,-3-2-9-16,-3-2-22 0,0-2-66 0,-6-4-80 16,0-1-173-16,-5-1-282 0,-5-3-324 15,0-1-375-15,-6-1-245 0,-1-2 85 0,-4-1 730 16</inkml:trace>
  <inkml:trace contextRef="#ctx0" brushRef="#br0" timeOffset="707.87">4422 2113 407 0,'1'8'942'0,"-1"-1"285"16,2 4-40-16,-2-1-281 0,3 5-291 0,-1 2-174 15,1 1-100-15,-2 4-53 0,1 2-38 16,1 2-35-16,-3 4-63 0,2 1-65 0,-2 1-35 16,3-1-28-16,-1 2-9 0,-1-1-11 0,5-3-54 15,-3 2-66-15,2-5-141 0,2 2-216 0,-1-4-301 16,2-3-352-16,-2-5-292 0,-1-5-103 0,1-3 502 16,-1-5 628-16</inkml:trace>
  <inkml:trace contextRef="#ctx0" brushRef="#br0" timeOffset="1271.91">5576 1041 182 0,'-5'-18'486'0,"0"3"325"15,-1 3 263-15,-5 2-153 0,0 0-186 16,-3 4-80-16,-2 3-65 0,-3 3-118 0,-2 3-115 15,-4 4-82-15,-2 4-53 0,-3 1-71 0,-1 2-60 16,-1 4-27-16,-1 1-16 0,-1 1-12 0,3 5-10 16,1 0-7-16,0 4-6 0,1 1-6 0,3 2-3 15,2 0-2-15,2-1-1 0,6 1-3 0,2-4-2 16,4 0 1-16,4-1-2 0,4-1-1 0,4-3 0 16,4 1 2-16,4-2 1 0,4-1 0 0,6-3 1 15,1 0 2-15,6-2 0 0,3-3 0 0,3 2-2 16,4-5 8-16,2 1 3 0,4-4 2 0,0-2 0 15,1 0 3-15,-3-1 3 0,1 3-6 16,-2-3-8-16,-4 3-6 0,-2 3-1 0,-4 0-1 16,-5 4-2-16,-2 1 0 0,-5 3 7 0,-2 1 3 15,-5 4 1-15,-3 0 1 0,-5 3-1 0,0 2-1 16,-3 0-3-16,-6 1 9 0,1 5 3 0,-3 0-4 16,-1 1 2-16,-2-1-4 0,0 1 3 15,-1-1-10-15,0-4-13 0,1-3-26 0,-2-4-68 16,2-4-75-16,1-8-147 0,0-5-203 0,0-8-311 15,2-5-324-15,0-8-216 0,-1-6-25 0,2-7 494 16,1-8 521-16</inkml:trace>
  <inkml:trace contextRef="#ctx0" brushRef="#br0" timeOffset="1493.89">5736 1046 172 0,'14'-5'604'16,"-5"3"328"-16,1 7 189 0,-1 1-121 0,-1 7-188 15,0 2-169-15,0 8-112 0,1 2-78 16,1 7-90-16,-3 4-67 0,2 4-93 0,-3 5-63 0,1 4-40 16,-1 5-25-16,0 1-16 0,2 4-14 15,-2 5-10-15,1-1-16 0,-1 2-9 0,2-3-5 16,1-2-5-16,-2-3 0 0,2-3-10 0,1-6-27 16,-4-6-65-16,2-7-67 0,-5-3-124 15,2-8-202-15,-3-2-310 0,-1-7-330 0,-4-6-246 16,0-6-130-16,-4-8 388 0,-1-3 619 0</inkml:trace>
  <inkml:trace contextRef="#ctx0" brushRef="#br0" timeOffset="1764.04">5631 1453 445 0,'2'4'882'0,"-2"-3"235"0,3 0-32 15,-1 1-311-15,1 0-277 0,2-1-199 0,2 0-95 16,0 3-29-16,2-2-12 0,3 3 10 0,2-1 15 16,0 1-6-16,5 1-16 0,0-2-16 0,-2 2-15 15,4 0-36-15,1 0-46 0,-1 0-21 0,1-4-13 16,1 1-5-16,-2-2-9 0,1-1 1 0,0-1 2 16,0-2-2-16,-3 1 0 0,0-4-4 0,-1 0-4 15,-1-1-43-15,-4 1-52 0,2 0-57 16,-5 0-119-16,0 1-161 0,-3 2-310 0,0-1-252 15,-4 3-229-15,0-1-105 0,0 2 330 0,-3 0 500 16</inkml:trace>
  <inkml:trace contextRef="#ctx0" brushRef="#br0" timeOffset="2107.92">6158 1417 295 0,'3'-4'898'0,"0"1"358"0,-1 0-18 16,0-1-250-16,-1 3-377 0,1 1-222 0,-1 0-77 16,5 1-43-16,-3 6-31 0,2-1-14 0,2 3-26 15,-1 4-57-15,2 1-50 0,-2 3-27 0,2 2-13 16,0 4-14-16,0 0-6 0,0 6-5 0,-2 2-7 16,2 2-7-16,1 3-3 0,-4 0-2 0,3 0-4 15,-3-2-2-15,1-3-2 0,2-3 1 16,-3-4-2-16,-2-5 0 0,2-2-1 0,-2-3 0 15,-1-3 3-15,-1-5 0 0,1-4 2 0,-2-4-1 16,0-6 2-16,0-3 2 0,0-4-3 0,0-3-1 16,2-1-1-16,-1-5-2 0,1 0 0 0,2-5-2 15,1 2-1-15,1-1-7 0,-1 0-13 16,2 0-28-16,-1 3-61 0,3 1-59 0,-2 2-71 16,-1 4-110-16,0 2-146 0,2 3-166 0,0 3-230 15,0 2-219-15,3 3-125 0,0-1 173 0,0 4 404 16</inkml:trace>
  <inkml:trace contextRef="#ctx0" brushRef="#br0" timeOffset="2465.94">6692 1444 9 0,'2'-6'522'0,"-2"1"501"0,-2 3 252 16,-1-4-33-16,0 2-255 0,-2 0-283 0,0 0-213 16,-1-1-124-16,-2 0-71 0,2 0-59 15,-2 1-71-15,2-1-37 0,-4 0-22 0,4 3-12 16,-2 0-11-16,0 2-15 0,0 2-16 0,-1 2-18 15,-1 4-16-15,-1 1-10 0,2 5-5 0,-1 5-3 16,2 2-1-16,-1 2 1 0,2 3 0 0,3 4 2 16,0 1 0-16,1 4 0 0,3-2-2 0,0-2-1 15,3-2-2-15,2-4-1 0,3-4-1 16,3-4-1-16,0-6 1 0,2-9 0 0,4-3-3 16,-1-8-3-16,3-8-1 0,0-2-1 0,0-5-2 15,0-2 0-15,-1 1 1 0,-1 2 5 0,-3 3 2 16,0 2 1-16,-4 5 3 0,-2 4 0 0,-1 5 3 15,0 2 2-15,-4 7 1 0,2 2 2 16,-3 6 1-16,-1 4-5 0,-1 3-2 0,2 2-5 16,-1 2-3-16,1 2-1 0,2-1-4 0,1 1-3 15,3-2-16-15,0-2-29 0,1-1-76 0,1-1-95 16,0-4-176-16,2-2-293 0,-1-4-324 0,2 0-372 16,-1-4-182-16,1-1 193 0,0-5 694 15</inkml:trace>
  <inkml:trace contextRef="#ctx0" brushRef="#br0" timeOffset="2683.86">7075 1399 10 0,'1'0'537'16,"3"4"509"-16,-3 1 217 0,1 3-75 0,-2 3-271 15,1 3-282-15,1 3-191 0,1 3-96 0,-1 3-58 16,-2 4-47-16,0 2-69 0,0 1-59 0,0 2-45 15,0 1-30-15,2 1-16 0,-1 0-11 16,1-4-13-16,-1 0-35 0,4-3-73 0,-2-6-89 16,-2-1-161-16,1-5-291 0,-2-3-324 0,0-5-342 15,-2-4-195-15,1-3 149 0,-2-6 650 0</inkml:trace>
  <inkml:trace contextRef="#ctx0" brushRef="#br0" timeOffset="2853.48">7053 1137 96 0,'-10'-23'930'16,"1"7"647"-16,-2 4-43 0,-1 4-309 0,2 4-401 16,0 1-367-16,2 1-236 0,2 2-104 0,-2 0-49 15,3 0-25-15,2 2-19 0,3 1-14 0,3 1-10 16,-1 1-31-16,4 0-65 0,2 1-95 0,-2-2-160 16,4 1-284-16,-2 3-321 0,4 1-322 0,-2 0-204 15,4 0 192-15,0 3 610 0</inkml:trace>
  <inkml:trace contextRef="#ctx0" brushRef="#br0" timeOffset="3405.93">7255 1923 343 0,'0'9'691'0,"0"-3"232"0,2-6 74 16,-1-6-209-16,1-5-236 0,1-5-150 0,-1-7-74 15,1-4-32-15,2-4-21 0,3-7-18 0,2-2-16 16,2 1-13-16,0-4-10 0,1 2-19 0,-2 0-25 15,0 4-35-15,0 3-45 0,-3 3-26 16,0 6-19-16,-2 2-11 0,-1 5-12 0,0 5-9 16,-2 2-3-16,0 3-3 0,-1 1 1 0,1 6 6 0,3 2 6 15,-3 6 11-15,0 3 9 0,1 5 2 0,0 5-3 16,0 5-6-16,-1 3-10 0,2 4-13 16,1 1-9-16,0 3-5 0,0 0-4 0,1 1-2 15,2-2 3-15,-1-4 0 0,2-2 2 0,-1-4-1 16,4-4 1-16,-2-6 0 0,1-6 0 0,1-7 1 15,0-4 0-15,3-11 1 0,-2-8 7 16,2-6 2-16,-2-6-1 0,3-4 3 0,-2-3 1 16,0 3 2-16,-3 1 3 0,-2 3 8 0,0 5 7 0,-2 5 5 15,-2 5 1-15,0 3-3 0,-1 6-7 16,-2 1-8-16,1 4-8 0,-3 4-1 0,2 4-1 16,-1 5-1-16,1 5 2 0,-3 4-1 0,0 4 0 15,2 6-3-15,-1 0-3 0,1 3-2 0,2 2-3 16,1 0-8-16,0 2-21 0,1-1-33 0,1-1-81 15,0-3-150-15,1 0-263 0,0-5-324 16,2-2-396-16,-1-2-452 0,-1 0-50 0,0-3 756 16</inkml:trace>
  <inkml:trace contextRef="#ctx0" brushRef="#br1" timeOffset="10133.94">4849 5498 6 0,'-2'2'262'16,"2"0"163"-16,-1-1 152 0,1-1 21 0,0 1-152 15,0 1-106-15,0 1-68 0,0-3-43 16,0 2-32-16,0 1-66 0,1 1-62 0,1 1-32 16,2 1-2-16,-1 1 0 0,2 0-3 0,0 3 19 15,0-2 14-15,0 2-20 0,2-3-23 16,-2 1-11-16,0-1-6 0,3-1-3 0,-3-1-2 15,2-2 3-15,1 0 14 0,-3-2 70 16,2-1 65-16,-3-1 55 0,1-2 36 0,1 0 18 16,-3-3-2-16,1 0-55 0,-3-2-45 0,-1-1-41 15,0 0-30-15,0 0-18 0,-1 0 4 16,-1 2 24-16,0 0 41 0,1 1 24 0,-1 1 14 16,-4 0-6-16,3 1-19 0,-2 1-28 15,0 1-37-15,1 2-29 0,-1 0-21 0,-2 2-11 16,1 1-11-16,2 1-7 0,-1 2-6 0,0 2-5 15,2 2 0-15,-1 1-1 0,1-1 1 16,-1 2 1-16,2-1 1 0,1 0-1 0,1-1-1 16,0-3-2-16,0 1-2 0,0-2-1 15,0-2-1-15,3-1 1 0,-3-2 2 0,4-1 4 16,-2-1 2-16,-1-2 6 0,1-3 3 0,1-2-1 16,-1 0-2-16,1 1-3 0,0-3-4 0,-1 1-41 15,-2 2-59-15,0-1-69 0,0 4-149 16,0 2-279-16,0 2-312 0,0 3-287 0,0 3-214 15,2 1 56-15,-1 3 587 0</inkml:trace>
  <inkml:trace contextRef="#ctx0" brushRef="#br1" timeOffset="11453.27">7813 5522 274 0,'-1'0'507'0,"-1"0"251"0,0 0 152 16,-2 1-150-16,2 0-149 0,1 3-115 15,1-2-90-15,-2 3-90 0,2-2-93 0,-1 2-80 16,1 0-56-16,1 0-35 0,-1 1-16 0,2-2-12 16,-1 0-14-16,1 1-6 0,2 0-2 15,-2-4 1-15,1 2-1 0,0-3 0 0,-1-2 3 16,3 1 1-16,-2-4-1 0,0-2 2 16,2 0 1-16,-2-4 3 0,3-1 4 0,-3-1 2 15,-1 1 8-15,-2-2 13 0,2 3 35 0,-4 3 45 16,2 0 43-16,-2 1 13 0,-1 1-2 15,0 3-14-15,-3 0-34 0,3 1-42 0,-2 1-40 16,0 2-22-16,0 3-13 0,2 0-9 16,-2 5 0-16,-1 0-32 0,3 2-58 0,0 1-65 15,0 4-150-15,1-1-210 0,2-1-314 0,2 2-292 16,1-2-216-16,0 2 5 0,6-1 507 16</inkml:trace>
  <inkml:trace contextRef="#ctx0" brushRef="#br1" timeOffset="12715.95">11521 5528 251 0,'-2'0'707'0,"2"1"369"0,-3 2 115 0,0-1-246 15,1-1-250-15,-1 0-165 0,2 2-119 16,-1-1-87-16,2 0-64 0,-3 0-48 0,3 0-58 16,-1-2-61-16,1 1-40 0,-2-1-22 15,2-1-14-15,-2-1-8 0,1 0-3 0,-1-2-4 16,-1 1-2-16,1-1 1 0,1 0 0 0,-2-1 1 15,-1 0 3-15,1 1-1 0,0 1 1 0,-3-2-3 16,4 2 0-16,-1 0-1 0,-2 1-1 16,2 0 2-16,0 0-4 0,1 0 2 0,-1 2 0 15,0-1 0-15,1 1-3 0,-2 0 1 16,2 1 2-16,-1-1 0 0,0 2 0 0,0 0 0 16,0-1 0-16,-1 2-1 0,1 0-2 0,-2 0 1 15,1 2 4-15,-1-1 4 0,0 3 4 16,2-1 2-16,-2 0 0 0,2 1-3 0,-2 2-3 15,1-2-3-15,2 2-7 0,1-2 1 0,-1 1-1 16,2 0-1-16,2-2 1 0,-1 0-2 16,4-2 3-16,-2-2-1 0,0 0-17 0,2-2-48 15,-2-2-55-15,2-2-74 0,0-2-139 16,-2-2-188-16,0 0-304 0,0 0-243 0,-2 1-210 16,1-2 0-16,1 2 422 0,-1-2 463 0</inkml:trace>
  <inkml:trace contextRef="#ctx0" brushRef="#br1" timeOffset="13784.01">15246 5422 209 0,'-10'3'423'0,"1"0"180"16,0 0 125-16,1 2-151 0,1 1-105 15,1 0-58-15,1 1-27 0,2 1-24 0,0 1-35 16,3-2-56-16,0 0-53 0,2 1-47 16,1 0-42-16,0-1-34 0,0-2-32 0,3-1-21 15,-3 0-10-15,2-2-3 0,2-2 3 0,-1-1 2 16,2-2 5-16,-2 0-5 0,0-3-8 16,1-2-5-16,-1-1-9 0,0 1-6 0,-1 0-6 15,2 0 3-15,-6 2 0 0,2-1-2 16,-1 3-2-16,0-1 4 0,-2 2-1 0,0 1-5 15,-2 4-31-15,-1 1-132 0,-2 3-203 0,-2 4-282 16,-3 2-271-16,0 3-257 0,0 3-80 0,-2 2 402 16</inkml:trace>
  <inkml:trace contextRef="#ctx0" brushRef="#br1" timeOffset="14595.94">15284 8988 302 0,'5'-12'810'0,"-1"5"351"0,-1 0 38 15,-3 2-277-15,2 1-307 0,0 2-237 16,-1 1-142-16,1 1-77 0,0 1-34 0,-1 1-9 16,2 2-9-16,2 1-11 0,-2 0-12 15,1-3-5-15,2 3-21 0,-3-3-18 0,0 2-16 16,0-1-8-16,0-1 7 0,-1 1 18 0,-2-3 23 15,3 1 18-15,-3 1 11 0,0-2 8 0,2 0-2 16,-2 2-13-16,-2-2-19 0,2 0-15 16,0 0-14-16,-3 0-13 0,3 0-11 15,-2 0-11-15,1-2-22 0,-2 0-59 0,-2 0-62 16,-2-3-111-16,0-1-174 0,-1 1-302 0,0-3-318 16,-5 0-265-16,2-1-159 0,-3-4 285 0,-4 0 602 15</inkml:trace>
  <inkml:trace contextRef="#ctx0" brushRef="#br1" timeOffset="16870.52">4981 9187 81 0,'0'-1'315'0,"0"-1"201"0,-1 2 182 0,1 2 29 16,-2 0-24-16,2 2-54 0,-3 0-78 0,3 1-77 16,-3 4-81-16,3-1-81 0,0 2-57 15,0 0-57-15,3 1-36 0,-1 1-27 0,-1-4-29 16,2 3-33-16,1-3-41 0,-1-1-24 15,0-2-13-15,0-1-10 0,1-1-1 0,0-2 1 16,-2-2 4-16,2 0 7 0,-1-5 3 0,-1 0 3 16,1-1-3-16,-3-4-1 0,0 3-1 15,0-1-7-15,-1-1-5 0,-1 1 1 0,-1 1 1 16,0 1-1-16,-2 2-2 0,2 1-4 16,-2 1-23-16,0 2-58 0,1 2-64 0,-3 2-147 15,0 5-244-15,0 1-301 0,1 5-295 0,3 2-219 16,-1 4 11-16,1 3 525 0</inkml:trace>
  <inkml:trace contextRef="#ctx0" brushRef="#br1" timeOffset="17774.08">5179 12516 203 0,'-3'-5'385'0,"-2"0"198"0,-1-2 158 0,-2 1-48 16,4-1-36-16,-3 1-54 0,2-2-65 15,0 1-81-15,1 1-115 0,-1 0-104 0,4 0-74 16,-1 0-50-16,-1 6-35 0,3-2-23 0,0 2-18 16,0-3-6-16,0 1-9 0,0 2 5 15,0 2 30-15,3 1 45 0,-1 2 35 0,-1-1 12 16,4 2 5-16,-4 0-14 0,2 0-29 0,-1 1-40 16,1 1-30-16,-1 0-18 0,-1-2-10 15,3 1-8-15,-3 0-4 0,3 0-1 0,-1-1-13 16,3 0-60-16,-3 0-60 0,3-1-147 15,1 0-209-15,-1-2-304 0,5 2-332 0,-3-2-237 16,3-2-69-16,1 1 509 0</inkml:trace>
  <inkml:trace contextRef="#ctx0" brushRef="#br1" timeOffset="18548.34">7963 12453 58 0,'2'-1'317'16,"-1"-3"206"-16,1 3 217 0,-2-1 23 0,0 1-61 15,2 1-80-15,-2-3-81 0,1 3-80 16,-1 0-95-16,0 0-101 0,2 0-99 0,-2 4-68 16,3-1-45-16,0 2-25 0,-1 1-7 0,3 3-8 15,-2 0-5-15,3 1-6 0,-3-2-1 16,2-1 3-16,-2 0-4 0,2 0-1 0,-2-4 0 16,-1-2 4-16,1 1 2 0,-1-2-3 15,-1-2 2-15,-1-2-1 0,0 2 2 0,0-6-5 16,0-1 0-16,0 2 0 0,-1-2-2 0,-1 1 0 15,2 1-4-15,0 0-1 0,-2 1-34 16,2 1-93-16,-1 1-138 0,1 1-192 0,0 3-286 16,0 3-268-16,3 1-170 0,3 1 151 15,0 2 408-15</inkml:trace>
  <inkml:trace contextRef="#ctx0" brushRef="#br1" timeOffset="19268.24">11891 12514 51 0,'8'6'314'0,"-2"1"175"15,0-6 151-15,-2 0 13 0,-1-2-81 16,-2-2-56-16,-1-3-18 0,0-2-5 0,-3-2-30 16,2-1-59-16,-3-1-17 0,1 0-24 0,0 2-38 15,-1-1-42-15,0 5-30 0,1-2-35 0,0-1-61 16,0 5-54-16,0 1-35 0,-1 0-21 16,3 3-18-16,-1 0-14 0,2 3-10 0,0 2-5 15,3 3-19-15,-1 3-55 0,3 3-64 16,1-1-133-16,2 5-216 0,1 0-306 0,3-1-341 15,2 1-275-15,0-3-120 0,2-2 481 0,0-1 625 16</inkml:trace>
  <inkml:trace contextRef="#ctx0" brushRef="#br1" timeOffset="20015.97">15494 12372 284 0,'-3'3'714'0,"0"3"292"0,-2 2 88 0,0 1-193 16,1 2-294-16,2 2-210 0,2 4-118 15,0 0-66-15,0-1-56 0,5 2-57 0,-2-2-41 16,0-2-30-16,4 1-17 0,-3-3-8 0,3-1-4 16,0-3-3-16,1 0-2 0,-1-4 2 15,-1-1-2-15,-1-2 4 0,3-2-8 0,-4-4-66 16,0-1-146-16,-4-2-220 0,-4-1-278 15,1-1-274-15,-2 1-241 0,-5 0 54 0,-2 0 458 16</inkml:trace>
  <inkml:trace contextRef="#ctx0" brushRef="#br1" timeOffset="21232.89">5193 15589 10 0,'0'4'533'16,"-3"0"501"-16,0 1 237 0,0-1-58 0,0-1-246 15,1 0-304-15,1 0-228 0,-1 0-120 0,2-2-68 16,0 1-55-16,0 0-89 0,0-2-52 15,0 0-28-15,0 0-11 0,2-4-9 0,-1 1-4 16,-1-1 1-16,2-2 0 0,0-2 2 0,-1 1 1 16,1-1-2-16,-1 1 1 0,2-1 0 15,-3 2-2-15,2 2 5 0,-1-2-13 0,1 3-36 16,-1 2-55-16,3-1-49 0,-3 2-114 16,1 3-178-16,1 2-298 0,0 0-271 0,-1 6-231 15,4-2-160-15,0 1 311 0,1 3 550 16</inkml:trace>
  <inkml:trace contextRef="#ctx0" brushRef="#br1" timeOffset="22807.93">11682 15673 264 0,'-3'6'784'16,"0"-1"343"-16,1 1 43 0,-1 0-228 15,3 0-332-15,-1-2-265 0,1 2-146 0,1-2-69 16,1 1-40-16,1-2-35 0,0 0-26 15,2 0-12-15,1-3-8 0,0-3-5 0,2 2-7 16,0-2-21-16,0 0-65 0,-2-2-118 0,2-1-144 16,-1 3-299-16,-1 1-272 0,5 0-227 15,-3-1 4-15,3 3 331 0,2 0 406 0</inkml:trace>
  <inkml:trace contextRef="#ctx0" brushRef="#br1" timeOffset="24400.45">15551 15871 25 0,'0'3'331'0,"0"-1"211"0,2 1 157 15,-1-2 4-15,-1 2-265 0,0-1-209 16,2 0-111-16,-2 2-58 0,3-2-28 0,0 1-16 15,-1-1-9-15,1 2-7 0,2-4 2 0,-4 2-2 16,2 0-2-16,-1-2-2 0,1 0 8 0,0 0 31 16,-1-2 38-16,1 0 55 0,-3-3 52 15,2 0 36-15,-2-1 34 0,-2 1 19 16,2 0 3-16,0-1-22 0,-1 1-25 0,-1 1-29 16,0 1-35-16,2 0-40 0,-3 0-37 0,3 1-31 15,0 1-21-15,-1 1-10 0,-1 0-10 0,2 1-12 16,0 4-42-16,-2-2-116 0,2 2-169 15,0 2-295-15,0 0-268 0,0-1-255 16,0-2-93-16,0 2 337 0,0-3 469 0</inkml:trace>
  <inkml:trace contextRef="#ctx0" brushRef="#br1" timeOffset="28319.83">22372 2973 77 0,'5'-4'296'0,"-2"-1"160"0,-2 2 144 0,3-1-106 16,-3 1-98-16,-1 2-68 0,3 0-43 0,-3 0-42 16,0 1-35-16,2 0-49 0,0 0-25 15,-1 2 19-15,1 2 43 0,0 2 48 0,1 2 31 16,-2 4 16-16,4 3-18 0,-4 3-50 0,2 2-46 15,1 4-28-15,-3 3-6 0,1 5 19 0,0 1 17 16,-2 7 4-16,0 0-5 0,0 5-17 16,-2 4-28-16,0 0-39 0,-1 3-19 0,1 0-15 15,-1 4-14-15,2 1-9 0,-4 3 4 16,2 2 2-16,2 0-7 0,-3 4 2 0,1 2 4 16,0 6-1-16,0 2 0 0,-2 5 0 0,0 1 0 15,-1 4 1-15,1 4-2 0,0 3-1 0,-1 5-7 16,0 5-5-16,-2 2-5 0,3 6-6 15,-1-3-5-15,1 4-2 0,0 1-2 0,-1 4-1 16,0-3-2-16,1 2 0 0,0-2-2 16,-1 3 0-16,-1-2-1 0,0 5 0 0,-3 0 0 15,2 3-4-15,-3 1 3 0,0 1 1 0,0 3 0 16,-1 4-1-16,-1 2-1 0,0 0 4 0,2 2 0 16,0 3-3-16,0-1 0 0,1 0-1 15,2-3 1-15,2-3-1 0,0-1 0 0,0-8 0 16,2-1 1-16,0-4 1 0,0-8-1 15,1-6-4-15,2-8-6 0,-3-12-5 0,2-9-9 16,-2-15-16-16,3-10-33 0,-2-16-61 0,-1-10-61 16,-2-16-82-16,-1-10-146 0,-3-13-187 0,0-13-287 15,-3-13-223-15,1-9-206 0,-1-11 13 16,-1-8 442-16,0-9 474 0</inkml:trace>
  <inkml:trace contextRef="#ctx0" brushRef="#br1" timeOffset="29174.36">22238 3066 16 0,'1'-6'258'16,"3"0"155"-16,-3 0 141 0,-1 0-19 16,3 0-126-16,2-2-77 0,-4 1-29 0,2-2 11 15,2-1 9-15,0-1 6 0,3-3-4 0,5-2-26 16,-4-4-33-16,6-1-44 0,0-1-29 15,1-3-26-15,1 2-35 0,1-1-26 0,-2-1-23 16,1 1-13-16,-3 1-15 0,2 3-21 0,-3 0-11 16,-2 6-9-16,0 2-8 0,-3 1-2 0,-2 4-1 15,1 1-1-15,0 3-1 0,0-1 3 16,-3 4 16-16,3 4 31 0,-1 0 46 0,3 5 42 16,-1 0 20-16,1 4 8 0,-2 1-15 0,-2 3-28 15,0 2-39-15,-1 1-35 0,0 2-20 0,-3 4-14 16,3-2-6-16,-3 2-6 0,-1 0-1 15,0 1-1-15,2 0-3 0,-2-2-23 0,0 1-62 0,-2 0-70 16,1-2-160-16,-3 1-280 0,-1 1-310 16,2 2-310-16,-3 2-200 0,-2 0 96 0,0 0 607 15</inkml:trace>
  <inkml:trace contextRef="#ctx0" brushRef="#br1" timeOffset="31234.64">21790 8699 138 0,'0'0'359'0,"-3"-2"158"16,3 2 110-16,0-2-175 0,0 2-183 15,0 0-112-15,3-1-44 0,-1 1-6 0,1-1-3 16,2-1 23-16,1 0 48 0,4 1 21 15,0-2 42-15,3 1 1 0,1 1-7 0,4 1 19 16,1-2-1-16,2 1-12 0,1 1-41 0,1 1-29 16,2-1-18-16,1 2-51 0,-2-1-47 15,3 1-24-15,-1 0-14 0,1-1-7 0,2 2-5 16,1-1 20-16,-2-1 14 0,2 0 6 16,0-1 2-16,0 0-1 0,2 0-1 0,-1 0-17 15,1 0-13-15,0-1-4 0,1 0-1 0,0-3 3 16,2 2 0-16,2-2-1 0,-1 1 0 15,5-1-2-15,-3 4-3 0,3-2 0 0,1 2-2 16,1 0 1-16,0 0-2 0,0 2-4 0,0 1 0 16,0 0-2-16,0 0-2 0,1 1-5 15,2 1 5-15,0 0 2 0,-1-3 2 0,1 3 3 16,-1-3 5-16,4 3 7 0,0-2-5 0,2 0 1 16,-2 2 3-16,5-3-1 0,-2 2-5 15,1 0-1-15,1-1-1 0,0 2-6 0,1-1-3 16,1 1-3-16,-2 2 0 0,3 1 2 15,-2-2 3-15,2 1 5 0,1-1 2 0,2 2 5 16,0-1 2-16,3-1-2 0,1 0-2 0,-1 0-3 16,0 0-4-16,2-1-6 0,2-1-3 15,-4 0 3-15,2-2 4 0,0 2 1 0,1-2 6 16,2 0 1-16,-2 0 2 0,6-2-1 0,2 0-2 16,-2 1 92-16,1-1 41 0,3 0 20 15,-1 1 3-15,-2-1 1 0,0 2-7 0,0-2-75 16,1 0-34-16,1 1-19 0,0-1-10 0,0 2-8 15,2-2-5-15,-2 0 0 0,-1 1-3 16,0 0-1-16,1 1 0 0,-1-2 1 0,-1 2 2 16,0-1 2-16,2-1 1 0,-2 0 1 15,4 0-2-15,-2 0 0 0,1-1-3 0,-2-1-2 16,-1 2 18-16,1-2 11 0,-1 1 10 0,-2 0 4 16,2 1 3-16,-2-2 0 0,0 1-17 0,2-2-10 15,-2 2-8-15,-1-1-3 0,0 0-3 16,-1 2-2-16,-1-1-1 0,-3 1-3 0,-2 0 2 15,0 0 0-15,-1 0 3 0,-2 0-2 16,0 0 3-16,-2 1 0 0,1-1-1 0,-2 2-3 16,-1 0 1-16,0-1 1 0,-4 2-2 15,0-2 1-15,0 2-1 0,-1 0 0 0,0 0-3 16,-4 0-1-16,2 0 2 0,-2-1 1 0,-1 1 2 16,2-2 1-16,-6 0 1 0,1 1 1 0,1 0 1 15,-1-1-1-15,0-1-2 0,-4 1 1 16,3 1 1-16,-3-2 0 0,4 0-2 0,-5 2-1 15,0-1 0-15,-3 0 0 0,-1 2-3 16,-1-2-1-16,-1 0 1 0,-2 0 2 0,-2 4-2 16,1-5 2-16,-4 2 0 0,2-2-1 0,-2 0 1 15,-1 3 0-15,-2-2-1 0,-3-1-1 16,2 0 1-16,-4 0 1 0,2 0-1 0,-2 0 0 16,-2 0 1-16,-2 0 0 0,-1-1 1 0,-1 1 1 15,0-3 1-15,-3 3-1 0,-2 0-1 16,1 0 0-16,-2 0-1 0,1 0-1 0,-3 0 1 15,-2 0-2-15,3 0 3 0,-3 0 0 0,1 0-1 16,-1 0 1-16,-1 0 0 0,2 0 0 0,0 0-2 16,-2 0-1-16,0 0 2 0,1 0-1 0,-1 0-1 15,0 0 2-15,0 0 0 0,0 0 1 16,0 0 1-16,0 0 1 0,0 0 0 0,0 0 1 16,0 0-1-16,0 0-1 0,0-2 0 0,0 2 0 15,0 0 1-15,0-5 0 0,0 3 1 0,0-2 0 16,-1 0-1-16,1-2 0 0,-2 2-1 15,0-2 1-15,-1-2-1 0,-2 1-1 0,1-1 1 16,-2-2-1-16,-1 1 0 0,1 0 0 0,-2-2 2 16,-1 1 1-16,1-1 0 0,-2 2 0 0,-1-1 2 15,2 1-2-15,1 1-1 0,-4 0-1 16,5 1-1-16,-3 1-2 0,2 2 5 0,2-1 6 16,-2 2 2-16,3 0 2 0,2 0 1 15,2 1-1-15,-3 2-4 0,3-1-8 0,1 1-3 16,0 1-3-16,1-1 1 0,1 4-1 0,1-1 0 15,2 0 2-15,0 3 1 0,2-2 1 16,1 0-1-16,2 2 0 0,0 0 1 0,0 1-1 16,2 0 1-16,-3 3 0 0,4-3 1 0,-2 1 0 15,0 2 0-15,0-2-1 0,0 3 0 0,1-2 1 16,-2 0 0-16,1 2 0 0,2-2-1 16,-4 1 2-16,4-1-1 0,-4 0 0 0,1 0 0 15,-2-2 0-15,1 0 1 0,-2 2-2 0,-3-1 0 16,1-1 0-16,-2-1 1 0,1 0 0 0,-4 1 0 15,-2 0 0-15,-1 1 2 0,0 2-1 16,-2 0 1-16,-2 0 0 0,-1 1-1 0,-1-1 0 16,0 1-3-16,0-1 1 0,0 1-1 0,1-2 0 15,2-2-1-15,-1 1-5 0,-2 0-9 0,5-4-23 16,-1 1-48-16,0 0-63 0,0 0-56 0,0-2-86 16,-1-2-147-16,2-1-168 0,0 0-256 15,1 0-209-15,1-1-196 0,2-1 55 0,-1-1 420 16</inkml:trace>
  <inkml:trace contextRef="#ctx0" brushRef="#br1" timeOffset="32215.79">30028 9729 338 0,'1'-5'669'0,"-1"2"240"0,2-1 88 0,0-2-242 16,1 0-200-16,2-2-147 0,2 1-87 15,1-1-46-15,2 0-33 0,2-2-27 0,3 1-13 16,2 3-3-16,-1-5 2 0,3 5-13 0,-2 0-7 16,4 2-31-16,-2 1-34 0,-2 0-34 0,2 5-15 15,-3-1-6-15,1 4-17 0,-2 2 1 16,-1 2-2-16,-5 2-1 0,1 6-2 0,-3-2-4 16,-2 5-2-16,-3 1-7 0,0 4-6 0,-4-2-3 15,-1 4-6-15,-1 0-2 0,-3-2-2 0,1 4 0 16,-3-2 5-16,1 0 2 0,-1 1 0 15,0-2 0-15,1-2 0 0,0 1-3 0,-2-2-5 16,4 1-3-16,0-3-2 0,1-1-3 0,2-1-2 16,-1-1 0-16,2 0 1 0,0-1-1 0,2-1 0 15,2-3 1-15,0 3 0 0,3-7 0 16,2 2-4-16,1-1-8 0,0-6-13 0,4-2-26 16,-1-4-53-16,5-2-62 0,-2-6-52 0,2-1-72 15,0-2-111-15,3-3-87 0,-2-2-25 0,1-2 7 16,0 1 2-16,2-2 54 0,-3 2 138 0,-3-2 98 15,3 1 76-15,-4 2 48 0,0 2 34 16,-4 0 21-16,-1 6 34 0,0-1 23 0,0 5 15 16,-5 4 14-16,0 0 17 0,1 5 22 0,-3 2 14 15,1 2 31-15,-1 4 24 0,1 3 41 0,1-1 46 16,0 5 36-16,2-2 4 0,-4 3-11 0,6 3-22 16,-2-2-42-16,3 3-51 0,-2 2-50 15,5-2-36-15,-2-1-34 0,1 0-17 0,2-4-11 16,3-2-6-16,0-3 3 0,-2-2 14 0,4-3 9 15,-2-3 21-15,2-3 25 0,-1-4 15 0,1-4 4 16,-1-4-11-16,2-4-7 0,-4-2-16 16,2-3 13-16,-4-4 13 0,1-1 11 0,-2 0 7 15,-1-3 1-15,-1-1 2 0,-4 0-28 0,-2-2-23 16,-2 2-19-16,-2 0-7 0,-1-1-2 0,-3 1-5 16,1 2-4-16,-5-1-2 0,0 4 5 15,0 0-2-15,-4 4-4 0,2 5-4 0,-3 2-2 16,0 5-2-16,-1 1-5 0,0 4-4 0,-1 4-2 15,0 4-1-15,2 2 2 0,-4 3-1 0,6 2 1 16,-2 5 0-16,2-3 2 0,2 3-1 16,-2 1-4-16,4 4-10 0,-1-6-27 0,3 2-47 15,1-3-57-15,2 1-49 0,1-2-68 0,1-1-105 16,1-4-125-16,3 1-143 0,-3-3-230 0,1 0-227 16,3-2-128-16,-1-2 177 0,0 1 408 15</inkml:trace>
  <inkml:trace contextRef="#ctx0" brushRef="#br1" timeOffset="32459.92">30598 10086 102 0,'2'0'458'0,"1"0"271"0,-1 1 153 0,3-1-79 15,-2 1-225-15,3-1-159 0,2 2-84 0,1 0-37 16,3-2-14-16,2-2-34 0,-2 2-48 15,4-2-48-15,-2 1-45 0,5 1-30 0,-3-1-30 16,1-1-13-16,1 2-13 0,-1 0-6 0,-1 0-9 16,2 2-7-16,-2-1 0 0,-1 0-3 0,0 3-15 15,-1 0-20-15,-5-1-76 0,-1-1-125 16,0 1-165-16,-3 0-284 0,-2-1-257 0,0 1-214 16,-1-1 47-16,-2-2 364 0</inkml:trace>
  <inkml:trace contextRef="#ctx0" brushRef="#br1" timeOffset="33692.01">22932 2224 189 0,'1'3'310'16,"-1"0"92"-16,3 0-53 0,-1 0-95 16,0 3-74-16,-1-2-9 0,-1 2 2 0,2 2 36 15,-1 1 25-15,-1 0 14 0,2 5 18 0,0-1 0 16,-2 3 12-16,0 2 0 0,1 4-14 0,-1 0-5 16,0 2-28-16,0 1-44 0,0-2-44 15,0 1-38-15,0 0-27 0,0-1-34 0,0-3-16 16,0 3-10-16,0-3-6 0,0-1-5 0,0-1-3 15,0 0 1-15,0-5 0 0,0 0 0 16,0-1 1-16,0-2-4 0,0-1-7 0,0-2-27 16,0-1-78-16,-1-1-106 0,1-3-126 0,-4 1-171 15,3-1-274-15,-1-4-186 0,-1-1 15 0,0-2 231 16,0-1 299-16</inkml:trace>
  <inkml:trace contextRef="#ctx0" brushRef="#br1" timeOffset="34045.4">22808 2127 65 0,'7'1'286'0,"-4"1"136"0,0 0 111 16,2 0-112-16,-2 0-150 0,5 0-71 16,-4 0-13-16,3 2 2 0,-1-2 29 0,2 3 13 15,3-3-17-15,0 5 11 0,1-1-19 0,2-1-17 16,-1 1-16-16,0 0-12 0,4 2-8 0,-2 0-47 16,0-2-26-16,2 0-15 0,-3 2-28 0,2-3-15 15,-2 1-8-15,2-1-3 0,-3 1-2 16,1-2 0-16,-2 1 2 0,0-3 4 0,-2 2-2 15,-2-2 1-15,1 2-16 0,-5-3-42 0,2 0-78 16,-4 1-105-16,-2 1-126 0,-2-1-242 0,-1 1-226 16,-3-2-96-16,0 3 104 0,-1 1 252 15</inkml:trace>
  <inkml:trace contextRef="#ctx0" brushRef="#br1" timeOffset="34459.98">22789 2755 264 0,'5'2'428'0,"-1"-1"141"0,-1 1 27 16,3-2-110-16,-3 1-67 0,2-1-20 0,1 2 28 15,1-2-2-15,-1 1-44 0,5 2-75 0,-3-1-43 16,3 0-45-16,1 2-63 0,1 0-37 15,1-1-19-15,1 0-13 0,0 0-37 0,1 0-25 16,3 0-11-16,-3-1-5 0,3 1-4 0,0-3-1 16,-3 2 0-16,3-2-1 0,-3 1 0 0,-1-1-9 15,1 1-47-15,-2-1-113 0,-1 0-151 16,-3 1-299-16,0 2-271 0,-2-1-245 0,-3 2-71 16,0 0 317-16,-2 0 443 0</inkml:trace>
  <inkml:trace contextRef="#ctx0" brushRef="#br1" timeOffset="41934.67">23476 8335 85 0,'0'3'287'0,"-2"-1"134"0,2-1 111 0,0-1-139 15,0 0-121-15,0 2-58 0,0-2-27 16,0 1-15-16,0-1-16 0,0 0-23 0,0 0-30 16,0 0-35-16,2 0-4 0,-1 0 1 15,1 0-1-15,0 0 33 0,2 0 47 0,-1 0 23 16,4 0-5-16,-3 0 15 0,1 0 32 0,2 0-14 15,2 2-32-15,-1-2 18 0,2 0 4 16,0 1-26-16,-2-1-33 0,4 2-18 0,-2-2-17 16,3 0-37-16,-2 1-23 0,5-1-11 15,-3 1-9-15,2-1-4 0,0 0 17 0,0 0 8 16,0 0 6-16,0 0 5 0,-2 0 0 0,1 0-5 16,1 0-18-16,-1 0-6 0,-1 0-8 15,-2 0-6-15,3 2-2 0,-3-2 3 0,1 2-2 16,0-2 1-16,-1 1-4 0,1 0 4 15,-1-1 1-15,2 2-2 0,-2-2 1 0,0 2 12 16,2-2 25-16,-4 1 11 0,3-1 4 0,1 0 5 16,-3 1-1-16,1-1-11 0,0 0-22 15,-1 0-15-15,-1 0-1 0,2 0-4 0,-1 0-4 16,-1 3 3-16,1-3-2 0,-1 0 2 16,-1 0 2-16,0 0-1 0,1 0 1 0,-2 0-2 15,-1 0 2-15,2 0-2 0,-2 0-5 0,1 0 4 16,-3-3-2-16,1 3 1 0,0 0-5 0,3 0 1 15,-4-1 9-15,1 1-4 0,0 0 3 16,-2-1 2-16,2 1 0 0,0-2 3 16,-1 2-7-16,3 0 3 0,-2-2-5 0,-1 2 0 15,1-1 1-15,0 1-5 0,1 0 2 0,-1-1-1 16,0 1 5-16,-1-2 2 0,1 0-4 0,0 2 4 16,-1-1-2-16,1 0-4 0,-2 1 1 15,1-2 3-15,0 1 2 0,0-1 1 0,0-1-1 16,0 2 7-16,0-1 0 0,1-1-5 15,0 1 1-15,-1 0 2 0,0-1-2 0,1 0-5 16,-1 2-4-16,2-4-2 0,-1 2 3 0,0-1-3 16,0-1 3-16,0-1 4 0,2 2 4 15,-2 0 5-15,1-2-6 0,1 0 3 0,-2-1-1 16,1-1 53-16,1 2 25 0,0-1 13 16,-1-2 8-16,1 2 1 0,0-4 0 0,0 3-49 15,-1-1-23-15,1-1-14 0,-3 1-9 0,4 0-6 16,-2-2-1-16,-1 1 4 0,2 1-1 0,-1-1 1 15,0-1 0-15,0 0-1 0,-1-1-1 16,2 2-4-16,-1-2 1 0,2-1-1 0,-2 0 7 16,0 0 4-16,1-2 6 0,-1 0 1 15,2 0-1-15,-2-2 1 0,2 1-7 0,-3 1-7 16,4-3-4-16,-2 2-4 0,-2-1 0 0,3 0-1 16,-4 1 0-16,2-2 0 0,1-1 1 15,-2 2 0-15,1-1 0 0,-1 0 0 0,0 0-1 16,1-2 1-16,-2 1 0 0,1 0-1 15,2-3 2-15,-3 1 0 0,2-1 3 0,-2 1-1 16,0-2 0-16,0 1 0 0,-1-1 0 0,2-1-1 16,-2 0 0-16,0 1 0 0,0-3 0 15,2 2 1-15,-2-1 1 0,0 0-1 0,0-2-1 16,0 2 0-16,-1-2 0 0,1 2 0 16,-1-2-1-16,0 1-1 0,-1-1-1 0,1 1-2 15,-1 2 0-15,-1 0 1 0,3 1-2 0,-3 1 1 16,2 0 2-16,-2-1 0 0,0 2-1 0,0-3-1 15,0 2 3-15,0 0-3 0,0-3 2 16,0 1 0-16,0-1 2 0,0-1 2 0,0 1-1 16,0 0 1-16,1-3 0 0,-1 3-2 15,0-2 2-15,2 1-2 0,-2 1 1 0,1-1-1 16,1 1 0-16,0-2 2 0,-1-1-3 0,1 3 1 16,1-1-2-16,0-4 0 0,1 2-3 15,-1 0-2-15,3-4 1 0,-3 2-1 0,2-2-1 16,0-2 1-16,1 1 2 0,0 0 1 0,0-1 3 15,-1 1 3-15,0-1 2 0,0 0 0 16,0 1 0-16,-4 1 1 0,4 1-2 0,-2 0-2 16,0 1-1-16,-2 0 1 0,3 1 2 0,-3 0-5 15,3 3 1-15,-1-1 1 0,0 0-1 0,0 0 0 16,0 1-2-16,3 1 0 0,-2-1-3 16,0 2 1-16,0 2 2 0,-1-2-3 0,2 1 1 15,-2 0 3-15,2 2-1 0,-4-3-3 16,5 2-1-16,-3 0 2 0,1 2 3 15,-3-3-1-15,2 3 2 0,1-1 0 0,1-1 2 0,-4 2-1 16,2 2-2-16,2-2 1 0,-4 2-2 16,2 2 4-16,1-1-1 0,-3 1 3 0,2 2-1 15,1-3-3-15,-3 4 3 0,3 0 0 16,-3 1 1-16,2 1-4 0,-1 2 2 0,1 1-1 16,-2-2-1-16,2 3-4 0,-1 1 2 15,0 0 1-15,-1 0-2 0,-1 1 1 0,2 3-2 16,-1-2 4-16,-1 3-1 0,0 0 2 0,2-1 1 15,-2 0-2-15,0 2 0 0,0-1-1 16,0 1-1-16,0 0-4 0,0 0 1 0,0 0 1 16,0 0-1-16,0 0 2 0,0 0 0 0,0 1 0 15,2-1 0-15,-2 4 3 0,0-3 0 16,0 0-4-16,0 3 1 0,0 0 4 0,1-1 0 16,-1 3-1-16,0 0 0 0,0 0 2 0,0 0-2 15,0 1-2-15,0 0-1 0,0 3 1 16,0-1 1-16,0 0 3 0,-1 1-2 0,1 1 0 15,0-1 0-15,-2 3 0 0,2-3-3 0,-2 5 0 16,2-2 0-16,0 1 3 0,-1-1 0 16,-1 0 0-16,2 3 1 0,-1-2 0 0,1 0 2 15,0-2-3-15,-2 4 1 0,0-3 0 0,2 1 1 16,0-1-1-16,-1 0 0 0,1 0 3 16,-2 1-1-16,2 0 1 0,0 0-2 15,0-1-1-15,0 0 2 0,0 2-1 0,-1 0-2 0,1 0 1 16,0 2 1-16,-3-3-1 0,3 3 2 15,-2 0-2-15,2-2 1 0,0 3 1 0,0-4-3 16,-1 5 1-16,1-2-2 0,-2 0 2 16,2 1 1-16,0-2-2 0,-1 2 0 0,1-1-3 15,0 0 1-15,0 0-1 0,0 0-1 16,0 0 4-16,0 1-3 0,0-2 2 0,0 2-2 16,1-3 2-16,1 3-1 0,-1-3 0 0,1 1 1 15,1 1 1-15,0-2 0 0,-2 2 1 16,3-3 1-16,-3 2-2 0,2 0 2 0,1 0-1 15,-1-2-1-15,0 1-2 0,0 0 0 0,2-1 2 16,-4 1 1-16,2-2 0 0,-1 1 2 0,0 0 2 16,-1-1-1-16,3 4-3 0,-4-3-1 15,1 1 0-15,-1 1-1 0,2 0 0 0,-2 0 0 16,0-1 1-16,0 0 1 0,0 2 1 16,0-1-3-16,0 0 1 0,0 0 0 0,0-1 1 15,0 1-2-15,0 0 1 0,0 1 1 16,0 0-1-16,0-1 1 0,0 1-2 0,0-1 1 15,0-1 0-15,0 1 0 0,0 0-1 0,0 0 1 16,0 1 1-16,0-2 1 0,0 1-1 0,0-1-1 16,0 1-1-16,0 0-1 0,0-1 1 15,0 1-2-15,0-1 0 0,0-2 3 16,0 3 1-16,0-4-1 0,0 1-2 0,1 1 2 16,-1 0 0-16,0-2-1 0,2-1 3 0,-2 3 1 15,0-1 0-15,0-1 1 0,0 1-2 0,0-1-1 16,0 1-1-16,-2-1 2 0,2 1 0 15,0 0-2-15,0 1 1 0,0 0 1 0,0 1-2 16,-1-2 0-16,1 2-1 0,0 1 0 16,0-2 1-16,0 0-1 0,0 1 0 0,0 0 0 15,0-3 2-15,-2 5-2 0,2-6 1 0,0 3 0 16,0 0 1-16,-1-2 2 0,1 2-1 16,0 0 0-16,0-1-1 0,0 1 0 0,0-1-1 15,0 1-3-15,0-3 1 0,0 3 2 16,0-1 0-16,0-4 2 0,0 4-4 0,0-3 2 15,0 1 0-15,0-2 0 0,0 1 0 0,0-1 0 16,0 0 0-16,0 0 2 0,-2-1-2 0,2 0 2 16,0-1 1-16,-2 1-1 0,2-1 1 15,0 0-2-15,-1-1-2 0,1 4 1 0,-2-3 0 16,0 2-1-16,2 0-1 0,-3 1 1 16,3-1 1-16,-1 1-1 0,1 0-2 0,0-1 0 15,-3 0 3-15,3-2 0 0,0 2 2 0,0-2-2 16,0 0 1-16,-2 1 1 0,2 1 0 15,0-2-1-15,0-1-1 0,0 0 1 0,0 0-1 16,0-1 0-16,0 2-1 0,0-1 1 16,-1 0-1-16,1-1 1 0,0 4 0 0,0-3 2 15,-2 2-1-15,2 1 3 0,0-1-4 0,0 1 2 16,0-2-1-16,0 2-3 0,0-1 0 16,0-2-2-16,0 2 1 0,0 1-1 0,0-2 4 15,0-1-1-15,0 0 1 0,0-2 2 16,0 2-2-16,0-2 2 0,0 1-2 0,0 1 1 15,0 0-2-15,0-2 0 0,0 2 1 0,0-1-1 16,-1 1 1-16,1 0 2 0,0 2 0 0,0-2-2 16,0 0 1-16,0 0 1 0,0 1-1 15,0-1 0-15,0 2-2 0,0-1 1 0,0 0 2 16,1-1-3-16,-1 1-1 0,0-1 0 16,0 2 1-16,2-2 0 0,-2-2 0 0,1 1 1 15,-1 0-1-15,0 0 0 0,2-1 3 0,1-1 0 16,-3 0-2-16,0 1 0 0,0 0 0 15,1 2 1-15,-1-1-1 0,2 1-1 0,-1-2 1 16,-1 0 0-16,2 1 0 0,0 1-1 16,-1 0-1-16,1-1 1 0,0 3 1 0,-1-2-1 15,1 2 0-15,-1-2 2 0,3 2 0 0,-3-1-1 16,1 2-1-16,-1-1 1 0,4-1 0 0,-4 0-3 16,-1-1 3-16,3 2 1 0,-1-1 1 15,0-1-2-15,-1 1 0 0,1-1 1 16,0-2-1-16,-1 2-1 0,-1-2-2 0,2 1 2 15,-1-1 1-15,3 1-2 0,-4 1 2 0,1-1 0 16,2 0-1-16,-1 0 1 0,0 0-3 0,0 0 2 16,2 0 1-16,-1 0 1 0,-2-2 1 15,3 4 0-15,-3-1-1 0,2-2-1 0,1 3-1 16,-3-3 0-16,2 2 0 0,1-2-2 16,0 0 2-16,-1 1 1 0,0 0-2 0,1 0 0 15,0 0 1-15,0-2 1 0,-1 1-2 0,2 1 2 16,1-1 0-16,-2 0 1 0,1 0 1 15,0 1 0-15,0-2-1 0,0 0-2 0,2 0 1 16,-2 0 0-16,1-1 0 0,-1 0 0 16,3 0 0-16,-2-1 1 0,1 1-1 0,1-1 0 15,-3 0 1-15,1-1-2 0,1 2 3 0,0-2-2 16,-1 0 1-16,-1 2 2 0,2-2-2 0,0 0 2 16,-2 0-3-16,1 0 0 0,-1 0 0 15,2 0 0-15,-1 0-1 0,-3 0 1 0,2-2 0 16,-1 2 0-16,0 0 1 0,-1-2-1 15,0 2 1-15,0-1 0 0,2 0-1 0,-2-1 0 16,0 1 1-16,0-1 0 0,0 1 1 0,1 0-1 16,-3-3 0-16,3 3 1 0,-1 0-2 15,-2-1 2-15,4 0-2 0,-4 1 0 0,2-2 0 16,1 1-1-16,-3 1 0 0,2 1-2 16,1-2-1-16,1 2 3 0,-2 0 1 0,3 2-2 15,0-2 3-15,1 1 0 0,1 1 1 16,1-2-2-16,-1 3 2 0,0-2-1 0,0 1-2 15,2 0 1-15,-1-1-1 0,0 0 0 0,2 1 1 16,-1 0-1-16,-1-1 1 0,-1-1-1 16,3 1-1-16,-1 1 2 0,-2-1-3 0,1 1 2 15,0-2 1-15,0 1 0 0,0 0 1 0,-3 1 1 16,1-2-2-16,1 2 1 0,-2-1 0 0,1-1 0 16,0 2-1-16,-2-1 0 0,1-1 0 15,-1 2 0-15,-1-1-2 0,1-1 2 0,-2 0-1 16,2 2 2-16,-2-2 0 0,1 0-1 15,-3 1 1-15,2 1-1 0,-1-2-1 0,0 0-1 16,0 1 0-16,2-1 1 0,-3 0 1 0,1 0 0 16,-1 0 2-16,1 0 0 0,0 0-2 15,-1 0 0-15,2 0 0 0,-1 0 1 0,1 0-2 16,0 0 0-16,1 0 0 0,3 0 1 16,0 1-1-16,1-1 0 0,0 0 1 0,-1 2 1 15,3-2-1-15,0 0 0 0,0 2 0 0,1-2-1 16,1 1 0-16,2-1-1 0,-1 0 2 15,0 1 0-15,0-1 0 0,1 0 2 0,-1 0 1 16,2 0-1-16,0-1 0 0,0 1 0 16,-1 0 0-16,-1-1-1 0,0-1-1 0,0 0 2 15,1 2-3-15,-2-1 0 0,0 0 1 0,1 1-1 16,0-2 1-16,1 1 0 0,-3 1 0 0,2 0 1 16,-1-2-1-16,-1 2 2 0,3 0-2 15,-1-1-2-15,3 1 2 0,-4 0 1 0,1 0 0 16,1 0 0-16,1-2 1 0,0 2 2 15,0 0 0-15,0 0-1 0,0 0 8 0,0 0 2 16,1 0 2-16,0 0 0 0,-1 0 1 0,2 0 1 16,-3 0-8-16,2 0-3 0,-2 0-2 15,2-1-2-15,-2 1 1 0,2-2-3 0,-2 2 0 16,2-1 2-16,-3-1-2 0,1 0 2 16,-3 2-1-16,-1-1 0 0,2 0 2 0,-3-1-1 15,-2 1 2-15,-1-1-4 0,0 1 1 0,-3 1 1 16,2 0-1-16,-5-1 1 0,3 1 0 0,-3 0 2 15,0 0-11-15,0 0-13 0,-1 0-37 16,-1 0-70-16,-3 1-67 0,1-1-145 0,-2 0-193 16,-1-1-308-16,2 1-293 0,1-4-204 15,-1 2-51-15,0-2 452 0,-1-2 532 0</inkml:trace>
  <inkml:trace contextRef="#ctx0" brushRef="#br1" timeOffset="45131.89">24799 8746 13 0,'2'-8'316'0,"-2"2"217"0,-2 2 200 15,1 1 46-15,-1 2-194 0,0-1-147 0,-1 4-90 16,2 0-38-16,-3 4-30 0,3 3-32 0,-3 1-29 15,1 2-34-15,2 1-22 0,-2 2-22 16,1 1-25-16,2 3-17 0,-3 0-17 0,3 2-10 16,0 0-17-16,0-1-12 0,0 1-10 15,0-3-12-15,0-1-8 0,0-1-6 0,0-2-4 16,0-4-5-16,0 0 2 0,2-4 1 0,-2 0-1 16,1-3 0-16,-1-3 0 0,0-2 3 15,2-3 0-15,-2-6 3 0,3-2 1 0,-2-4-1 16,-1-1-1-16,2-3-1 0,-1 0 0 15,1 0-3-15,0 0 1 0,-2 1 2 0,1 3 3 16,-1 2-4-16,2 2 1 0,0 3-2 0,-2 3-1 16,0 1-1-16,0 1-1 0,0 3 2 15,0 4-2-15,0 1 0 0,0 3 1 0,0 1-4 16,0 4 0-16,-4 3-1 0,4 1 3 16,-1 1 0-16,-1 3-4 0,0 4-7 0,1-2-10 15,-1 3-42-15,-2 0-115 0,-1-1-158 0,0 2-272 16,1-3-268-16,-1 2-249 0,-2-5-90 0,-2 0 307 15,3-3 449-15</inkml:trace>
  <inkml:trace contextRef="#ctx0" brushRef="#br1" timeOffset="48911.93">25848 1313 23 0,'0'-4'290'0,"-2"2"177"15,0-3 135-15,2 2-19 0,4 0-215 0,-4 1-119 16,4-3-48-16,2 4-5 0,1 0 39 0,1 0 20 16,1 1 26-16,4 0 16 0,0 0 1 0,4 0-15 15,-1 1-37-15,3-1-27 0,3 1-41 0,-3 0-50 16,1 1-34-16,2 1-26 0,-2-1-17 0,-2 4-6 16,-2-1-5-16,2-1 22 0,-4 4 38 15,-2-1 45-15,1 2 28 0,-4 1 8 0,-2 1 7 16,-4 2-22-16,-1 0-38 0,-6 1-40 0,0 4-21 15,-7 1-8-15,1 3-13 0,-3 1-6 0,-2 1-12 16,-1 4-7-16,-3-1-11 0,0 2-9 0,1 0-6 16,0-2-4-16,2 0 5 0,0-1 1 0,3-2 2 15,-1-4-1-15,5 0 2 0,1-2-2 16,-2-4-1-16,6-1-2 0,0-3 1 0,3 0 0 16,-1-1-2-16,4-2 3 0,1 1 3 0,2-3 0 15,4 0 0-15,1 0 1 0,2-2 2 0,6-2-3 16,-1-1-6-16,4-1-10 0,-1-2-55 0,4-2-54 15,-2 0-73-15,3-2-113 0,-1-1-152 16,1-3-210-16,-2 0-250 0,0 1-228 0,1-2-112 16,-4 0 193-16,1-1 427 0</inkml:trace>
  <inkml:trace contextRef="#ctx0" brushRef="#br1" timeOffset="49357.83">26557 1469 4 0,'0'-4'339'0,"-1"3"280"0,-1 0 232 16,-1 1 124-16,-2 0-241 0,0 2-177 0,1 3-114 16,-2 2-78-16,-1 2-49 0,-2 6-39 0,0 5-19 15,-3 3 1-15,1 4-30 0,0 7-24 0,-3 0-28 16,2 2-37-16,2 0-47 0,0-1-47 16,4-1-21-16,1-2-14 0,3-5-5 0,4-5-4 15,1-2-1-15,3-5-2 0,6-4 0 0,-2-7 10 16,5-4 6-16,0-4 2 0,3-9 0 0,3-5 1 15,-1-6-2-15,1-4-8 0,2-4-11 0,-1-3-3 16,-1-2-2-16,1-1 2 0,-1 0 3 0,-4 1 3 16,1-3 6-16,-6 5 2 0,1-3 5 0,-4 2-2 15,-4 1-1-15,0 1 0 0,-3 1-10 0,0 1-4 16,-4 4 0-16,0 1 5 0,-3 2 0 16,4 5-1-16,-3 2 6 0,0 4 3 0,0 2-3 15,1 3-8-15,-2 5-3 0,-2 4 0 0,2 2 0 16,-1 3-1-16,-1 7-1 0,1 2 4 0,-2 5-2 15,3 2 1-15,1 5-2 0,-1 2-2 0,0 5 0 16,2 1-2-16,-2 1 2 0,2 1 3 0,2 1 2 16,2-2 0-16,1 0 4 0,1-1 4 0,3 0-2 15,0-5-3-15,1-2-13 0,1-1-39 0,1-5-49 16,1 0-46-16,-2-6-68 0,2 2-111 0,0-7-138 16,0-1-109-16,2-3-187 0,-1 0-244 15,4-2-141-15,-1-1 106 0,-1-2 330 0,2-1 320 16</inkml:trace>
  <inkml:trace contextRef="#ctx0" brushRef="#br1" timeOffset="49788">27215 1338 5 0,'0'-15'313'15,"-3"1"263"-15,-2 4 244 0,1 5 77 0,-1-1-184 16,-2 4-164-16,2 3-116 0,1 1-90 0,-4 3-69 15,2 3-72-15,-1 3-63 0,2 0-45 0,-1 1-39 16,0 3-9-16,1 0-11 0,2 2-2 0,1-1-1 16,1 1-4-16,-1-1 1 0,2 1-15 0,2-1 0 15,-1 1-8-15,1-1 3 0,0 0-3 16,1 0-1-16,2 0-1 0,-4-1-3 0,5 1 2 16,-3 3-5-16,1-4 2 0,-1 1 4 0,0 1 3 15,0-1-1-15,1-1-1 0,-1 0 1 0,1-2 0 16,-2 1-4-16,1 0-4 0,-2-4-6 0,3 2-14 15,-3-2-20-15,1-2-43 0,-1-1-41 16,-1 0-38-16,-1-3-35 0,-1 2-17 0,1-3-1 16,-3 0 35-16,0-2 39 0,-1 1 40 0,1-2 36 15,-3-2 33-15,1 2 16 0,-1-1 15 16,0 0 7-16,-1-1 7 0,1 0 13 0,2 1 11 16,-1 0 12-16,0-1 7 0,1 2 0 0,2 0-3 15,0 0-12-15,-2 0-12 0,2 2-14 0,-1-1-9 16,1 2-4-16,2-1-1 0,1 0-2 15,-3 2-7-15,3-2-40 0,0 0-89 0,0-2-106 16,4 0-206-16,-1-3-250 0,1 2-164 0,2-5-7 16,1-2 213-16,1-2 275 0</inkml:trace>
  <inkml:trace contextRef="#ctx0" brushRef="#br1" timeOffset="49982.8">27384 1261 14 0,'-1'0'403'16,"-4"3"323"-16,0 2 259 0,-1 3 119 0,-2 3-297 16,2 3-251-16,-1 3-156 0,1 0-97 0,-2 4-77 15,3 0-89-15,1 2-62 0,-1-3-34 0,2 3-22 16,-1-6-10-16,4 0-3 0,0-1-10 0,4-3-62 16,-3-1-126-16,2-6-184 0,2-1-288 15,2-3-276-15,-1-6-249 0,-2 0-11 0,1-7 382 16</inkml:trace>
  <inkml:trace contextRef="#ctx0" brushRef="#br1" timeOffset="50165.87">27406 917 210 0,'-8'-3'496'0,"-2"6"208"15,1-1 98-15,1 3-201 0,-2 3-266 0,3 0-170 16,-1 3-80-16,3 1-40 0,-1 2-21 0,2 3-12 15,2-3-7-15,2 1-23 0,2 0-58 16,2-1-75-16,1 3-144 0,0-3-246 0,-1 2-148 16,1-1-13-16,2 2 138 0,0-2 202 0</inkml:trace>
  <inkml:trace contextRef="#ctx0" brushRef="#br1" timeOffset="50817.7">27406 1727 236 0,'-3'6'808'15,"-2"0"382"-15,-1-1 33 0,3-3-224 0,2 1-387 16,1-3-278-16,0 0-151 0,3-5-79 16,1-1-41-16,2-1-11 0,2-5-5 0,4-4 3 15,2-1 3-15,-1-5 6 0,4 3 10 0,-3-3-2 16,3-1 24-16,-1 0 17 0,2 4 12 0,-4 0 6 16,2 1-8-16,-7 4-6 0,4 2-25 0,-7 3-26 15,0 1-20-15,-2 3-15 0,1 1-5 0,-4 0-7 16,1 4-5-16,-1 2 7 0,-1 2 2 15,0 3 1-15,0 3 0 0,0 2 2 0,-1 1 1 16,-1 2-6-16,1 1-4 0,1 1 1 0,0-1-3 16,0 1-3-16,0-2-3 0,3 0-2 0,3-3-2 15,-2-2-4-15,1-2 3 0,3-4 2 0,2-4 1 16,2-2 2-16,1-6-1 0,4-4 2 0,-2-1-1 16,2-2-3-16,-1 1 0 0,0-1 1 0,-3 3 0 15,-1 0 0-15,-1 3-1 0,-1 2-3 0,-3 1 0 16,1 3-3-16,-1 1-1 0,-2 2 1 0,-1 4 2 15,1 2 3-15,-2 1 0 0,-2 1 2 16,-1 5 0-16,0 0-1 0,0 2-11 0,0-1-50 16,2-1-64-16,0-1-79 0,1-3-150 0,3-1-234 15,4-2-316-15,1-2-275 0,2-4-200 0,2-2 36 16,1-5 517-16</inkml:trace>
  <inkml:trace contextRef="#ctx0" brushRef="#br1" timeOffset="51181.9">28184 1178 218 0,'0'-11'606'0,"0"2"313"16,-1 4 141-16,-4 4-184 0,0 4-241 0,2 3-193 15,-5 4-91-15,4 5-22 0,-3 6-7 0,-1 5-30 16,0 2-28-16,-3 5-13 0,3 3-38 0,-1 3-51 16,-1 2-49-16,4-1-33 0,3-1-23 15,0-1-33-15,4-5-9 0,4-4-9 0,5-1-3 16,2-7-3-16,2-5 0 0,4-6 8 0,2 0-4 15,-1-9-4-15,3-5 0 0,3-4-4 0,-4-5 1 16,1-2 1-16,0-3 2 0,-2-3 3 0,-5 0 0 16,1-1 4-16,-3 1 1 0,-5-4 0 0,0 1 0 15,-5-1 0-15,0-1 0 0,-3 1-1 0,-3-4-1 16,0 3 0-16,-4 0-7 0,1-1-5 0,-2 3-3 16,-1 1 0-16,-1 3-2 0,0 1 0 0,1 4 3 15,1 3 3-15,2 2 0 0,-4 4-1 0,1 1-1 16,-1 4 0-16,2 2 1 0,-1 4-1 0,-2 1 2 15,1 3 1-15,1 1-4 0,0 2-13 16,1 0-40-16,-1 2-54 0,2-2-61 0,1-2-129 16,2 2-168-16,-1-3-267 0,2 1-272 0,2-2-229 15,-3-2-127-15,1 2 326 0,-3-3 501 0</inkml:trace>
  <inkml:trace contextRef="#ctx0" brushRef="#br1" timeOffset="51393.99">28083 1264 335 0,'2'3'704'0,"1"-1"237"0,-2 0 66 15,3 2-221-15,2-2-250 0,3 3-185 0,1-1-92 16,-1-2-30-16,5-1-37 0,-1 4-51 0,3-3-50 16,2-2-32-16,-1 4-15 0,0-2-22 0,4 1-13 15,1-1-3-15,-1-1-3 0,1 0 3 0,0 1-1 16,0-2-6-16,-1 0-63 0,-3-2-148 0,-2 1-194 15,2 0-286-15,-6 1-273 0,1 0-234 0,-5-2 33 16,-2 2 436-16</inkml:trace>
  <inkml:trace contextRef="#ctx0" brushRef="#br1" timeOffset="51617.85">28526 1279 203 0,'9'0'757'0,"-3"-2"385"0,2 1 74 16,-1 0-186-16,-1-1-369 0,5 0-256 0,-1 1-146 16,-1 0-74-16,5-1-44 0,-1 1-35 0,3 1-32 15,-3-2-32-15,4 2-22 0,-1 0-8 0,1 0-4 16,1 2 1-16,-3-2-3 0,1 1 1 0,0-1 3 16,-3 2-30-16,1-1-38 0,-6 0-98 0,-3 1-146 15,-2 0-189-15,-3 0-305 0,-2 2-262 0,-3-2-212 16,1 2 119-16,-5 0 445 0</inkml:trace>
  <inkml:trace contextRef="#ctx0" brushRef="#br1" timeOffset="51809.95">28588 1395 259 0,'-7'7'588'0,"2"-1"249"0,2 0 90 0,1 0-251 15,2-1-231-15,0 1-163 0,2 0-115 0,1-2-35 16,4 1-15-16,-1-2-22 0,3 0-14 0,3 0-7 15,2-1-6-15,2-2-24 0,2 0-18 0,2-2-9 16,2 0-1-16,1 1-6 0,0-2-36 0,0 0-95 16,3 1-120-16,-3-3-173 0,0 3-280 0,-1 1-222 15,0-3-81-15,-5 3 189 0,4-1 318 16</inkml:trace>
  <inkml:trace contextRef="#ctx0" brushRef="#br1" timeOffset="52463.83">29397 1003 157 0,'3'-7'479'15,"0"5"267"-15,-1-3 170 0,-1 5-129 0,3-1-203 16,-3 2-139-16,1-1-88 0,-2 2-49 0,0 1-13 16,1 2-8-16,-1 3 5 0,4 5 2 0,-1 3-25 15,0 4-22-15,-1 1-33 0,2 4-39 0,-2 2-44 16,1 2-35-16,-2 4-18 0,1 0-21 0,0 0-7 15,-1 4-1-15,2-3-5 0,-1 1-4 0,1 1-3 16,4-3-9-16,-1 2-11 0,-2-2-10 0,3 0-7 16,-1-2-3-16,1 1-2 0,0-4 4 15,-2-2 1-15,1-1 2 0,-1-4 0 0,0-1-1 16,-2-4 0-16,2-2 1 0,-4-2 0 0,1-3 0 16,-2-3 2-16,0-1 1 0,0-1 1 0,0-3 0 15,0-2-1-15,0-3-1 0,0-1-2 16,0-4-1-16,0-2-3 0,1-3 0 0,1 0 1 15,0-4 6-15,-1-1 2 0,2-3 3 0,1 1 0 16,-3-1 1-16,3 1 1 0,-3 0-11 0,1 0-6 16,-1 3-2-16,-1 1-2 0,0 3 1 0,0-1-1 15,-1 5 9-15,1 2 3 0,-3 1 4 0,1 3 0 16,-1 1 1-16,-2 2-1 0,-2 2 3 0,1 4 0 16,-1 2-1-16,-3 2 2 0,0 2 0 0,-1 4 1 15,2-1-6-15,-2 5-1 0,-2 0 0 0,2 1-1 16,-1 4 3-16,0-1 2 0,-1 3 2 15,1-2-1-15,-1-1 1 0,4 1 0 0,-2-1-5 16,1-2-3-16,4 0-2 0,-2-3-3 0,2-3 0 16,3 0-1-16,-4-3-5 0,6-1-10 0,-3-3-17 15,0 0-38-15,-1-2-76 0,1-2-109 16,-5 1-180-16,1-3-292 0,-2-2-331 0,-2 4-342 16,-2-1-157-16,-3 1 282 0,-2 3 672 0</inkml:trace>
  <inkml:trace contextRef="#ctx0" brushRef="#br1" timeOffset="54113.91">15896 5595 199 0,'3'3'410'16,"-3"-2"153"-16,3 3 98 0,-1-3-196 0,2 0-101 16,1-1-12-16,2 0 17 0,-1 0 11 15,5 0 26-15,2 0-16 0,1-1-65 0,6 0-67 16,2-1-55-16,1 0-39 0,5 1-36 0,2 0-21 15,4 1-13-15,2-2-18 0,0 2-14 16,2 0-5-16,0 0-18 0,5 0-19 0,-4-2-8 16,4 1-8-16,-1-2 2 0,0 0 2 15,-1-2 0-15,1 2-3 0,-2-2 0 0,-2 1 2 16,1 0 4-16,-4-1-6 0,-2 2-7 0,-3 0-26 16,-4 2-57-16,-5-2-134 0,-6 3-233 15,-4 1-286-15,-4 2-278 0,-6 3-241 0,-4 0-9 16,-3 3 454-16</inkml:trace>
  <inkml:trace contextRef="#ctx0" brushRef="#br1" timeOffset="54991.84">15916 8749 183 0,'2'2'436'0,"0"1"197"0,-2-3 99 16,0 1-178-16,1-1-155 0,1 0-85 16,1 0-28-16,2-1 17 0,1-2 33 0,3 3 11 15,3-2-25-15,2-3-40 0,0 3-38 16,6-2-51-16,0 2-31 0,3 0-37 0,4-1 19 15,0 2 28-15,1-1 2 0,2 0-9 16,0 1-25-16,2 0-10 0,1-1-45 0,1 1-41 16,0-1-22-16,-2 1-8 0,1-2-6 0,1 1-2 15,-3-1 0-15,-1 1 2 0,0 0 0 16,0-1-4-16,-3 0 5 0,0-2-16 0,-2 3-54 16,-4-3-61-16,-1-1-106 0,-2-2-164 15,-4 1-291-15,0-3-312 0,-3 2-248 0,-3-3-163 16,0 1 254-16,-3 0 560 0</inkml:trace>
  <inkml:trace contextRef="#ctx0" brushRef="#br1" timeOffset="55704.06">16780 6203 21 0,'0'1'279'0,"0"2"171"15,0 1 166-15,0 1 24 0,1 2-120 0,-1 2-63 16,3 5-11-16,-1-1 5 0,0 4-18 0,1 1-38 16,0 1-62-16,0 4-69 0,2 1-65 15,-1 2-43-15,0 5-19 0,1 0 2 0,-1 5-2 16,1-3 24-16,0 6 7 0,2 2-12 15,-2 3-21-15,0 3-18 0,0 3-13 0,0 3-31 16,1 3-19-16,-3 4-9 0,0 5-6 0,0 2-15 16,-1 4-10-16,0 4-8 0,-2 0-5 0,0 1 2 15,0 1-1-15,0-2 1 0,0 0-1 16,0-5 6-16,0-4 0 0,0-4-4 0,0-4-2 16,1-5-2-16,1-8 1 0,-1-5-2 15,1-5-3-15,1-7 4 0,-1-2-1 0,-1-9 1 16,-1 0 1-16,0-4 2 0,0-3 0 15,0-3-5-15,0-1-5 0,-1-3-14 0,-1-1-24 16,-1-1-40-16,0-2-49 0,0-1-37 0,1-1-32 16,-1-2-43-16,-1 0-58 0,1-1-60 15,-1 0-62-15,-1 0-95 0,4-2-177 0,-4 0-225 16,2-1-93-16,-1 2 94 0,1-2 257 0,1 0 286 16</inkml:trace>
  <inkml:trace contextRef="#ctx0" brushRef="#br1" timeOffset="56007.87">16746 7858 137 0,'2'2'404'0,"-2"2"226"16,3 2 195-16,0 2-78 0,2 2-114 0,2 4-81 15,0 1-63-15,3 0-59 0,0 4-65 0,0 1-44 16,3 1-23-16,0 1-32 0,1 0-30 15,-1 1-28-15,1 0-27 0,-1-2-43 0,1 0-53 16,-2-2-39-16,1-1-20 0,0-1-11 16,0-4-5-16,-3-1-5 0,1-4 0 0,-1 0-3 15,1-3 1-15,-3-3 0 0,0-4 1 0,-2 0 1 16,2-4 2-16,-2-4 0 0,-2-3-3 0,0-2-12 16,0-3-35-16,-3-1-52 0,-1-3-48 15,0-2-69-15,0-4-121 0,-3-3-153 0,0-4-221 16,0 0-236-16,-2-3-230 0,0-5-95 15,-3-4 271-15,2 0 449 0</inkml:trace>
  <inkml:trace contextRef="#ctx0" brushRef="#br1" timeOffset="56470.97">16625 6616 10 0,'1'-3'240'0,"-1"-1"145"0,4-5 151 16,-3 1 7-16,6-4-108 0,-3-1-61 0,4-6-15 15,2 2 9-15,-2-3 8 0,2 0-5 16,3-4-16-16,-2 4-30 0,2-1-43 0,-2-1-54 16,0 2-45-16,2 2-44 0,-4-1-40 0,4 3-34 15,-4 2-19-15,3 1-9 0,-2 3-13 16,-2 2-8-16,0 2-8 0,0 0-5 0,3 1 4 15,-3 4-3-15,0 1 5 0,4 4-2 16,-3 0 5-16,0 4 8 0,2 0-2 0,-1 6-1 16,-1 1-2-16,-1 0 3 0,1 6-4 0,-2 1-8 15,1 2 1-15,-2 1-14 0,2 0-46 16,-3 0-129-16,-1 1-181 0,0-1-288 0,-3 0-281 16,3 3-261-16,-4-1-79 0,0-2 381 15,0 4 487-15</inkml:trace>
  <inkml:trace contextRef="#ctx0" brushRef="#br1" timeOffset="57053.47">17502 7153 293 0,'-6'-6'700'0,"0"-1"333"16,-2-1 118-16,-2 1-250 0,2-1-263 0,0 2-98 16,2 0-82-16,-2 4-78 0,2-4-70 15,0 3-52-15,-1 2-51 0,1 0-80 0,-2 2-54 16,2 0-31-16,-1 4-17 0,1 1-13 15,-2 3-5-15,0 3-3 0,2 3-1 0,1 3 0 16,-1 2-3-16,1 1 0 0,2 0 0 0,2 0 0 16,-1 0-4-16,4-3 2 0,-1 0 1 15,2-4 1-15,3-1-5 0,1-4 2 0,-1-2 2 16,2-4 1-16,4-4 1 0,-2-5 3 0,1-6 3 16,3-5 0-16,-1-6 0 0,0-3 0 15,-1-5-3-15,2 1-1 0,-2-6-3 0,-3 1 0 16,2 1 1-16,-3 0-1 0,-2 2 0 0,-1 0 3 15,0 2 1-15,-2 0 0 0,0 3 0 16,-1-2 1-16,-1 3-1 0,-1 3 2 0,0 1 6 16,0 4 7-16,0 2 7 0,-1 4 1 0,1 2 3 15,0 4-3-15,0 1-7 0,0 4-8 16,-2 2-7-16,2 5-3 0,-3 5-2 0,3 3 0 16,0 6 0-16,3 4 1 0,-1 5 1 15,-2 4 1-15,1 5 7 0,1 6 3 0,-2 4 1 16,1 3 0-16,1 2 1 0,1 1-3 0,2 0-7 15,3-1-5-15,1-5-9 0,3 1-30 16,0-6-79-16,1-1-81 0,0-4-157 0,-1-3-284 16,-1-1-326-16,2-3-352 0,-1 1-183 15,-2-2 95-15,0-2 645 0</inkml:trace>
  <inkml:trace contextRef="#ctx0" brushRef="#br2" timeOffset="76173.89">22054 12550 39 0,'2'-6'318'15,"-2"-1"216"-15,-2 1 207 0,2 0 51 0,-3 1-124 16,3 1-81-16,0-3-58 0,-1 4-61 0,-1-1-70 15,0 1-75-15,2 1-67 0,0 0-58 16,0 2-32-16,0-2-10 0,2 2-7 0,0 2-8 16,-2-2-20-16,0 1-20 0,1 0-23 15,-1 1-20-15,0 1-17 0,0 4-11 0,3 4-2 16,-3 6 1-16,2 2 2 0,0 8-3 0,-1 4-2 16,-1 2-3-16,0 4-7 0,0 1-7 15,2 2-7-15,-1-3-2 0,1-3-1 0,1-5 0 16,1-2-2-16,1-7-1 0,0-4-2 0,3-2 2 15,1-6 2-15,-1-4 0 0,0-4 4 16,4-6 2-16,-2-5 1 0,3-2 0 0,1-4-1 16,1-1 1-16,0-2-5 0,1 2 0 0,1 3-1 15,0 1-2-15,0 3 0 0,-1 2-2 16,3 6 1-16,-3 2 1 0,1 5 2 0,0 4 1 16,-1 1-1-16,0 6 1 0,0 0 1 15,-2 3 3-15,-1 0 1 0,-1 2 1 0,2-3-2 16,-2 1 0-16,0-2-3 0,-2 0-2 0,-1-4-2 15,2-3 1-15,-1-3 4 0,-2 0 2 16,-2-6 4-16,3-2 2 0,-2-4 4 0,-1-4 6 16,1-2 1-16,-3-4-1 0,1-3 1 15,-2-2-2-15,-2-1-3 0,3-4-7 0,-4-1-2 16,1 0-1-16,-2-3-2 0,1 2-2 0,-4-4-2 16,3 1 3-16,-2 2 0 0,-2-1-2 0,2 4-2 15,0 1 2-15,0 4-1 0,-1 5-1 16,1 1-2-16,2 4-2 0,-1 2-18 0,0 4-44 15,-1 0-55-15,3 3-52 0,0 4-72 16,-1 0-121-16,1 3-149 0,1 3-179 0,-1-1-230 16,3 1-224-16,2 1-97 0,0-1 247 0,2 2 430 15</inkml:trace>
  <inkml:trace contextRef="#ctx0" brushRef="#br2" timeOffset="76551.75">22872 13060 164 0,'0'0'625'16,"-2"-1"347"-16,0-2 137 0,0-3-121 0,2-3-330 16,-2-4-240-16,4 0-133 0,-2-2-63 15,2-2-50-15,3-5-26 0,0 0-18 0,0-5 6 16,1-1-1-16,1-3-10 0,0-2-2 0,1 0-21 15,0-2-20-15,-1-3-28 0,2 1-23 16,0 0 12-16,0 5 5 0,0 2 2 0,-3 7 3 16,-1 2 4-16,0 3 6 0,-2 8-19 0,0-1-11 15,0 3-9-15,-1 5-3 0,1 3-6 16,0 5-6-16,-2 3-3 0,1 4 0 0,0 7 2 16,-1 1-2-16,3 4-1 0,-3 6-1 15,1-2 0-15,1 3 0 0,0 2-3 0,0 0 1 16,2 0-1-16,-1 0 1 0,1-1 1 0,0-1 0 15,2-3 2-15,-3 0-21 0,2-4-64 0,-1-3-63 16,-2-1-122-16,1-6-179 0,-3 0-315 16,-1-4-313-16,0-1-229 0,-1-3-112 0,-3-2 357 15,0-2 555-15</inkml:trace>
  <inkml:trace contextRef="#ctx0" brushRef="#br2" timeOffset="76741.81">22831 12806 110 0,'-5'-7'652'0,"0"4"411"0,2 0 110 16,1 1-112-16,2 1-412 0,2 1-303 0,1 1-163 15,4-1-76-15,3 4-36 0,2-3-21 16,0 0-14-16,6 1-14 0,-1 0-12 0,5-1-5 16,0-1-32-16,3 1-97 0,-2-1-134 15,2 3-244-15,2-3-273 0,-2 0-261 0,4-3-139 16,-3 2 209-16,1 1 416 0</inkml:trace>
  <inkml:trace contextRef="#ctx0" brushRef="#br2" timeOffset="77575.97">23338 12570 219 0,'3'-5'397'0,"0"1"180"0,1-1 51 15,-3 1-79-15,1 0-60 0,1 2-26 16,-1-1-17-16,1 1-26 0,0 1-42 0,-2 0-56 16,1 1-67-16,-1-2-55 0,-1 2-38 0,2 2-10 15,0 0 17-15,-1 3 31 0,3 2 9 0,-1 2-5 16,-2 1-14-16,3 2-27 0,-3 6-41 16,2-2-46-16,2 3-24 0,-5 2-16 0,3 4-12 15,-2-2-6-15,3 2-5 0,-1 0 1 16,-1 0-2-16,1 2 1 0,-2-1-2 0,3-2 0 15,-3 0-3-15,2-3-3 0,2-2-2 0,-4-2-4 16,4-4 0-16,-2-1-2 0,1-3-1 0,-3-3 2 16,4-2 2-16,-2-4 3 0,4-5 1 15,-1-3 1-15,0-6 1 0,0-3-1 0,2-3 0 16,3-4-2-16,-1-3 1 0,1 0-1 16,1 0 1-16,1-4-1 0,1 2 1 0,1 1-2 15,-1-1-1-15,-1 2-1 0,-2 3-1 0,3 0 1 16,-3 4 0-16,1-1 0 0,-4 5 0 15,0-1 1-15,-1 8 0 0,-2-2 0 0,1 3 1 16,-5 4 1-16,1-1 3 0,-2 2 0 16,-2 3-2-16,-1 0 0 0,-3 6-1 0,0 0-2 15,-2 3 2-15,-2 3-3 0,-2 3-1 0,0 3 0 16,-3 3-1-16,0 3 0 0,1 2-2 16,-2 1 1-16,2 3 1 0,1 1-2 0,2 0 1 15,1-2 2-15,1 0 0 0,3-3-2 0,1-2 2 16,4 1-1-16,1-6 0 0,1 1 0 15,4-4-1-15,1-2 1 0,1-1 2 0,4-2 0 16,0-4 0-16,0-1 0 0,6-3-3 0,-2-1-25 16,4-4-67-16,-1-1-63 0,0-3-100 15,1 0-149-15,-2-1-242 0,2 0-304 0,0 0-225 16,-1 1-170-16,0-1 147 0,-1 2 479 0</inkml:trace>
  <inkml:trace contextRef="#ctx0" brushRef="#br2" timeOffset="77945.98">23909 13048 114 0,'0'-7'371'16,"0"-7"197"-16,0 1 187 0,0-4-54 15,2-2-130-15,-1-3-84 0,4-4-41 0,-2-2-48 16,2-6-57-16,-2 0-69 0,2-4-64 15,1-2-48-15,2-1-40 0,-2 1-21 0,1 1-22 16,1 1-12-16,-2 4-3 0,1 4 0 0,0 2 7 16,-2 6 0-16,1 3 0 0,-3 4-10 15,2 4-8-15,-2 3-14 0,0 3 9 0,0 3 8 16,1 4 10-16,0 4 4 0,0 3 25 16,0 4 14-16,2 4-16 0,-1 2-13 0,2 2-6 15,-3 5-9-15,1 1-25 0,2 0-15 0,0 5-9 16,-2 3-4-16,0 1-6 0,0 2-1 15,1-1-1-15,2 0 3 0,-4 0-1 0,1-3-2 16,2-1 3-16,-1-2-15 0,-1-2-48 0,-1-3-61 16,1-2-65-16,-3-5-117 0,-2-2-177 15,0-4-260-15,-4-2-257 0,1-2-214 0,-3-3-100 16,0-5 284-16,-2-2 487 0</inkml:trace>
  <inkml:trace contextRef="#ctx0" brushRef="#br2" timeOffset="78143.84">23885 12866 32 0,'2'0'424'0,"-1"2"302"15,2 0 181-15,1-1 38 0,0 0-305 16,5 1-210-16,1 0-117 0,1-1-58 0,1-1-34 16,3 0-35-16,1-3-51 0,2 1-56 15,0-2-35-15,2 1-25 0,0-3-11 0,-1 2-25 16,3-1-96-16,-1-1-138 0,-2 2-199 0,1-1-273 15,1 3-250-15,-4-2-154 0,4 2 167 16,-1-2 391-16</inkml:trace>
  <inkml:trace contextRef="#ctx0" brushRef="#br2" timeOffset="78851.84">24398 12628 4 0,'-4'-10'396'15,"1"1"373"-15,2 0 313 0,-4 0 76 0,1 7-335 16,1-4-244-16,-1 4-159 0,1 2-100 15,0 1-80-15,-1 1-41 0,3 5-16 0,-1 2-8 16,1 1-16-16,-1 3-18 0,0 4-19 16,1 1-20-16,1 5-24 0,-4 1-22 0,3 4-12 15,-1 1-8-15,1 0-4 0,-2 3-5 0,1 0-7 16,2-3-2-16,0 1-6 0,0-5-3 16,2-3-4-16,1-2-4 0,-2-5-1 0,2-2-2 15,1-4 0-15,-3-1 2 0,3-4 0 16,-1-4 0-16,0-3 2 0,0-3 3 0,0-3-3 15,2-5 1-15,-1 0 0 0,0-6 1 0,-1-1-2 16,-1-1-1-16,-1-4-1 0,2 1 1 0,-3-4-1 16,0 2-1-16,0-6 3 0,0 2-2 15,-1-1 0-15,1 1 1 0,-2 1-3 0,2 3 3 16,0 3-3-16,0 4 2 0,0 4-2 16,0 2 0-16,2 4-2 0,-2 4-1 0,1 3 0 15,1 3 0-15,1 4 2 0,0 7 1 0,3 1 0 16,1 2 2-16,-2 6 2 0,3 1-2 15,-2 5 1-15,3-1 2 0,-1 3-1 0,0 2 0 16,0 2-2-16,3-2 0 0,-1 0 1 16,-1-2-2-16,4-2 0 0,-4-2 2 0,-1-3 1 15,3-3 0-15,-1-3-2 0,-4-3 2 0,2-3-2 16,0-1 2-16,-3-5-1 0,-1-3 1 0,1-3 1 16,0-3 3-16,-1-3-2 0,3-5-1 15,-6-1 1-15,4-3-1 0,-2-3-3 0,2-1 0 16,-2-2 1-16,1-1-1 0,-2-5 0 15,0 1 0-15,0-5 1 0,-1 0-1 0,-1 0-1 16,2-1 1-16,-1 4-1 0,1 1 1 0,-2 6-1 16,2 5-2-16,-2 3-9 0,0 4-24 15,0 4-48-15,-2 6-55 0,2 3-45 0,2 4-56 16,-2 2-87-16,1 5-104 0,1 1-95 16,3 1-161-16,-4 3-249 0,6-1-187 0,0 1 3 15,0 1 283-15,2-4 378 0</inkml:trace>
  <inkml:trace contextRef="#ctx0" brushRef="#br2" timeOffset="79113.84">24941 12582 182 0,'0'-11'690'16,"-1"1"420"-16,-6-1 119 0,1 2-162 0,-2 1-216 15,0 2-228-15,0 1-169 0,-1 2-102 16,-1 0-66-16,-1 6-64 0,-1 1-84 0,1 2-46 15,-3 5-31-15,2 4-15 0,3 2-12 0,-2 6-12 16,3 1-6-16,2 4-6 0,-1 3-5 0,2 2-1 16,1 1-3-16,2 4 0 0,2-2-1 15,0 0 0-15,5-2 0 0,-1-7 0 16,5-2-1-16,0-2-3 0,4-4-14 0,-2-8-47 16,3 0-76-16,2-7-101 0,1-4-170 0,1-1-300 15,0-5-336-15,3-3-307 0,1-3-149 0,5-3 243 16,2 0 633-16</inkml:trace>
  <inkml:trace contextRef="#ctx0" brushRef="#br2" timeOffset="79925.85">25171 12578 386 0,'-3'-8'823'0,"-2"-1"299"16,3 3 13-16,1-1-325 0,-1 3-294 0,0 1-209 15,4 2-133-15,0-2-60 0,1 1-28 0,3 1-19 16,3 1-10-16,1-1 14 0,1 1 4 0,6 0-9 16,-1 0-13-16,3 1-7 0,2 0-1 15,-2 1-17-15,1 0-9 0,-2 0-12 16,1 0 2-16,-4 1 0 0,0-1-2 0,-2 2-5 16,-1-1 4-16,-2-2 1 0,-4 1-4 0,2-1 0 15,-4 2-3-15,0-3 23 0,-1 2 43 0,-2-1 45 16,3-1 25-16,-4 1 13 0,1-1-1 15,-1 0-18-15,2 0-38 0,-2 2-37 0,2 0-22 16,-2-1-18-16,0 2-3 0,1 1-4 16,1 2 3-16,-1 5 2 0,2 3 3 0,-1 2 2 15,1 4 0-15,-2 4-1 0,4 3-6 0,-2 4-3 16,1 4-2-16,-1 0 0 0,2 3-2 0,-2 3 0 16,1 2 0-16,1 2 0 0,-2 0 1 15,2 2-1-15,-2-1 2 0,-1-1-2 16,0-1 1-16,-1-1-1 0,-1-4 7 0,0-3 5 15,-1-1 8-15,-3-6 6 0,1-1 3 0,-2-2 6 16,-1-6-4-16,-3-1-4 0,-1-3-6 0,-1-4-5 16,-1-4-3-16,-1-4-5 0,-3-4-2 15,0-4-4-15,0-4-2 0,0-6-2 0,1-4-2 16,0-5-1-16,3-2 0 0,2-5-2 16,1-2-1-16,2 1 1 0,1 1 0 0,3-2 0 15,3 3 1-15,2 1-1 0,4 2 2 0,-2 0-1 16,5 4 0-16,3-1-2 0,2 4-6 15,2 1-14-15,2 2-47 0,0-2-70 0,2 5-75 16,-3 1-137-16,2 3-191 0,-2 2-313 16,1 3-275-16,-1 0-201 0,0 4-41 0,-2 2 417 15,0 0 515-15</inkml:trace>
  <inkml:trace contextRef="#ctx0" brushRef="#br2" timeOffset="80523.82">25792 13129 66 0,'3'0'561'0,"-3"-1"405"15,0-2 177-15,0-3-43 0,-3-2-374 16,3-2-283-16,0-4-157 0,0-2-42 0,3-2-6 16,-1-3-3-16,1-3-5 0,-2-5-21 0,4-3-26 15,0-3-42-15,-2-3-38 0,4 1-40 0,-1-4-26 16,-2 1-13-16,1-1-9 0,-2 3-3 15,2 1-3-15,-1 5-2 0,-1 5-1 0,1 2-3 16,-2 8-1-16,-1 1-2 0,1 7 0 16,-1 1 0-16,3 3-2 0,-1 5 2 0,2 5 0 15,0 3 2-15,1 6 6 0,1 2 5 0,2 5 3 16,0 3 0-16,0 3 3 0,3 3-2 16,-3 3-4-16,4 0-5 0,-4 3-4 0,4-1 0 15,-1 1-1-15,0-2 0 0,0 2-5 0,-1-6-33 16,-1 0-70-16,1-2-72 0,-5-5-149 15,0-2-214-15,-2-3-319 0,-3-4-302 0,-1-2-205 16,-1-4-6-16,-4-3 495 0</inkml:trace>
  <inkml:trace contextRef="#ctx0" brushRef="#br2" timeOffset="80727.78">25784 12839 199 0,'2'-4'692'15,"-1"3"340"-15,1 1 70 0,0 0-189 0,4 0-356 16,0 1-262-16,2 3-124 0,2-3-48 16,2 0-22-16,3 2-11 0,0-1-4 0,1-2-6 15,5 1-27-15,0-2-19 0,0 1-13 0,1-2-4 16,4-1-8-16,-4 1-57 0,-1-2-128 16,0 2-180-16,-2-2-288 0,-1 2-267 0,-3 0-239 15,0-1-8-15,-3 1 373 0</inkml:trace>
  <inkml:trace contextRef="#ctx0" brushRef="#br2" timeOffset="81045.85">26503 12152 153 0,'0'-18'753'0,"0"6"457"0,-1 2 179 16,-4 3-105-16,2 0-428 0,2 5-321 0,-3 3-164 15,0 4-94-15,-1 2-85 0,-2 6-72 0,0 4-39 16,0 6-21-16,-1 2-14 0,3 4-10 0,-1 8-9 16,-1 4-6-16,3 4-8 0,-1 5-5 15,2 2-4-15,2 9-1 0,1 2-2 16,0 6-2-16,0 0 3 0,1 5 0 0,2-1-1 15,1 0-8-15,-3 0-31 0,6-1-76 0,-3-6-111 16,-1-5-186-16,4-5-295 0,-4-9-339 0,2-4-360 16,0-9-151-16,-2-7 290 0,3-2 681 15</inkml:trace>
  <inkml:trace contextRef="#ctx0" brushRef="#br2" timeOffset="82129.91">26927 12402 84 0,'-1'-8'352'0,"-1"4"212"0,1-1 177 0,-1 4-66 15,0 4-130-15,2 1-59 0,2 7-33 16,0 3-31-16,1 4-41 0,0 7-51 0,1 3-63 16,1 4-71-16,0 5-51 0,1 5-35 0,-1 3-22 15,2 3-23-15,0 2-12 0,-2-1-7 16,1 1-15-16,1-4-15 0,-1-1-6 0,3-6 1 16,-1-4-4-16,4-6-4 0,0-4-2 15,-1-6-1-15,3-2 2 0,-2-7-3 0,-1-6 3 16,3-2 2-16,-5-6 3 0,1-7-3 0,1-5 0 15,-3-4 5-15,-2-4-3 0,1-1-1 16,-3-2 1-16,-2 0 1 0,-1 0 5 0,-2 3-3 16,-5 1 0-16,1 2 0 0,-2 2-1 0,-1 3-1 15,2 3-5-15,-3 1 1 0,1 5-7 16,-2 2 0-16,-1 4 0 0,3 2 2 0,0 4-6 16,0 2-17-16,1 5-21 0,0 2-21 0,2 2-50 15,1-1-98-15,0 2-122 0,3-2-137 16,1 2-268-16,1-4-254 0,4-1-143 0,0-4 116 15,2 0 351-15</inkml:trace>
  <inkml:trace contextRef="#ctx0" brushRef="#br2" timeOffset="82465.92">27246 12768 280 0,'5'-2'576'0,"-1"2"229"0,-3 3 145 16,2 1-185-16,-1 7-170 0,0 2-136 0,-1 4-72 15,2 3-51-15,2 2-48 0,-4 4-47 16,2 1-46-16,2 1-35 0,-1-1-21 0,0-1-20 16,1-1-25-16,0-4-32 0,1-1-32 0,-1-5-12 15,0-2-11-15,-1-2 4 0,1-4 6 16,-2-2 23-16,1-5 14 0,2-4 5 0,-3-4 0 16,2-4-5-16,-2-6-11 0,2-3-21 15,-1-5-8-15,0-1-5 0,2 0-1 0,-3-3-2 16,0 2-1-16,0 3-2 0,0-1-1 0,-1 4-2 15,1 3-2-15,-1 2 0 0,0 4-4 16,1 2-2-16,-2 4 2 0,2 3-1 0,-1 2 1 16,1 4 1-16,-2 2-16 0,3 3-46 15,0 3-46-15,0 0-49 0,1 3-90 0,-1-3-133 16,2 1-131-16,1-1-129 0,1-1-246 0,0 0-216 16,-1-3-15-16,3-1 247 0,0-1 350 15</inkml:trace>
  <inkml:trace contextRef="#ctx0" brushRef="#br2" timeOffset="82783.92">27583 12780 314 0,'-1'-5'663'0,"-4"1"354"0,2 2 101 0,-2 1-258 15,2 1-216-15,-2 3-140 0,0 1-89 0,1 2-74 16,-2 4-60-16,1 2-39 0,-2 4-33 16,3-1-39-16,-1 4-51 0,2 0-45 0,-1 0-27 15,2 0-19-15,0-1-11 0,4-1-12 16,0-4-3-16,2-1-1 0,-1-3-2 0,3-1 2 15,1-5-1-15,1-3 3 0,2-5 1 0,-2-3 0 16,4-5 1-16,0-4 0 0,-1-2-2 16,2 0 0-16,0-1-1 0,-2-3 1 0,3 4-3 15,-3 1 1-15,0 3-1 0,-2 3 0 0,-1 1-1 16,-1 7-4-16,0 1 5 0,0 5-4 0,-4 3 4 16,-1 5 2-16,-1 3 0 0,1 2-2 15,-4 4-2-15,1 3 3 0,1 2 0 0,-4 3-7 16,3-2-28-16,-1 2-59 0,1 0-58 15,-1-3-119-15,0-1-174 0,2-5-292 0,2-3-292 16,1-5-223-16,0-4-136 0,1-5 316 0,-1-3 529 16</inkml:trace>
  <inkml:trace contextRef="#ctx0" brushRef="#br2" timeOffset="83145.92">27836 12464 49 0,'2'-11'446'0,"-2"5"374"0,0 0 278 0,0 6-15 16,-2 3-288-16,2 1-225 0,-1 4-138 16,1 5-59-16,-2 2-49 0,2 4-44 0,-2 5-37 15,2 2-31-15,-1 3-40 0,-1 3-52 0,2 0-39 16,0 3-30-16,2-4-19 0,-1 1-13 16,4-4-9-16,2-3-6 0,-1-6-1 0,3-1-2 15,3-6 2-15,-1-3-3 0,3-8 1 16,-1-2 1-16,1-6-1 0,-3-1 2 0,0-4-1 15,1-2 1-15,-4-1 1 0,2 2-1 0,-2 0-1 16,-4 4 0-16,1-1-1 0,-2 4 0 16,1-1-1-16,-4 7 0 0,0 0 0 0,0 6-2 15,-4 3 2-15,0 1-1 0,-3 5 1 16,1 5-2-16,-2 1 1 0,3 3 1 0,-1 0-2 16,0 3 3-16,1-1-1 0,1 2 1 0,4-1-5 15,0-2-23-15,0-1-55 0,4-3-60 0,2-1-73 16,1-4-132-16,1-1-182 0,0-3-300 15,2-3-239-15,2-1-208 0,2-2-43 0,2-3 389 16,-1-1 486-16</inkml:trace>
  <inkml:trace contextRef="#ctx0" brushRef="#br2" timeOffset="83614">28698 12847 36 0,'2'-20'552'0,"-4"2"492"15,-1 0 224-15,0 4-1 0,-3 2-309 16,1 3-296-16,-2 0-204 0,-1 3-121 0,0 6-76 15,-2 0-75-15,-3 6-72 0,-3 5-39 16,2 2-23-16,-3 3-14 0,2 4-6 0,0 1-7 16,2 3-7-16,-1 0-5 0,2 0-3 0,4-1-5 15,2-1-4-15,2-1-2 0,2-6 2 0,4 0-3 16,4-5 0-16,0-2 1 0,4-6 1 16,-1-3 1-16,5-5-2 0,2-5 1 0,3-3 0 15,1-4-3-15,1-3-2 0,1-3-1 16,0 0-3-16,2 1 0 0,-5 2-1 0,2 2 0 15,-4 5 3-15,-3 3 3 0,1 4 1 0,-5 4 0 16,0 5 3-16,-3 4 0 0,-3 3-1 0,-4 8 0 16,0 0-1-16,0 4 3 0,-3 3-1 15,0 0 2-15,0 0-1 0,0 2 2 0,-1-2-2 16,4-1-1-16,-1 0-17 0,1-4-55 16,1-4-64-16,1-1-90 0,0-4-159 0,2-4-265 15,0-4-318-15,2-2-267 0,1-6-190 0,2-3 131 16,-1-4 563-16</inkml:trace>
  <inkml:trace contextRef="#ctx0" brushRef="#br2" timeOffset="83829.92">28980 12297 366 0,'1'-16'703'16,"1"5"273"-16,-2 5 118 0,1 6-267 15,-1 4-234-15,0 5-145 0,0 5-21 16,2 7-27-16,0 4-54 0,-2 4-57 0,0 7-36 15,0 3-48-15,-2 9-64 0,0 2-51 0,1 2-35 16,-1 6-19-16,2-2-15 0,2 1-9 0,-1-3-5 16,3-5-11-16,-1-4-53 0,3-4-71 15,-2-5-99-15,0-8-159 0,-3-2-258 0,1-3-330 16,-4-7-274-16,1-1-175 0,-3-5 152 16,0-6 553-16</inkml:trace>
  <inkml:trace contextRef="#ctx0" brushRef="#br2" timeOffset="84033.96">28833 12661 20 0,'0'-16'451'0,"1"5"365"0,1-1 209 0,-1 4-12 16,1 0-352-16,2 2-253 0,3 0-168 16,-2 1-85-16,3-1-37 0,2 1-19 0,0 1-13 15,1 1-32-15,3 0-26 0,-3 0-12 16,5 2-8-16,-3 1-7 0,1 0-2 0,4 1-33 0,-6 2-94 15,1 1-137-15,-4 5-246 0,-1-1-263 16,1 1-230-16,-4 3-79 0,-3 0 233 16,0 3 381-16</inkml:trace>
  <inkml:trace contextRef="#ctx0" brushRef="#br2" timeOffset="84297.99">29087 13006 76 0,'9'38'582'0,"1"-2"401"16,0 0 155-16,0-6-81 0,2-2-398 15,2-4-309-15,2-6-173 0,1-3-70 0,1-6-32 16,0-4-14-16,0-9 5 0,1-6 9 16,1-5 7-16,-2-6 2 0,1-4 12 0,-2-4 39 15,0-1 45-15,-4-1 27 0,-2 3 9 0,-4-2-12 16,-4 4-25-16,-6 2-36 0,-2-1-50 0,-6 5-35 16,0 1-25-16,-2 0-16 0,-3 1-8 15,2 5-5-15,-5 1-1 0,3 6-4 0,-1 1-2 16,2 7 0-16,1 4-2 0,1 3-2 0,3 4-1 15,2 3-14-15,0 3-58 0,3 2-58 16,2 1-79-16,0 1-144 0,3 1-203 0,3 0-310 16,0 1-234-16,3-2-199 0,6-2 38 15,1-1 447-15</inkml:trace>
  <inkml:trace contextRef="#ctx0" brushRef="#br2" timeOffset="84981.9">29577 13194 189 0,'-4'4'507'0,"-3"1"243"0,1 0 129 0,-1-3-155 15,0 2-221-15,2-4-147 0,2 0-98 0,-4-4-51 16,6 0-40-16,-4-7-49 0,5-1-21 15,0-5-25-15,1-5 8 0,4-6 18 0,2-2 26 16,2-6 12-16,4-3 2 0,0-2 5 16,2 1 4-16,1 1 4 0,0 4-8 0,-3 4-7 15,-1 5-18-15,-1 4-18 0,-3 4-24 0,-1 4 9 16,0 8 7-16,0 1 8 0,-3 5 6 16,1 7 2-16,0 5-1 0,-2 6-25 0,2 2-23 15,-2 5-18-15,-2 3-8 0,3 0-5 16,-3 3-7-16,2-1-6 0,1-2-2 0,1 0-3 15,-2-2-3-15,3-2-5 0,0-5-2 0,1-4 0 16,1-2-2-16,1-4 2 0,-1-7 1 0,1-2 3 16,4-7-2-16,0-5-2 0,-1-4 2 15,2-5-1-15,2-5-1 0,-2 0 1 0,1-4 1 16,0 4 0-16,-3-1 0 0,0 3-1 16,-2 3 1-16,-2 3-1 0,-3 3-1 0,-1 3 0 15,1 5 1-15,-2 1-1 0,-2 5 2 0,1 2-1 16,0 5 1-16,-2 4 0 0,-2 4 0 0,0 0 0 15,2 4-1-15,0 3 4 0,0 1-1 16,0 0 0-16,4 0 0 0,-4 3-2 0,3-4-1 16,0 2-1-16,0-3-1 0,2-1-1 15,3-2 0-15,-4-3 0 0,5 0 1 0,-3-3-6 16,0-2-19-16,4-3-67 0,-4-2-64 0,-1-2-113 16,0-2-183-16,-1-3-309 0,0-2-325 15,0 1-232-15,-1-2-132 0,0-2 312 0,1 0 600 16</inkml:trace>
  <inkml:trace contextRef="#ctx0" brushRef="#br2" timeOffset="85370.65">30154 12793 319 0,'-1'3'841'0,"1"0"332"16,-3 4 19-16,-1 1-264 0,3 3-231 0,-1 3-182 15,2 2-122-15,0 1-69 0,0 2-51 0,0 2-49 16,0 0-78-16,2-2-66 0,-1-1-35 0,3-1-20 15,-1-1-11-15,0-3-5 0,2-2 0 16,1-2-2-16,2-1-1 0,-2-7 0 0,4-1-2 16,1-4-1-16,0-5 1 0,2-5 0 0,2-2 0 15,1-3-1-15,1-5 0 0,4 1 1 0,-3-3-2 16,4 0 1-16,-4 4-2 0,2 1-1 0,-5 3 0 16,0 4-3-16,-5 4 3 0,2 1-1 15,-6 5 1-15,0 2 0 0,-2 4 1 0,2 3 0 16,-5 3 0-16,-1 4 1 0,0 2-3 0,0 1 2 15,-1 1-1-15,-1 4 0 0,-1-1 0 0,3 2 0 16,0 0 2-16,-1 0-1 0,1-1 1 0,1 0 1 16,2 0-1-16,0-2 0 0,0 0-2 15,1-1 0-15,0-4 0 0,5 0-2 0,-2-3-2 16,1-1-3-16,2-2-4 0,-1-2-21 0,2 0-49 16,-1-1-64-16,-4-2-76 0,2-1-133 0,0-1-176 15,-3 1-272-15,-1-1-253 0,0 0-207 16,0 2-33-16,1-2 366 0,-2 1 456 0</inkml:trace>
  <inkml:trace contextRef="#ctx0" brushRef="#br2" timeOffset="85867.89">30598 11908 343 0,'4'-9'850'0,"-3"3"313"16,1 2 1-16,-1 2-280 0,4 4-304 0,2 2-195 15,-1 4-65-15,5 7-23 0,0 3-15 0,0 3-22 16,5 5-24-16,-2 2-35 0,0 4-57 15,2 5-34-15,2 1-20 0,-4 5-17 0,3 4-10 16,-2 3-13-16,-1 6-11 0,-2 5-12 0,1 5-9 16,-4 2-7-16,1 3-7 0,1 7 0 15,-5-1-1-15,-1 4 1 0,-2-1-1 0,-1 3 1 16,-2-2 1-16,-2-2-5 0,-1-2-12 0,-3-4-20 16,-2-8-65-16,-5-3-71 0,0-11-137 0,-2-4-202 15,-1-10-307-15,-3-3-348 0,1-11-260 0,-4-3-106 16,0-7 460-16,-1-4 603 0</inkml:trace>
  <inkml:trace contextRef="#ctx0" brushRef="#br2" timeOffset="90072.5">8038 8610 130 0,'-7'0'352'0,"1"-2"182"0,-3 1 199 0,2 1-126 16,1-2-85-16,-2 2-33 0,0 0-27 15,0 0-34-15,2 0-77 0,-2 0-63 16,0 0-75-16,0 0-71 0,0 0-47 0,2 0-42 15,-5 2-19-15,3-2-14 0,0 3-8 0,-3-1-4 16,2-1-5-16,-3 2 2 0,2 0-17 0,-2 2-54 16,1-4-95-16,-1 2-118 0,1 0-136 15,-1 1-248-15,0 2-261 0,2-1-123 0,1-1 117 16,-2-1 297-16,0 1 298 0</inkml:trace>
  <inkml:trace contextRef="#ctx0" brushRef="#br2" timeOffset="90283.76">7603 8826 113 0,'-5'12'334'15,"0"0"156"-15,-1-2 141 0,2 1-81 0,-1-1-94 16,0 1-58-16,2-2-43 0,-2 2-29 16,3-3-49-16,-2 3-82 0,2-2-76 0,-1 0-54 15,2 1-33-15,-1 0-15 0,2 0-10 16,-2 0-4-16,1 1-7 0,-1-1-47 0,1 2-74 15,-1-2-86-15,0 1-100 0,-1 1-173 0,1-1-237 16,1-1-93-16,-1 2 73 0,1-1 200 16,-2-3 220-16</inkml:trace>
  <inkml:trace contextRef="#ctx0" brushRef="#br2" timeOffset="90487.99">7559 9349 168 0,'3'15'307'0,"0"0"121"15,-2 0-14-15,3 0-134 0,-1 0-99 0,-1-1-59 16,1-2-32-16,0-2-31 0,0 1-2 16,0-2-16-16,3-1-15 0,-1 3-12 0,0-6-5 15,0 1-3-15,0 0 0 0,1 0-2 16,0-2-2-16,0 1 2 0,1-1 0 0,-1-1-2 16,2 0 0-16,0 0-30 0,-2-1-77 15,2-1-175-15,0 1-148 0,1-1-47 0,1 0 31 16,-2 1 117-16</inkml:trace>
  <inkml:trace contextRef="#ctx0" brushRef="#br2" timeOffset="90659.87">7927 9688 23 0,'8'6'193'0,"0"-1"86"0,0-1 73 15,0-1-99-15,1 0-90 0,-1-1-58 0,0-2-30 16,1-2-24-16,-1-2-18 0,2-1-12 0,1-1-7 15,0-1-6-15,-1-1-22 0,2-1-55 16,-1 1-112-16,-1 0-130 0,2 0-36 0,-2 0 26 16,3 2 79-16</inkml:trace>
  <inkml:trace contextRef="#ctx0" brushRef="#br2" timeOffset="90807.77">8263 9628 161 0,'7'4'272'16,"1"0"93"-16,-2-2-47 0,1 0-96 0,1 0-73 15,1-2-41-15,-1 0-28 0,0-4-18 16,1 2-15-16,-1-4-18 0,2-2-15 0,-2-1-28 16,4-1-54-16,-4 0-154 0,2-1-141 0,2-2-42 15,-2 3 36-15,0-2 93 0</inkml:trace>
  <inkml:trace contextRef="#ctx0" brushRef="#br2" timeOffset="90993.81">8572 9433 319 0,'2'-3'658'0,"-2"-1"235"15,-2 2 80-15,2-4-260 0,0 1-273 0,0-2-185 16,0 1-96-16,0-3-47 0,2 0-44 0,2 1-34 16,-2-4-57-16,1-1-94 0,0 1-106 15,-1-1-130-15,1-1-226 0,0 3-235 0,-1-3-93 16,1 3 118-16,-1-6 250 0</inkml:trace>
  <inkml:trace contextRef="#ctx0" brushRef="#br2" timeOffset="91179.89">8542 8907 27 0,'-8'-13'372'16,"-1"1"300"-16,-2 1 279 0,1 0 87 0,1 2-246 15,-2 1-211-15,1-2-147 0,-1 1-106 0,0 2-92 16,2-3-87-16,-1 2-65 0,-1-1-40 15,0-2-21-15,3 1-14 0,-2-2-27 0,-2 1-63 16,-1-3-99-16,-1 1-121 0,1 0-135 16,-1 0-186-16,0 0-257 0,-2 1-148 0,2 1 64 15,-2 0 257-15,2 0 295 0</inkml:trace>
  <inkml:trace contextRef="#ctx0" brushRef="#br2" timeOffset="91325.89">8126 8551 61 0,'-14'-2'299'0,"3"-3"187"0,-2 2 212 16,-1 1 21-16,3 2-74 0,0 0-60 0,0 0-53 15,3 2-67-15,-3-2-89 0,3 0-100 0,2 0-91 16,-1 0-69-16,-1-2-46 0,2 2-26 0,0-1-24 16,1 0-16-16,0-1-45 0,-1-1-94 15,-3-3-143-15,1 4-244 0,-2-4-276 0,1 0-251 16,1 1-110-16,0 1 207 0,1 0 422 16</inkml:trace>
  <inkml:trace contextRef="#ctx0" brushRef="#br2" timeOffset="110623.85">7851 5734 7 0,'0'0'209'0,"0"2"93"0,0 1 92 0,2-3-73 16,-1 1-106-16,-1 1-80 0,0-2-47 0,0 1-8 16,2-1-10-16,-2 0-9 0,2 0-14 0,-1 0-7 15,-1 0-1-15,0-1 2 0,2 1 8 16,-2 0 4-16,0-2 12 0,0 2 9 0,0-1 2 16,0 1-2-16,0 0-11 0,0 0-9 15,0 0-16-15,0 0-15 0,0 0-9 0,-2 0-9 16,2 0 3-16,0 0-6 0,0 0 2 0,0 0-3 15,-1 0-1-15,-1 0-1 0,2 1-3 16,0-1 0-16,-2 2-13 0,2-2-8 0,0 0-13 16,0 1-10-16,-1-1-2 0,1 2-8 15,-2-2 7-15,2 2 9 0,0-2 8 0,0 0 11 16,0 2 5-16,0-2 11 0,0 0 3 0,0 2 2 16,0-2 8-16,0 2-1 0,0-2-1 15,0 0 10-15,0 0 15 0,0 1 18 0,0-1 7 16,0 1 8-16,-1-1 14 0,1 0-2 15,-2 2 2-15,2-2 2 0,0 0 10 0,-2 2 14 16,2-1 8-16,0 0 14 0,-1 1 11 0,1-1-7 16,0 2-12-16,0 0-16 0,0 0-19 15,0-1-26-15,0 1-22 0,0 1-16 0,0-1-5 16,0 2-11-16,0-3 23 0,0 4 13 16,0-1 4-16,0 1-14 0,-2-1-79 0,2 3-84 15,0-2-99-15,-3 1-158 0,3-1-260 0,-3 1-139 16,2-2 59-16,-1 1 178 0,2-2 202 0</inkml:trace>
  <inkml:trace contextRef="#ctx0" brushRef="#br2" timeOffset="110826.01">7828 5961 106 0,'0'3'245'0,"0"1"96"16,0 0-24-16,0-2-74 0,1 2-74 0,-1-2-51 15,2 0-31-15,-2 1-13 0,0 0-15 0,1 0-12 16,1-1-14-16,-2 2-11 0,0-1-7 0,0 1-9 16,0-1-2-16,0 0-2 0,0 0-12 15,0 0-29-15,0 0-65 0,0 0-129 16,0 0-133-16,0-1-39 0,0 0 44 0,0-2 93 16</inkml:trace>
  <inkml:trace contextRef="#ctx0" brushRef="#br2" timeOffset="111003.62">7842 6090 127 0,'-2'7'282'0,"2"0"125"0,-3 0 10 0,3 4-82 15,-3-4-97-15,3 0-67 0,0 1-44 0,-2-2-33 16,1 0-27-16,1-1-26 0,0 1-18 16,0-1-9-16,0 0-8 0,0-1 1 0,0 1-5 15,0-1-13-15,-2 3-28 0,2-1-51 16,-1-2-134-16,-1 0-189 0,0 1-83 0,1-1 23 15,-1-1 100-15</inkml:trace>
  <inkml:trace contextRef="#ctx0" brushRef="#br2" timeOffset="111678.05">7734 6259 26 0,'0'-3'245'0,"0"1"120"0,0 0 119 16,0 0-50-16,0-1-94 0,0 2-32 0,0-1 5 15,0 0 37-15,0 1 38 0,0 1 22 16,-1-1-3-16,-1-1-37 0,2 0-41 0,0 1-41 16,-1 1-54-16,1-3-52 0,-2 3-48 15,2-1-35-15,0-1-20 0,0 2-15 0,0-1-12 16,0 1-5-16,2 0-1 0,-2 0 3 0,0 0 0 15,0 1-1-15,0-1 0 0,0 2-3 16,1-2-5-16,-1 0-17 0,0 1-8 0,2-1-11 16,-1 2 23-16,-1-1 21 0,2 2 9 15,1 1 12-15,-1 1 4 0,1 1 6 0,1 0-26 16,-1 3-1-16,2 2-2 0,0 1 1 0,0 0-5 16,1 2-1-16,2 3 1 0,0-4-19 15,-2 3-13-15,1-1-7 0,0-2-3 0,1 2-2 16,-1-2-3-16,-1-2 0 0,2 1 0 0,0-4-1 15,-2 1 0-15,-1-3 0 0,0-2 1 16,1 0-1-16,0 0 3 0,-1-2 11 0,0 0 6 16,1-2 7-16,-1-2 8 0,1 0 5 0,0-3 3 15,-1-1-9-15,0-1-1 0,2-2-7 16,-3-2-6-16,4 0-5 0,-2-3-3 0,-1 0-2 16,0-1-5-16,1-1 0 0,0 0-1 15,-1-1-1-15,-2 2-2 0,2-2 0 0,-2 2 1 16,1 0-2-16,-1 2 0 0,-2 4 0 0,1-1 1 15,0 3 0-15,0 1-11 0,-2 2-32 16,0 1-69-16,-2 1-75 0,0 2-159 0,-1 3-285 16,-2 0-314-16,0 3-329 0,0 4-197 15,0 0 81-15,1 2 629 0</inkml:trace>
  <inkml:trace contextRef="#ctx0" brushRef="#br2" timeOffset="112958.97">8006 12389 60 0,'0'-2'331'0,"0"-1"208"16,0 2 196-16,0-3-3 0,0 3-128 0,0 0-121 16,-1-1-82-16,-1 0-69 0,2-1-69 0,-2-1-79 15,2 2-69-15,0 0-53 0,0-3-28 16,-1 0-15-16,-1 0-7 0,2 1-7 0,0 0 0 15,-1-2-1-15,1 1-3 0,0-1-1 16,-2 0 0-16,2 2 2 0,0-4-4 0,-2 1 1 16,2 1 0-16,0-2-20 0,-2-1-56 0,0 1-80 15,0-2-94-15,1 2-111 0,-1 1-162 16,-1 0-248-16,1 1-107 0,1 1 61 0,-1-2 211 16,1 5 240-16</inkml:trace>
  <inkml:trace contextRef="#ctx0" brushRef="#br2" timeOffset="113163.89">7975 12177 49 0,'1'-2'257'0,"-1"0"133"0,0 0 92 15,2 0-81-15,-1-1-119 0,-1 1-96 16,0-2-66-16,0 2-38 0,0-3-25 0,2 2-22 16,-2-2-14-16,0 1-7 0,0 0-5 0,2-1-5 15,-1 0 0-15,-1 0 2 0,0-1-4 16,2 2 0-16,-2 0-2 0,1-1-14 0,-1 0-19 15,0 1-31-15,2-1-39 0,-2 0-60 16,0 0-81-16,2 3-94 0,-2-3-87 0,2 2 13 16,-2-2 81-16,0 0 107 0</inkml:trace>
  <inkml:trace contextRef="#ctx0" brushRef="#br2" timeOffset="113332.17">8000 11994 151 0,'1'-7'312'0,"-1"-4"143"0,0 5 20 0,2-2-47 15,-2 1-51-15,0 0-35 0,-2 0-19 16,2 1-15-16,0 2-13 0,0-1-28 0,-1 1-36 15,1-2-41-15,0 6-44 0,0-4-42 16,0 4-34-16,0-3-33 0,0 2-19 0,0 0-14 16,0 1-5-16,0-1-5 0,1 1-12 0,-1 0-56 15,0-3-73-15,0 3-90 0,0 3-132 16,0-3-265-16,0 1-195 0,-1 0-25 0,-1 0 141 16,2-1 246-16</inkml:trace>
  <inkml:trace contextRef="#ctx0" brushRef="#br2" timeOffset="113821.76">7859 11951 50 0,'0'2'316'0,"0"-2"197"0,2 0 174 16,-2 0-49-16,0 0-148 0,0-2-139 0,2 1-97 15,-1-1-62-15,-1 0-49 0,3-3-27 0,0 1-14 16,-1-4 6-16,1-1 7 0,0 1 25 0,0-3 29 15,2 0-6-15,0 1 1 0,1-2-15 16,0-2-16-16,2 1-28 0,-3 0-29 16,2 1-18-16,-1 1-19 0,3-1 5 0,-2 2-1 15,-1-1 2-15,0 3-2 0,0 1 0 0,-1 1-5 16,0 1-21-16,-2 1 0 0,2 1-2 0,0 1 3 16,0 1-2-16,1-1 3 0,-2 2 1 15,3 3 0-15,-2-1 0 0,1-1-4 16,0 2 4-16,0 1 0 0,1 0 4 0,-2 3-11 15,0 1-5-15,2-1-1 0,-2 3 0 0,-2-2-4 16,2 4-1-16,0-1 0 0,-2 1 4 0,3 3-8 16,-1 0-24-16,-2 1-87 0,-2-1-147 15,1-1-230-15,-2 1-281 0,0 0-268 16,0-2-195-16,2-2 154 0,-2-1 457 0</inkml:trace>
  <inkml:trace contextRef="#ctx0" brushRef="#br2" timeOffset="115112.5">11813 9100 230 0,'-6'3'495'0,"0"0"203"0,1-2 130 0,0 1-201 15,0 0-192-15,-2-1-124 0,2 0-70 0,0-1-47 16,2 0-45-16,-2 0-53 0,0 0-43 0,1-1-27 16,-1 1-16-16,1-3-6 0,-1 1-4 15,-2 0-1-15,2-2-2 0,-1 2-16 16,-3-1-29-16,-1 1-45 0,1-1-53 0,-4 3-64 16,2 0-68-16,1 0-80 0,-2 2-119 0,-1-1-173 15,2 2-50-15,0 1 69 0,0-2 161 0,0 1 186 16</inkml:trace>
  <inkml:trace contextRef="#ctx0" brushRef="#br2" timeOffset="115297.81">11453 9085 200 0,'-5'3'549'16,"-4"-1"256"-16,3-1 131 0,-1 2-136 0,1-1-254 15,-1 1-180-15,1-1-104 0,0 0-56 16,1 1-49-16,3 0-56 0,-2-1-51 0,2-1-32 15,0-1-31-15,1 1-59 0,-1-1-87 0,1 0-99 16,-2 0-111-16,1 0-133 0,2 0-206 16,-3 0-142-16,0-1 26 0,1 1 178 0,-1-3 230 15</inkml:trace>
  <inkml:trace contextRef="#ctx0" brushRef="#br2" timeOffset="115477.9">11301 9101 116 0,'-5'2'356'0,"1"1"181"15,0-2 146-15,-2 3-116 0,2-3-141 16,0 0-86-16,-2 3-55 0,3-3-44 0,-1 0-44 16,1-1-47-16,2 2-56 0,-2 1-45 0,1-3-28 15,1 0-13-15,-1 0-16 0,2 0-23 16,-3 0-37-16,3 0-59 0,-2 0-66 0,1 2-78 16,-1-2-103-16,1 0-179 0,-1 4-128 15,2-2 6-15,-2-1 120 0,1 1 179 0</inkml:trace>
  <inkml:trace contextRef="#ctx0" brushRef="#br2" timeOffset="115877.14">11300 9391 55 0,'6'5'336'15,"-3"-2"219"-15,0-2 175 0,1 0-40 16,-3-2-128-16,-1 0-104 0,-1-4-60 0,-1-1-25 16,0-1-19-16,-1-5-30 0,0 0-51 15,-2-3-50-15,0-3-41 0,-1 1-25 0,-2-2-10 16,2 0 6-16,-4 1 6 0,1-1-6 0,-4 1-17 16,0-2-18-16,0 2-24 0,-2 0-35 15,1 3-25-15,1-4-15 0,-1 4-6 0,1 2-3 16,2 0-5-16,0 4 2 0,0-1-3 0,3 1-3 15,1 3 0-15,0-1-6 0,4 2-7 16,0 2-2-16,1 0-4 0,-1 0-1 0,5 1-2 16,1 0 1-16,0 0 8 0,3 1 2 0,5-1 3 15,-3 1 2-15,5-2-1 0,1 1 7 16,-1-1-3-16,4 0 0 0,1 0 2 0,1 0 3 16,-2 1-32-16,0-2-46 0,2 2-46 15,-1-2-114-15,-1 0-170 0,-1-1-300 0,1 1-263 16,-2 2-233-16,0-4-122 0,0 1 313 0,-3 1 507 15</inkml:trace>
  <inkml:trace contextRef="#ctx0" brushRef="#br2" timeOffset="116997.97">5119 9310 107 0,'5'-2'404'0,"-2"1"243"16,0 1 124-16,0-1-131 0,0 1-217 0,-1 0-185 16,1 0-108-16,-1 0-80 0,1 0-12 15,0 0-17-15,1 0-9 0,0 0 0 0,2 0 0 16,-1 0 23-16,1 1 13 0,1 0 3 0,-1 1 4 16,2 1 1-16,-2 0-43 0,-1 0-84 15,0 0-99-15,1 1-190 0,-1 2-245 0,-2 0-158 16,0 0 4-16,0-1 161 0,1 1 229 15</inkml:trace>
  <inkml:trace contextRef="#ctx0" brushRef="#br2" timeOffset="117240.06">5255 9253 75 0,'3'0'312'0,"2"0"157"16,-2 2 131-16,0 0-85 0,2 2-137 16,0 0-107-16,1 2-52 0,0-1-33 0,1 2-29 15,1 1-40-15,3 0-49 0,-2-3-33 0,4 3-18 16,-1-1-10-16,1-1-4 0,1 0 1 16,1-1-4-16,0-3-9 0,0 2-58 0,0-3-103 15,-2 0-276-15,0-1-183 0,1-1-90 16,-3 0 37-16,0-3 192 0</inkml:trace>
  <inkml:trace contextRef="#ctx0" brushRef="#br2" timeOffset="117414.76">5609 9187 62 0,'0'0'188'0,"2"1"66"16,0-1-20-16,-1 0-126 0,2 3-191 0,-1-2-108 16,2 1-31-16,-1 3 19 0</inkml:trace>
  <inkml:trace contextRef="#ctx0" brushRef="#br2" timeOffset="117819.85">5608 9160 249 0,'-7'-2'588'0,"1"1"357"0,-2 0 193 15,5-1-248-15,-2 2-225 0,2-1-156 0,0 1-133 16,1 0-124-16,2 1-92 0,0-1-65 0,0 2-37 15,2-1-33-15,3 2-17 0,-2 0-5 16,3 2-2-16,2-1 6 0,0 2-2 0,2 0 3 16,0 1 1-16,2 1-1 0,-1-3-6 0,3 4 2 15,0-2-1-15,2 1-1 0,-2-1 0 16,5 2 2-16,-3 0 1 0,3 1-3 0,0 1-2 16,-2-3 0-16,0 3 1 0,1-1 2 0,-2-1 2 15,-2 0 0-15,-1 1 24 0,-4 1 61 16,-1-2 45-16,-1 4 17 0,-3-1 6 0,-4 0-3 15,-3 0-21-15,0 0-48 0,-3 0-39 16,-1 2-17-16,-2-2-12 0,-2 1-16 0,-2-1-50 16,-1 1-59-16,1 0-88 0,-1 2-151 0,-2-2-235 15,5 1-315-15,-1-4-275 0,2 2-206 16,3-3 82-16,1-1 509 0</inkml:trace>
  <inkml:trace contextRef="#ctx0" brushRef="#br2" timeOffset="120025.95">11311 5800 126 0,'-5'11'398'0,"0"0"198"16,-3-1 147-16,3-3-108 0,-1 1-181 0,0-2-105 16,0 0-72-16,1 0-40 0,-2 0-42 15,1-2-48-15,2 0-51 0,-1 1-46 0,0 0-37 16,0 1-69-16,-1-2-97 0,-3 1-110 15,2 2-209-15,-3-1-240 0,1 2-148 0,1-1 42 16,2-1 218-16,-1-2 257 0</inkml:trace>
  <inkml:trace contextRef="#ctx0" brushRef="#br2" timeOffset="120331.96">11094 6053 42 0,'-6'11'304'0,"-4"1"181"0,-1 0 173 16,3-2 24-16,-3 1-129 0,0-1-70 15,0 1-34-15,3-2-35 0,-3-1-54 0,3-1-74 16,2-1-81-16,1-1-78 0,0-3-56 16,-1 2-36-16,3-3-40 0,0 0-59 0,1-2-73 15,-1 0-85-15,1-3-90 0,2 2-85 0,-3-2-58 16,3 3-11-16,-1 0 36 0,-1 1 76 16,0 0 89-16,-1 1 83 0,0 2 70 0,-1 0 67 15,-1 2 60-15,0-1 46 0,-1 2 35 16,-1 2 30-16,-2 0 31 0,3-1 23 0,-2 2 15 15,-2-2 12-15,2 1 7 0,0 0-5 0,2 2-19 16,-1-3-31-16,0-1-32 0,2 0-36 0,0 1-31 16,2-3-26-16,-2-1-18 0,2 0-27 15,1-1-57-15,-1-1-79 0,2 0-126 16,-4 1-273-16,2-2-179 0,0 1-63 0,-2-1 116 16,0 0 222-16</inkml:trace>
  <inkml:trace contextRef="#ctx0" brushRef="#br2" timeOffset="120608.89">10703 6250 199 0,'0'0'434'0,"-2"0"203"16,0 2 150-16,2-1-129 0,0 2-88 15,0 0-48-15,0 2-41 0,0 0-50 0,-2 0-68 16,2 3-74-16,0-2-70 0,0 3-51 0,0 0-44 15,0-2-29-15,0 3-18 0,2-2-12 0,0 0-23 16,0 0-21-16,2 0-7 0,-1 0-1 16,0-1-6-16,0 1-1 0,2-2-2 0,1 1 3 15,-1-2-5-15,1 1-10 0,2-4-17 16,0 3-28-16,0-3-30 0,3-2-85 0,0-2-117 16,0-4-139-16,0-1-226 0,2-1-266 0,3-2-221 15,-2-4 8-15,2-1 296 0,-2 0 384 16</inkml:trace>
  <inkml:trace contextRef="#ctx0" brushRef="#br2" timeOffset="121613.96">5103 5860 50 0,'-1'-1'316'0,"-3"1"201"16,0-2 195-16,1 1 1 0,1 1-139 15,2-2-84-15,-1 2-78 0,1 0-60 16,0 0-74-16,1 2-72 0,1-1-74 0,1 5-59 15,1 0-37-15,1 3-19 0,2-1-8 0,-1 5-4 16,4-1 0-16,0 2-2 0,-2-1 4 0,2 1 19 16,2 1 7-16,0-2 4 0,0 2 4 15,-1-1 1-15,-1-1-3 0,2 1-15 0,-2-3-9 16,1 1-5-16,-2-3-1 0,1 1-1 16,-2-2-16-16,0 0-77 0,0-2-116 0,-4 0-153 15,1-3-293-15,-3 2-251 0,-1-2-177 0,-1-1 89 16,0-2 335-16</inkml:trace>
  <inkml:trace contextRef="#ctx0" brushRef="#br2" timeOffset="121787.79">5273 6203 73 0,'1'2'223'0,"1"3"102"15,-1-1 31-15,1 1-116 0,2-1-106 0,1 1-79 16,-2-1-81-16,1 2-213 0,-3-3-70 16,2 0-21-16,-1-1 39 0</inkml:trace>
  <inkml:trace contextRef="#ctx0" brushRef="#br2" timeOffset="122129.93">5258 6306 196 0,'13'15'313'0,"1"0"136"15,0 6 9-15,5 0-57 0,-1 1 0 16,1 0 37-16,1 3-20 0,-1-5-4 0,5 4-49 16,-2-4-61-16,2 0-70 0,0-4-67 0,-1-2-34 15,2-1-15-15,-1-3-1 0,-3-3 4 16,-1-3 12-16,-2-2 10 0,-2-2 14 0,-5-3-13 15,1-2 23-15,-4 0 26 0,-3-5 10 0,0 0 3 16,-2-2-9-16,-3-2-19 0,-3 1-34 16,-2-1-36-16,0 0-31 0,-3 1-24 0,-1 0-17 15,1-1-12-15,-2 2-10 0,2 1-8 0,-1 1-6 16,4 3-1-16,-1-1 0 0,1 2-3 16,2 3-3-16,1-1-7 0,1 2-41 0,2 2-65 15,1 0-98-15,1 2-161 0,4 0-293 0,1 2-326 16,4-2-289-16,2 3-181 0,2-3 217 15,0 4 607-15</inkml:trace>
  <inkml:trace contextRef="#ctx0" brushRef="#br2" timeOffset="127029.9">4583 6424 102 0,'0'4'354'0,"0"-3"195"0,0 0 164 16,0-1-73-16,0 2-113 0,0-2-38 15,0 2-14-15,0-2-21 0,0 0-42 0,2 0-67 16,-1 0-69-16,-1 0-66 0,0 0-44 16,0 0-19-16,2 1 13 0,-2-1 6 0,0 0 3 15,1 1-11-15,1-1-23 0,-2 2-26 0,2-2-36 16,-2 1-25-16,1-1-22 0,1 0-12 15,0 2-7-15,-1-1-3 0,2-1-1 0,2 2 1 16,-1-1 13-16,1 1 9 0,0-1 4 0,0 1 2 16,1 1-2-16,2-3 8 0,-2 1-5 15,-1 1-4-15,3-1 1 0,0 1 0 0,-2-2 6 16,2 0-2-16,-1 1-4 0,-1-1-3 0,3 0-2 16,-4 1 0-16,3-1 0 0,-3 0 0 15,2 0 0-15,-2 0-1 0,0 0 0 0,0 0-1 16,1 0-7-16,-1 0-5 0,1 0-3 15,-3 0-1-15,2 0-2 0,0 0-5 0,-2 0-5 16,2 0-1-16,1 0-1 0,-1 0 0 0,-1 2 2 16,1-2 12-16,0 0 7 0,0 0 4 15,1 0 1-15,0 0 2 0,-1 2-1 0,0-2-7 16,3 1 0-16,-3-1 1 0,4 0 0 16,-3 1-1-16,2 1 1 0,-1 0 0 0,2-2-4 15,-1 1-2-15,0 0-2 0,0-1-3 0,1 2-1 16,-1 0 0-16,0-1-1 0,0 0 0 0,0-1 0 15,-2 2-1-15,2-2 0 0,-3 0 1 16,4 3 0-16,-4-3 0 0,1 0 1 0,1 0-1 16,-1 0 1-16,2 0-2 0,-2 0 1 15,-1 0-2-15,3 0 2 0,0 0 0 0,0 0-1 16,0 0 0-16,0 0 0 0,1 0 2 0,-1 0 0 16,0 0-1-16,0 0 2 0,1-3 0 15,-1 3-1-15,2 0 0 0,-1-2 0 0,-1 2 0 16,0-1-1-16,0 1 0 0,1-1 0 15,-4 1-1-15,3 0 1 0,-1-2 1 0,0 2-1 16,1 0-1-16,-2 0 0 0,1 0 2 0,1 0-2 16,-2 0 0-16,0 0 0 0,2 2 0 0,-1-2 0 15,0 0 0-15,1 1 1 0,0-1 4 16,0 1 2-16,3 1 2 0,-3 1 0 0,0-3 0 16,3 0 1-16,-3 2-5 0,2-2-2 15,-1 0-2-15,0 0-1 0,-1 0 1 0,1 3 0 16,0-3-1-16,0 0 1 0,-1 2 0 0,0-2-1 15,0 0 0-15,2 0-1 0,-1 0 0 16,0 0 0-16,-1 1 0 0,2-1 0 0,0 0-1 16,0 1 1-16,0-1-1 0,2 1 2 15,-2-1 0-15,0 3-1 0,2-3 2 0,-2 2 1 16,1-2-1-16,1 2 1 0,1 0-1 0,-2-2 1 16,3 0 0-16,-1 1 0 0,1-1-1 0,-3 1-1 15,3-1 1-15,-1 0-1 0,0 0 0 16,1 0 0-16,-1 0 0 0,-1 0 1 0,3 0 1 15,-3 0-1-15,1 0 0 0,1 0 0 16,-1 0-5-16,1 0-3 0,-2 0-2 0,3 0 1 16,-3 0-2-16,3 0 1 0,-2 2 4 0,1-2 4 15,-3 0 1-15,4 2-1 0,-3-2 1 16,0 0-1-16,1 0 0 0,-3 1 1 0,2-1 0 16,-1 0-1-16,-1 1 5 0,0-1 4 15,0 2 2-15,1-2-1 0,0 0 0 0,0 1 0 16,1-1-4-16,0 0-3 0,-1 2-2 0,3-2 0 15,-3 1 0-15,2-1-1 0,1 2 1 16,-1-2 0-16,1 1-1 0,-1-1 1 0,1 2-1 16,0-2 0-16,0 0 0 0,-1 0 0 0,0 0 1 15,1 0 0-15,-1-2-1 0,2 2 0 16,-2 0 0-16,1-1 0 0,-1 1 1 0,1 0-1 16,-3-2 1-16,2 2 1 0,1 0 0 0,-1 0 0 15,-1 0-1-15,1 0 1 0,0 0 2 16,-1 0-3-16,1 0 0 0,0 0 2 0,-1 0-1 15,1 0 0-15,1 0 0 0,-1 0 1 16,-1 2-1-16,1-2 0 0,1 0-1 0,-1 0 0 16,0 0-1-16,1 0 1 0,0 0 0 0,0 0 1 15,-1-2 0-15,1 2 0 0,1 0 0 16,0-1 1-16,0 1-2 0,0-2 1 0,0 1 1 16,0 1-2-16,1-2-1 0,0 1 1 0,-2 0 0 15,2-1 0-15,0 0 0 0,1 1-1 16,-2 0 1-16,0-3-1 0,1 2 0 0,1-1 0 15,-2 2 1-15,2-1 0 0,-1 0-1 16,3-1 2-16,-3 1-1 0,1-1-1 0,0-1 1 16,1 0-1-16,-1 2 0 0,1-2-1 0,1 0 0 15,-2 0 1-15,2 1-1 0,0-2 1 16,-1 2 0-16,0-1 1 0,0 1 0 0,2-2 0 16,-1 1 1-16,-1 1 1 0,2-2-1 15,1 3 0-15,-2-3 0 0,1-1 0 0,2 4 1 16,-1-3 0-16,1 3-1 0,0-4 1 0,-1 2-1 15,1 0 0-15,0 0-1 0,0-1-1 0,1 1 1 16,0 1 0-16,-3-2 0 0,1 1-1 16,1 1 1-16,0-2 0 0,-1 3 0 15,0-2 0-15,-1 2 0 0,-1-1 0 0,3 2 0 16,-3 0-1-16,2-2 1 0,-1 3-1 0,1-3 1 16,-2 3-2-16,1 0 0 0,2-2 1 0,-4 2-1 15,2 0 0-15,1 0 0 0,-2 0 1 16,0-3 0-16,1 3 0 0,-2 0 1 0,-1-2-1 15,1 2 2-15,2-1-1 0,-1 1 2 16,0 0-1-16,0-1 0 0,0 1 1 0,0 0-1 16,0-2 1-16,0 2 0 0,3-2 0 0,-3 2-1 15,2 0 1-15,-1 0-2 0,2 0 2 16,-1 0-2-16,1 0 0 0,0 2 0 0,-1-2-1 16,1 2 1-16,0-2-1 0,0 1 1 15,-1-1 0-15,1 1-1 0,-2 1 2 0,1-2-1 16,1 0 0-16,-3 3-1 0,2-3 1 0,-1 0 0 15,1 0-1-15,-2 0 0 0,1 0 0 0,-2 0 0 16,1 0 0-16,-1 0 0 0,0 0-1 16,1 0 2-16,-1 0-2 0,0 0 1 0,0 0-1 15,-1 2 2-15,0-2-2 0,-2 0 2 16,2 0 0-16,-1 0 1 0,1 0 0 0,-1 0 0 16,0-2 0-16,0 2 0 0,1 0 1 0,-1 0 0 15,1 0-1-15,-1-3 0 0,0 3 0 16,1 0 0-16,1-2 0 0,-1 2 0 0,1-1 0 15,-1 1-1-15,3 0 1 0,-2 0 0 16,2 0-1-16,0 0 1 0,0 0 0 0,0 0-1 16,1 0 1-16,0-1-1 0,-1 1 0 0,-1 0 0 15,3 0-1-15,-1-2 1 0,-2 2 0 16,1-2 0-16,-1 1-1 0,1 0 1 0,0 1 0 16,0-2-2-16,-2 0 1 0,2 2 0 15,0-1 0-15,-2 0-1 0,3-1 2 0,-3 2-2 16,0-2 1-16,0 1-1 0,1 1 1 0,-2 0 1 15,-3-1 0-15,3-1 0 0,-2 1 0 0,1 1 1 16,-2-2 0-16,0 2 0 0,0-1-1 16,-1 1 0-16,1-2 1 0,-1 1 0 0,1 1 0 15,-1 0 0-15,-1-2 0 0,1 2 0 16,-2 0-1-16,2-1 1 0,-2 1-1 0,1-2 1 16,0 2 0-16,0 0 0 0,-1-1 0 0,0 1-1 15,1-2 1-15,0 2-1 0,-2 0 0 0,-1 0 0 16,2 0 0-16,0-1 1 0,-1 1-1 15,2-2 0-15,-2 2 1 0,2 0 0 0,0 0 0 16,-1-1 0-16,1 1-1 0,-1 0 1 16,1 0-1-16,0 0 0 0,1 0 0 0,-1 0 0 15,1-2 0-15,-2 2 0 0,3 0 0 0,-1 0 1 16,1 0-1-16,-1 0 0 0,1 0 0 16,-3 0 0-16,2 0-1 0,1 0-1 0,0 0 1 15,0 0 0-15,-1 0 0 0,1-1 0 16,1 1 0-16,0 0 1 0,-2 0 0 0,3 0 0 15,-2 0 0-15,-1 0 0 0,3 0-1 0,-2 0 1 16,2 0-1-16,-2-1 1 0,2 1-2 0,-2 0 1 16,0 0 1-16,1 0 0 0,0 0 0 15,-2 0 0-15,4 0 1 0,-2 0 0 16,0 1 0-16,0-1 0 0,0 0 0 0,0 1 0 16,0 1 1-16,0-2 3 0,0 1 5 0,0 1 2 15,0-1 2-15,0-1 1 0,0 2 0 0,1-1-2 16,-2-1-5-16,2 2-2 0,-2-2-1 15,2 1-2-15,-2-1 0 0,2 0 1 0,0 2 0 16,-2-2 1-16,2 0 0 0,-2 0 1 16,2 0 1-16,-2 0 1 0,1 0 0 0,1 0 1 15,-2 0-1-15,0 0-1 0,0 0-1 0,0 0-2 16,1 0-1-16,-3-2-2 0,1 2 0 16,-2-1-1-16,0-1-2 0,-3 2 1 0,0-1-1 15,0-1-2-15,-4 2-4 0,1-1-11 16,-3-1-16-16,-1 2-27 0,-1-1-74 0,-1-3-102 15,-2 0-195-15,-4 2-288 0,-2-4-349 0,-1 6-421 16,-4-3-211-16,-5 2 256 0,-3 2 805 16</inkml:trace>
  <inkml:trace contextRef="#ctx0" brushRef="#br2" timeOffset="129322.12">4813 9191 153 0,'1'2'388'0,"2"-1"169"16,-3 1 117-16,2 1-164 0,1-3-143 0,-2 0-83 16,1 0-40-16,-1 2 27 0,1-2 29 15,3 0 19-15,-2 0 5 0,2 0-11 0,0 0-19 16,2 0-43-16,-2 0-50 0,2 0-50 0,1 0-52 16,2 0-8-16,-2 0-7 0,2 0-9 15,2 3-5-15,1-2-5 0,-2 1 1 0,3-1-24 16,-1 1-12-16,3 1-11 0,-2-2-3 15,2 1-8-15,0 0-2 0,1-1-1 0,1 0-4 16,1 1 2-16,-1 0 0 0,0-1 3 0,1-1 0 16,-1 0 2-16,2 1 56 0,-1-1 31 15,-2 0 14-15,2 0 2 0,-1-1-1 0,-1 1-4 16,3-1-48-16,-4-1-28 0,2 0-13 16,-1 2-8-16,0-1-4 0,-2 0 0 0,2-1-1 15,-1 2-1-15,3 0 1 0,-3 0 0 0,1 0-2 16,2 0 0-16,-1 0 4 0,0 2 1 0,0-1 0 15,1 0 1-15,0 1 4 0,-2 0 1 16,2-1-2-16,0 2 1 0,0-2-2 0,1 1-2 16,0-1 1-16,0 0-3 0,2 1-2 15,-4-2-1-15,4 2 1 0,0-2 2 0,-1 0-4 16,1-2 0-16,0 2 0 0,-3 0 1 0,3-2 2 16,-2 2-3-16,1-1 3 0,-2 0-1 15,0-1 0-15,0 1-1 0,0-1-1 0,0 1-1 16,-2 0-2-16,2-1 2 0,-3 0-1 15,3 1-1-15,-3 0 1 0,1 1-2 0,2-2 2 16,-3-1-2-16,1 3 2 0,-1-3 1 0,0 1 0 16,0 1 1-16,-2-1 0 0,2-2-1 15,-2 4 2-15,2-2-3 0,-2 2 2 0,2-3 0 16,1 1 2-16,-2 0 9 0,0 1 6 16,1-2 4-16,0 2 2 0,0 0-2 0,3-1-1 15,-3-1-9-15,1 2-7 0,1-1-2 0,0-1-1 16,1 2 0-16,-1-2 0 0,2 0-1 0,1 1 2 15,-2-1-1-15,3 0 0 0,0 0-1 16,-1-1-1-16,4 1 3 0,-3 0-2 0,3-1 0 16,-1 0 1-16,0 2 0 0,1-3 0 15,0 2-3-15,-1-2 0 0,0 2 0 0,1 0-1 16,-1-2 0-16,1 1 1 0,0 1 0 0,-1-2 0 16,2 1 0-16,-1 1 0 0,0-1 0 15,0-1 0-15,-1 1 1 0,0-1 1 0,1 3 0 16,0-3 1-16,1 0-1 0,-2 1 0 0,3-1-1 15,-1 1 0-15,1 2 1 0,0-5 0 16,0 3 0-16,0 0 0 0,-2 1 2 0,4 0-1 16,-1-1-2-16,-1 1 1 0,1 0-1 0,1 0-1 15,-2 0 0-15,-1-1-1 0,1 2-1 16,0-1 2-16,-1 0-1 0,1 2 1 0,-1-1 0 16,3 0 0-16,-2 0 0 0,1 0-1 15,-1 0-1-15,1 1-2 0,-2 0 2 0,2-1 2 16,1-1 1-16,-1 1 0 0,-1 1-1 0,1-2 4 15,1 3 0-15,1-2-3 0,-2 2 0 16,1-5 0-16,1 4 2 0,-2 0-2 0,4-3 0 16,-2 3 0-16,0 0 0 0,0-1 1 15,0-1-2-15,0 3 1 0,-3-1 0 0,0-1 0 16,0 0 0-16,1 2-1 0,-1 0 1 0,-2 0-1 16,2 0 0-16,-3 0 0 0,2-1 1 15,-1 1-1-15,0 0 2 0,0-1 8 0,-2 1 5 16,2 0 2-16,-2-2 3 0,1 2 1 0,-2-1 0 15,1 1-8-15,0 0-3 0,-1 0-4 16,1 0-3-16,0 0 0 0,1 0 0 0,-1 0-1 16,1 0 0-16,0 0 0 0,0 0 2 15,1 0-2-15,0 0 0 0,0 1 1 0,1-1-2 16,1 2 1-16,-2-2 0 0,2 0 0 0,0 1 0 16,-2-1-2-16,3 0 0 0,-4 0 1 0,3 0-1 15,0 0 0-15,0 0 0 0,0 0 1 16,1-1-1-16,-1 1 1 0,0 0-1 0,2-2 0 15,-1 2 0-15,1-1 1 0,-1 1-1 16,0 0 1-16,2 0 1 0,-1 0 0 0,-1 0 1 16,2 0-2-16,0 0 1 0,2 1-1 0,-2-1 1 15,2 2-1-15,-1-2 0 0,2 1 0 16,1-1 0-16,-1 1-1 0,-1-1 1 0,-1 0-2 16,1 2 1-16,0-2 0 0,-1 0-2 15,-1 2 1-15,0-2 1 0,0 1-2 0,0-1 2 16,0 0 0-16,0 1 0 0,-1-1-1 0,-1 2 1 15,1-2 0-15,-3 0 0 0,1 2 0 0,0-1 0 16,-3-1 1-16,3 1 1 0,-2 3-1 16,2-3 1-16,-2 0 0 0,2 1-1 0,-3 1 0 15,3-3 0-15,-2 2-1 0,0 1 1 0,2-2-1 16,-2 1 0-16,1-1 0 0,-1 1 0 16,-1 1 1-16,-1-2-1 0,0 1 0 0,1 1 0 15,-2-2-1-15,1 1 1 0,-2 1-1 16,-1-2 1-16,2 2-1 0,-2-1 1 0,0 0 0 15,0 0-1-15,0 1 1 0,-1 0 0 16,-1-1-2-16,0 1 2 0,1-2-1 0,-3 2-1 0,1 0 2 16,-1 0-1-16,1 0 1 0,-1 0-1 15,1-2 2-15,-4 3-1 0,1-2 1 0,-1 0 1 16,1 1-2-16,-1-3 2 0,-1 2-1 16,-2-2-1-16,1 3 0 0,-3-2 0 0,1-1 0 15,-1 0 1-15,-3 2-1 0,0-2 1 16,1 0 0-16,-3 1-1 0,0-1 0 0,-1 0 1 15,-2 0-2-15,0 0 1 0,0 2 0 0,0-2 1 16,0 0-1-16,0 0 0 0,0 0-6 0,-2 0-17 16,2-2-49-16,-3 2-82 0,0-1-148 15,0-1-258-15,2-2-313 0,-1 2-374 16,1-6-335-16,1-1-14 0,0 1 641 0</inkml:trace>
  <inkml:trace contextRef="#ctx0" brushRef="#br2" timeOffset="133293.79">11396 6728 84 0,'2'0'298'16,"-1"1"152"-16,1 0 139 0,-2 1-100 0,2-2-105 15,-1 2-54-15,-1-2-15 0,0 1-17 16,2-1-29-16,-2 1-24 0,0 1-11 0,0-1-17 16,0 2-5-16,0 2-2 0,0-2-3 15,0 3-16-15,0-1-29 0,1 5-32 0,-1-3-37 16,0 3-26-16,0 3-13 0,0 0-11 0,0 4-5 16,0 0-4-16,0 4-1 0,0 1 1 0,0 2-3 15,0 2 1-15,0-1-3 0,0 3-3 16,0 0-1-16,0 3-4 0,0 0 12 15,0 2 32-15,0 2 34 0,0 1 20 0,0 0 10 16,0 0 0-16,-1 1-13 0,-1 1-33 0,2-1-31 16,-1 1-24-16,-1 1-14 0,2-3-4 0,-2 1-7 15,2-1-1-15,-3 0 0 0,3 0 2 16,-2 0 4-16,1-1 0 0,-1 0 16 0,-1 1 6 16,3 0 3-16,-2 0 3 0,1-1-2 15,-1-1-5-15,2 2-12 0,-1-5-5 0,-2 2-5 16,3-3-4-16,-2 1-3 0,2-1 3 15,-1 0-1-15,-1 0-2 0,1-1 0 0,-1 0 2 16,0-2 0-16,-1 0 0 0,1-2 1 0,1 0-2 16,-1-1 4-16,-1-2-3 0,1-1 3 15,1-4-5-15,-1-2 2 0,-1 1 2 0,3-6-3 16,-3 2 1-16,3-5-1 0,-3 1 4 0,3-3-1 16,-1 0-1-16,1-2 0 0,0 0 0 0,-2-1-3 15,0-1-9-15,2-1-10 0,0 2-10 16,-1-2-30-16,1 0-42 0,0 0-42 15,0 0-31-15,0 0-49 0,-2 0-77 0,2 0-88 16,-2-2-88-16,-1 2-121 0,2 0-246 0,-1 0-196 16,-1 2-26-16,1-2 208 0,-4 0 332 0</inkml:trace>
  <inkml:trace contextRef="#ctx0" brushRef="#br2" timeOffset="133689.76">11197 8260 23 0,'1'2'263'0,"1"-1"162"16,-1 2 151-16,1-1-38 0,-2-1-122 15,3 2-81-15,-1 0-37 0,1 2 1 0,0-1 17 16,1 3 13-16,0-1 1 0,2 2-14 0,2 3-28 16,-1-2-34-16,2 3-45 0,0 0-43 0,1 1-35 15,0 1-32-15,2-1-27 0,-1 2-20 16,-1-1-12-16,4-1-11 0,-4 0-13 0,2 0-9 16,-2-2-3-16,-1-1-4 0,1-1-3 15,1-2 0-15,-3-2 2 0,-2-1 2 0,2-1 2 16,-2-3 1-16,-1-3-5 0,0-3-1 0,-2-3 5 15,0-3-5-15,0-2 0 0,3-5 4 16,-3-2 6-16,-1-1-7 0,1-2-15 0,-1-2-27 16,-2 0-90-16,0-4-129 0,0 2-164 0,-2 0-281 15,2-1-265-15,-1-1-196 0,-1-2 89 0,-3 1 362 16</inkml:trace>
  <inkml:trace contextRef="#ctx0" brushRef="#br2" timeOffset="134345.99">11328 6911 4 0,'0'-2'224'15,"0"-1"130"-15,-2-2 133 0,2 2-21 0,0 0-107 16,-1-1-82-16,-1 1-39 0,2-1-29 0,0 0-31 15,0 2-24-15,0-2-19 0,0 2-4 16,0-1 11-16,0 1 18 0,3-2 31 0,-3 2 30 16,2 0 22-16,1-3 13 0,-1 3-5 15,1-4-8-15,0 1-24 0,1-1-34 0,0-1-38 16,1-1-33-16,-1-1-28 0,1-1-22 0,2 0-17 16,-1-3-10-16,2 0-7 0,0-2-11 15,0 1-6-15,0 0-6 0,1 1 2 0,-1 0-7 16,-2 2 1-16,2 1 1 0,-2 1 2 0,1 3-1 15,-1 1-4-15,-1 3 1 0,-2 0 0 16,2 2 0-16,1 4-3 0,-1 2 3 0,-2 3-2 16,0 5 0-16,0-1 0 0,-1 3 0 15,1 6-4-15,0-1-7 0,1 0-9 0,0 1-27 16,-2 2-82-16,-2-1-129 0,0-1-153 0,0-1-292 16,0 1-261-16,0 1-213 0,0-4 64 15,0 0 372-15</inkml:trace>
  <inkml:trace contextRef="#ctx0" brushRef="#br2" timeOffset="135229.82">11825 7478 241 0,'0'-6'565'0,"0"3"317"0,-2 0 201 0,0-2-198 15,1 1-215-15,-1 1-136 0,0 2-59 0,1 0-46 16,-1-2-71-16,1 1-59 0,-2 1-40 16,1-1-44-16,-1 0-50 0,0 1-48 0,1 0-27 15,-2 1-17-15,0-2-13 0,-1 2-6 16,1 2-11-16,-4-1-6 0,3 0-4 0,-3 1-6 16,2 3-5-16,-3-1-7 0,1 2-2 0,0 1-3 15,0 1-5-15,-2 0-3 0,2 2-2 0,0 2 0 16,2 0 0-16,-2 0-2 0,2 1 0 15,1 0 0-15,2-1 1 0,1 0-1 16,1 1-1-16,-1-2 1 0,4-2 0 0,-1 2 0 16,1-3-1-16,0 0 2 0,1-2-1 0,0 0 1 15,3-3 1-15,-1 1-2 0,3-3 1 0,-2-1 0 16,2 0-1-16,3-4 0 0,0-1 1 16,-1-3 2-16,2-3 0 0,1-3 2 0,-2-2 0 15,3-3 1-15,-2-2-1 0,0-3 1 16,-1-2-1-16,0-2 1 0,-2-2 0 0,1 2 0 15,-2-4 0-15,1 0-2 0,-4 1 0 0,2 1 0 16,-3 0 0-16,0 3 0 0,0 0 0 0,-2 3 1 16,0 1-1-16,-1 4 0 0,-1 1 6 15,0 3 7-15,0 3 7 0,0 2 7 0,0 2 8 16,0 0 2-16,3 4-2 0,-3 1-5 16,0-1-7-16,0 3-7 0,0 1-7 0,0 1-4 15,-3 3-3-15,3 0-3 0,0 5 0 0,-3 1-1 16,3 6 1-16,0 2 0 0,-2 6-1 15,2 3 1-15,0 3-1 0,-1 3 2 0,1 3-2 16,1 2 0-16,-1 0-2 0,2 0 1 16,4-1-2-16,-1 0 0 0,0-4-1 0,1-4 1 15,4 0-1-15,0-4 0 0,0-1 0 0,1-2-13 16,3-5-21-16,-2-2-44 0,1 0-79 0,-3-4-135 16,1-3-249-16,2 2-310 0,-4-4-368 15,1 0-368-15,1-3-75 0,-3 0 570 0</inkml:trace>
  <inkml:trace contextRef="#ctx0" brushRef="#br2" timeOffset="157195.78">24271 8166 15 0,'0'2'234'0,"-2"-2"136"16,2 0 132-16,0 1-46 0,0-1-121 0,0 0-74 16,0 1-41-16,0-1-22 0,0 0-19 0,0 0-23 15,0 0-30-15,2 0-33 0,-2 2-33 16,2-2-24-16,-2 0-17 0,1 2 29 0,1-2 32 15,0 1 49-15,1-1 35 0,1 3 18 0,-1-2 5 16,2 1-16-16,0 0 17 0,0 1-21 16,1 1-19-16,2-1 11 0,-2 0 6 0,0 0-12 15,3-1-41-15,0 2-27 0,-1-2-11 16,0 2-29-16,1-2-20 0,0 2 5 0,3-2 4 16,-3 1 3-16,5-1 0 0,-2 0-6 0,2 2-1 15,0-2-9-15,2 1-13 0,0-1-6 16,-1-1-3-16,0-1 1 0,2 1-1 0,-3-1 0 15,2 2 2-15,-2-2 0 0,0 0 2 16,-1 2 3-16,2-2-3 0,-3 0-4 0,-1 0 0 16,3 0 2-16,-3 0-2 0,1 0-4 0,-2 0 4 15,2 0-2-15,-3 0 0 0,4 0 3 16,-5 0 0-16,1 0 2 0,2 0-2 0,-1-2 4 16,-1 2-3-16,0 0-3 0,0-2-1 0,-1 1-2 15,0 0 1-15,1-1 3 0,-3 0-1 16,2 1 2-16,-1-1-1 0,0 2 1 0,0-1 2 15,-1-2-2-15,1 3-3 0,-3-2 1 16,2 2-1-16,-1 0 4 0,0-2-4 0,0 2 0 16,0 0 1-16,-1 0 3 0,1 0-2 0,-2 0-4 15,2 0 4-15,-2 0-2 0,0 0 4 16,0 0-3-16,1-3 4 0,-1 3 2 0,3-1-4 16,-3 0 4-16,2 0-5 0,-2-4 2 15,0 5-1-15,2-5-5 0,-2 2 4 0,5-1-5 16,-5-1 5-16,2 1-2 0,0-3 0 0,-2 3 4 15,2-1 4-15,-2 0 2 0,2-1-3 16,-1 0 0-16,1-2 1 0,0 1 3 0,-2-1-3 16,2 0-1-16,-2 1 0 0,0-1-1 15,0 0 1-15,2-1-1 0,-2 0-3 0,-2-2 0 16,3 0-1-16,-3-1 0 0,2 1 1 0,1-3 0 16,-3 1 2-16,3-1 2 0,-1-1 5 15,-2 0 5-15,5 0 2 0,-4-1-2 0,1 0 3 16,-1 0-3-16,1-2-5 0,-2 2-1 15,3-2-9-15,-3 0 1 0,-1 0-7 0,4 1 5 16,-4-1-3-16,1 1-5 0,1-2 5 0,-2 1-1 16,0 0 3-16,1-1 0 0,-1 1 2 0,0-2 2 15,3 1 0-15,-3 0 3 0,2-1 2 16,-2-2 0-16,1 1-1 0,-1-3 2 0,3 2-1 16,-1 0 3-16,0-2 0 0,1-1-7 15,-2 0 2-15,4 0-2 0,-1 0 1 0,-1 0-4 16,0 0-2-16,1-1 4 0,1 1 0 0,-2-1-2 15,2 1 1-15,0 1 3 0,-2-2-5 16,2 2-2-16,1-1 3 0,-1-1 1 16,0 2-2-16,-2-1-2 0,2 1 2 0,-2-2 1 15,2 1-3-15,-3 1 4 0,3-1 4 0,-2 2-2 16,-1-2 3-16,1 2 2 0,-1-1 5 0,-1 1-6 16,3 1-4-16,-4-1 1 0,1 3 0 15,-1-2 1-15,3 1-2 0,-3-1-1 16,2 2 0-16,0-1 0 0,-1 0-2 0,-1 0 2 15,3 0 0-15,-1 0 4 0,-1 0-1 0,1 1-3 16,-1-2 1-16,1 3-4 0,0-2-2 0,-1 3 1 16,2-2-1-16,-1 1 0 0,1 1-2 15,-1 0 1-15,1 1 1 0,-1 1-3 0,2-1 3 16,-1 1 0-16,0-1 2 0,2 0 2 16,-2 1 2-16,1 0-3 0,1 0 0 0,-2 0-3 15,3 3 2-15,-5-1-1 0,2 2-1 0,1 1 5 16,-3 0 2-16,2 0 2 0,-1 3 0 15,0 1-1-15,-2 1 0 0,1 2-1 0,-1 1-1 16,0 0 0-16,2 0 2 0,-2 1-5 16,2 0 2-16,-2 1 0 0,0 1-1 0,0 0-1 15,0 0 1-15,-2 0-3 0,0 1 0 0,2 3-4 16,0-1 1-16,-1 0-1 0,1 1 0 16,-2 0 5-16,0 2-1 0,1 0 4 0,-1 0 6 15,2 1 2-15,-1 1-2 0,-1 2-2 16,0-1-2-16,2 1 3 0,0 1-6 0,-1 1 0 15,-1 1 1-15,2 0 5 0,0 0 2 0,-1 2-2 16,1 0 0-16,0 1 4 0,0 0-2 0,-2 1-3 16,2 1 8-16,0 2-1 0,2-3 7 15,-2 5-4-15,0-3 4 0,0 2-2 16,1 1-10-16,-1-2 2 0,0 1-8 0,0 2 21 16,0-2 31-16,0 1 15 0,0-1 11 0,0 2 4 15,-1-2 2-15,1 1-18 0,0 0-26 0,-5 0-16 16,5 0-9-16,-1-1-6 0,1 2-2 15,-3-2 0-15,3-1-5 0,-2 0 1 0,0 1-1 16,2 0 1-16,-1-2 0 0,1 1-1 16,0 1 5-16,-2-1-2 0,2-1 3 0,0 0-4 15,0 0-1-15,0-1 2 0,0 1-4 0,0-2 3 16,0 1-2-16,0-2 2 0,-2 2 0 16,2-2-1-16,0 0-3 0,-1-1-1 0,-1 1 0 15,2-1-3-15,-1 1 2 0,1-2 0 16,-4 0 1-16,4-1 0 0,-1 1 3 0,-1 0-1 15,2 0-1-15,0 0 1 0,-1 0 1 0,1 0 3 16,-2 0-2-16,-1 1 2 0,3 0 2 16,-1-2 1-16,1 0-3 0,-2 2-4 0,0-3 3 15,1 2-3-15,-1-2 1 0,2 1-3 16,-1 0 17-16,-1-2 11 0,0 0 5 0,2 1 4 16,-3-3-2-16,2 3 3 0,-1-2-15 0,0 1-7 15,2-2-8-15,-1 2-3 0,-1-2-1 0,2 0-4 16,-1 0-1-16,1 0-3 0,0 1 0 15,-2-1 3-15,2 0 1 0,-3 1-2 0,3-2 2 16,0 0 0-16,0-1 0 0,0 3-1 16,0-3 0-16,0 2 1 0,0-2 0 0,0 1 0 15,3-2 1-15,-3 2 0 0,2 1 0 0,-2-1-1 16,0 0 1-16,1-1 0 0,-1 0-1 0,2 1 0 16,-2 0 0-16,1-1 0 0,1 0 0 15,0 2 0-15,-2-2 0 0,1 0 0 0,1 1 3 16,-1-1-2-16,3 2 0 0,-3-1 1 15,1 1 1-15,-1-2 0 0,1 2-4 0,0-1 1 16,-1 1 1-16,4-1-2 0,-4-1-2 0,1 1 3 16,-1 0 3-16,3 0-2 0,-3 0-2 15,1 1 4-15,-1-3-1 0,3 2-1 0,-3 0 0 16,1 1 2-16,0 0-3 0,1-2 0 16,-3 1-2-16,1-1 2 0,4 1-1 0,-4-1-1 15,1-1 2-15,-1 2 0 0,3-2 0 0,-4 1 0 16,1-2 1-16,1 1-2 0,-1-1 1 15,1 0 0-15,0 0 2 0,-2-1-2 0,1-1 3 16,3 0 0-16,-4 2-1 0,1-3 1 16,2 2-3-16,-3 1 0 0,5-3 0 0,-4 0-1 15,2 4-2-15,1-3-1 0,-1 1 4 0,2 0 0 16,0 0-3-16,-1-1 2 0,2 1 1 0,1 2 0 16,-2-1-1-16,1-1 2 0,0 1 10 15,3-1 6-15,0 0 6 0,0 0 1 0,0 3 2 16,1-3-3-16,0 3-9 0,2-3-7 15,-1 1-5-15,1 0 0 0,0 1-2 0,1-4 1 16,1 3-1-16,-3-3 4 0,3 1-1 0,0-1 5 16,1 1 9-16,0-1 5 0,1 1 3 15,2-3 0-15,-2 1 0 0,-1 1 3 0,4-1-4 16,-1 0-1-16,-1-1-2 0,1 2 0 16,2 1-1-16,-1-2-9 0,0 1-3 0,1 0-2 15,0-2-2-15,0 2 1 0,0 2-1 0,1-3-1 16,1 0 1-16,-1 2-1 0,1-3-1 15,-3 0-1-15,1 2 0 0,0-2 0 0,-2 0 0 16,1 0-1-16,-3 0 1 0,0 0-9 0,-3 0-20 16,-2 2-65-16,0-2-77 0,-5 4-154 15,-1 3-283-15,0-1-315 0,1 2-370 0,-2 1-249 16,1 0 37-16,0 2 668 0</inkml:trace>
  <inkml:trace contextRef="#ctx0" brushRef="#br2" timeOffset="165860.74">5190 15634 39 0,'8'2'229'0,"2"-1"104"0,-1-1 91 0,0 0-119 16,1 1-131-16,-2-1-77 0,3-1-45 15,0 1-25-15,-1-1-5 0,2-1-10 0,-1 1-5 16,2-3 1-16,1 0-2 0,-1 0 4 16,1-1 11-16,-1 2-23 0,1-1-105 0,0 1-195 15,-1 1-81-15,-2 2-4 0,0 0 45 0,1 0 109 16</inkml:trace>
  <inkml:trace contextRef="#ctx0" brushRef="#br2" timeOffset="166038.76">5897 15637 123 0,'17'6'262'0,"-1"2"97"0,0-4 2 16,1 2-139-16,-2-1-101 0,0 0-52 15,1-3-30-15,0-1-14 0,0 2-25 0,3-6-33 16,-3 1-149-16,1-2-134 0,-1 2-42 16,1-4 24-16,2 0 78 0</inkml:trace>
  <inkml:trace contextRef="#ctx0" brushRef="#br2" timeOffset="166216.78">6738 15625 13 0,'15'2'156'0,"-2"0"60"0,0-2 3 15,1-2-73-15,-1-1-60 0,-3 0-36 0,4-2-7 16,-3 1-26-16,1-4-84 0,0 2-119 16,-1-1-40-16,0 1 9 0,0 0 29 0</inkml:trace>
  <inkml:trace contextRef="#ctx0" brushRef="#br2" timeOffset="166410.17">7311 15540 150 0,'22'1'269'16,"-2"-1"98"-16,1 2-42 0,-1-1-96 0,1 1-102 16,-4-2-63-16,4 0-39 0,-4-2-27 0,2 1-17 15,0-1-16-15,-1-1 20 0,-1 0 7 16,3-1 8-16,-2 0 27 0,1 0 15 0,-3-1 3 15,1 3-14-15,-1-2-31 0,1 2-70 16,-2 2-182-16,0 1-111 0,-2 2-8 0,-1 1 56 16,-2 1 95-16</inkml:trace>
  <inkml:trace contextRef="#ctx0" brushRef="#br2" timeOffset="166609.85">8126 15593 191 0,'24'-6'453'0,"-3"2"192"16,-1 1 111-16,-1-1-187 0,-3 1-182 0,1 1-114 16,-1-1-66-16,0 1-37 0,-2 1-18 0,2 1-36 15,0-2-38-15,-1 2-36 0,3 0-17 16,1 0-14-16,1 0-39 0,1 2-56 0,1-2-72 16,2 1-94-16,-2 1-157 0,2 0-245 15,1 1-115-15,0-2 31 0,-1 1 164 0,0-1 221 16</inkml:trace>
  <inkml:trace contextRef="#ctx0" brushRef="#br2" timeOffset="166760.91">9073 15552 31 0,'30'0'248'0,"0"3"126"16,0-3 111-16,-1 1-82 0,0 1-160 0,-1-2-104 16,-1 0-62-16,1 0-34 0,-2 0-19 15,0-2-10-15,1 1-6 0,-3-2-18 0,3 1-24 16,2 0-113-16,-1 0-143 0,0-1-125 15,2 0-29-15,0 0 55 0,0 0 106 0</inkml:trace>
  <inkml:trace contextRef="#ctx0" brushRef="#br2" timeOffset="166919.92">10122 15516 164 0,'36'2'310'16,"0"4"121"-16,-1 1-19 0,0-1-109 15,0 1-100-15,-1-1-75 0,1 0-43 0,-2 0-32 16,-1 2-8-16,1-2-4 0,-3-2-4 0,0 1-4 15,0-1-13-15,0-2-10 0,-3 0-14 0,-1 1-31 16,-2-3-83-16,-2 0-220 0,-4 0-117 16,-2-3-28-16,-4 3 53 0,-3-2 117 15</inkml:trace>
  <inkml:trace contextRef="#ctx0" brushRef="#br2" timeOffset="168462.51">5413 12377 101 0,'3'1'367'0,"1"-1"191"0,-3 1 128 0,1 1-120 15,-1-2-222-15,1 0-144 0,0 0-85 16,-1 0-34-16,2-3-18 0,3 0-7 0,1-2-11 15,1-1 7-15,1-5 20 0,5-2 1 16,1 0 2-16,2-5-6 0,2-4 11 0,5-4-10 16,-1-1-18-16,4-5-8 0,-2-1-5 0,2-3 0 15,-1 1-39-15,-1 3-97 0,-1-1-92 16,-4 3-183-16,-2 3-245 0,-3 4-157 0,-5 3-6 16,-2 3 191-16,-5 4 228 0</inkml:trace>
  <inkml:trace contextRef="#ctx0" brushRef="#br2" timeOffset="168647.91">5661 12016 319 0,'-5'10'620'16,"1"-2"204"-16,-1-2 56 0,4-1-277 0,1-4-280 15,3 0-167-15,3-1-82 0,0-2-34 16,4-3-16-16,2-1-5 0,1-2-6 0,3 0-4 16,3-1 2-16,3 0-23 0,0 0-15 15,2 0-5-15,1-1 17 0,1 4 9 0,0 4 4 16,-2 2 23-16,0 1-24 0,1 5-80 0,-1 5-148 15,-2 1-289-15,-1 3-199 0,1 2-107 16,-2 2 75-16,-2 0 244 0</inkml:trace>
  <inkml:trace contextRef="#ctx0" brushRef="#br2" timeOffset="169357.91">11481 12040 360 0,'-12'-14'684'0,"1"2"258"0,-1-1 103 0,3 3-260 15,0 1-223-15,1-1-146 0,1 4-77 16,1 2-46-16,3 1-67 0,0 0-64 0,3 3-48 15,0 0-35-15,2 3-32 0,2 2-29 0,2 1-11 16,-1 2-9-16,3 1-1 0,0 2 5 16,1 1 2-16,-1-1-2 0,0-1 3 0,0 0 0 15,0 0-3-15,0-3-4 0,-2 1-23 16,1-4-16-16,-4-1-24 0,0-3-56 0,0-3-110 16,-6-5-137-16,-2-2-165 0,-1-5-274 0,0-1-246 15,-2-4-95-15,-5-3 210 0,-1 1 376 0</inkml:trace>
  <inkml:trace contextRef="#ctx0" brushRef="#br2" timeOffset="170710.1">5034 11796 125 0,'20'1'218'0,"-1"0"87"0,0 1-72 15,2-1-70-15,-1 3-46 0,-2-1-24 0,2 0-20 0,1 0-30 16,-2-2-14-16,3 2-8 0,0-1 17 15,-1-1 6-15,1-1 6 0,1 0 1 16,1 0-7-16,-1 0-3 0,0 0-25 0,1 0-12 16,-1 0-4-16,0 1-2 0,0-1 4 0,1 2 21 15,-2 0 14-15,2 0 5 0,0 2 5 16,-1-2-22-16,1 1-11 0,-2 1-28 0,2 0-13 16,1 1-11-16,0-2-5 0,1 2 20 0,-1-1 11 15,1 0 4-15,0 1 8 0,1-3 0 16,0 3 4-16,1-2 18 0,-1 0 7 0,0 0 8 15,0-1 3-15,0 0-1 0,2 0 26 16,-1 0-2-16,0 0-4 0,1 0-6 0,1 0-2 16,-2 0-5-16,2 2-32 0,0-3-8 0,0 3-6 15,-1-4 4-15,1 4 2 0,0-4 5 0,3 0 5 16,-1 0 2-16,1 0-24 0,0 0-22 16,2 0-5-16,0-2-8 0,1 0-2 0,2-1-6 15,-2 2 22-15,-1 0 11 0,0 0 6 0,0-2 6 16,0 1 28-16,-2 2 13 0,0 0 8 15,0 0 0-15,0 0 0 0,-3-2-2 0,2 2-25 16,-2-2-20-16,2 2-2 0,-1 0-2 16,-1-1 0-16,0 0 4 0,2-1 6 0,-2 0 10 15,3 1 1-15,-1-2 1 0,1 0-24 16,2 0-19-16,0 0-6 0,1 0-8 0,1-1-8 16,2 1-2-16,-1-1 19 0,2 0 19 0,0 0 26 15,-2-1 15-15,4 1 9 0,-1-2 0 16,1 4 0-16,-2-3 0 0,4 2-31 0,-3-2-4 15,2 1 0-15,0 0 4 0,-1 0 8 0,4-2 5 16,0-1 6-16,1 2-1 0,3-2-3 16,0 1-7-16,-1-2-7 0,3 0-5 0,0 0-7 15,-4 2-7-15,4 0-4 0,-3 1-5 0,0-1 0 16,0 0-3-16,-3 1 11 0,1 1 3 16,-1 1 8-16,2-1 4 0,-4-1 8 0,3 2 7 15,-2 0-1-15,2-2 11 0,-1 2 8 16,1 1 6-16,-2-2-1 0,2 2 0 0,-2-2 18 15,0 3 9-15,-2-3 1 0,1 2-2 0,-1 2 12 16,1-2 7-16,-1 0-17 0,-2 2-15 0,0 2-6 16,0 0 30-16,2 0 17 0,-1 3 7 15,3-1 11-15,-1 3-2 0,2 0-6 16,0 1-29-16,1 1-26 0,1-1-16 0,-1 3-10 16,2-2-7-16,-1 1-1 0,0-4-5 0,-3 4-4 15,4-3-6-15,-3 1-5 0,-1-2 4 0,0-1 2 16,-1 2 6-16,-1-3 2 0,1-1 4 15,-1 0 9-15,0 0-4 0,1-1-4 0,-2-2 0 16,1 0-3-16,0 0-2 0,-2 0-1 16,-3 0-5-16,1-2 3 0,-1 2-3 0,-4 0-24 15,-3 0-55-15,1 2-80 0,-5 0-101 0,-1 2-205 16,-5 3-228-16,1 1-109 0,-1-1 61 16,-4 1 196-16,-1 2 231 0</inkml:trace>
  <inkml:trace contextRef="#ctx0" brushRef="#br2" timeOffset="171783.67">10599 12244 41 0,'2'-3'260'15,"1"2"135"-15,-3 1 127 0,2 0-64 0,-2 0-106 16,0 1-64-16,-2 2-20 0,2 0 9 15,0 2 7-15,0 1 0 0,0 0-2 16,0 1-8-16,0 0-12 0,2 2-10 0,-1-2-11 16,-1 2-25-16,0 2-29 0,2-3-31 0,-2 3-28 15,0 1-25-15,-2 1-23 0,2-1-10 0,0 5-5 16,0-1 2-16,0 3 8 0,0 3 12 0,2 2 28 16,1 3 16-16,-2 1 9 0,1 4-6 15,-1-1-18-15,-1 4-18 0,2 1-16 0,-2 1-22 16,2 1-18-16,-2 1-7 0,1-1-1 15,-1 1-4-15,2 2-10 0,0 0 3 0,-1-1 3 16,-1 1 0-16,3 1-4 0,-3-2 0 0,2 2-2 16,0-1-8-16,-1-1-7 0,-1 2-2 0,2-3-1 15,-1 3 1-15,1-4 0 0,-2 1 1 16,3 0-3-16,-2 1 0 0,-1 1 2 0,0 0 0 16,0 2 0-16,0-1 5 0,0 1 7 15,-1 2 5-15,-2 0 0 0,3 1-1 0,-2 2-1 16,1-3-7-16,-1 4-5 0,2-5-4 0,-1 1-3 15,-1-1 1-15,2-1 0 0,-2-2 0 16,2 0 0-16,0-1 1 0,0 0 2 0,0 1-2 16,0-1 1-16,2 4 2 0,-2 0-2 0,0 0 0 15,0 2-3-15,0-3 1 0,0 2 0 16,0-1-1-16,0-7 0 0,0-2 1 0,0-5 0 16,0-6-3-16,0-3 2 0,0-6-3 15,-2-2 0-15,2-4-4 0,-1-3-7 0,-1-4-15 0,-1-5-37 16,-2-3-52-16,0-3-55 0,-4-5-79 15,1-2-127-15,0-2-152 0,0-2-206 0,-3 1-240 16,0-3-213-16,-1 3-48 0,0 0 297 16,-2-1 422-16</inkml:trace>
  <inkml:trace contextRef="#ctx0" brushRef="#br2" timeOffset="172403.88">10463 12366 164 0,'3'0'401'0,"1"3"170"16,-3-3 120-16,2-3-136 0,1 3-115 15,0-2-55-15,1-3-3 0,-1-1 20 0,3-2 1 16,-1-3-37-16,2-4-71 0,2-1-58 15,-1-4-48-15,1-2-41 0,2-4-5 0,-1-2-12 16,2-4-7-16,1-2-15 0,1 2-13 0,-1-4 4 16,-1 3-3-16,0 2-6 0,0 3-7 15,-3 3 0-15,1 4-8 0,-5 6-19 0,1 3-28 16,-3 3-16-16,2 5-6 0,-1 4-3 16,-2 6 3-16,1 5 2 0,0 8-1 0,-2 5-2 15,3 4 0-15,-2 4-3 0,0 4 1 0,2 3-33 16,-1 3-54-16,-2 1-52 0,1 4-102 15,2 2-149-15,-2 1-228 0,2 2-280 0,-2 2-235 16,3 2-179-16,-3 0 154 0,-1 0 458 16</inkml:trace>
  <inkml:trace contextRef="#ctx0" brushRef="#br2" timeOffset="173035.74">10500 14559 63 0,'3'0'358'0,"0"-1"237"16,-3 1 208-16,3 0 6 0,-3 1-145 15,2-1-117-15,-1 0-88 0,-1 1-68 0,2 1-67 16,0 0-75-16,2 0-69 0,-1 3-49 16,0 1-18-16,4 4-3 0,-1 2 3 0,1 3 18 15,0 2 19-15,3 4 7 0,-2 1-9 0,1 2-15 16,2 2-18-16,-3 4-26 0,2 1-27 0,1 4-22 15,0 3-16-15,0 0-4 0,0 3 1 16,0 1-2-16,1 0-2 0,1-2 1 0,-1-1 2 16,2-2-9-16,-2-2-4 0,1-5-3 15,-2-5 0-15,0-4-3 0,3-6-2 0,-4-4-2 16,2-3 2-16,-2-7 1 0,-2-4 0 0,3-4-2 16,-3-4 3-16,1-3 4 0,-2-7 1 15,3-1-2-15,-3-2 2 0,3 1 1 0,0-3-1 16,-2 0-2-16,2 1-20 0,1 1-58 0,0 1-54 15,-3 1-88-15,2 1-150 0,0 2-190 16,-2 1-310-16,1 1-237 0,1 2-216 0,-2 0 42 16,0-1 451-16</inkml:trace>
  <inkml:trace contextRef="#ctx0" brushRef="#br2" timeOffset="175259.86">11412 13859 48 0,'6'-6'317'0,"-1"0"192"0,-2 2 171 16,0 0 13-16,-3 1-60 0,2-2-47 16,-4 2-53-16,2 0-37 0,-3-1-32 0,0 1-34 15,1-1-51-15,-3-1-61 0,2 0-43 0,-4 0-33 16,0 1-33-16,2-2-43 0,-3 1-44 16,-1 1-28-16,1 0-16 0,-1 0-12 0,-1 3-12 15,-2 1-10-15,0 3-13 0,-2 3-9 16,0 3-8-16,0 1-5 0,0 7-4 0,1 3-1 15,-3 3 1-15,5 7-2 0,-1 1 1 0,2 7-1 16,3 0-2-16,0 3-2 0,5-1-1 16,4 1-2-16,1-4-1 0,3-3-2 0,1-7-1 15,2-2 2-15,3-2-2 0,1-10 1 16,4-4 1-16,1-6 2 0,-1-8 3 0,3-5 0 16,-2-10 1-16,3-7 1 0,-5-6 2 0,3-4-2 15,-2-6 0-15,-1-3-1 0,-2-2 2 0,2 0-2 16,-5 2 0-16,0 1 3 0,-1 5-1 0,-4 5 2 15,0 3-1-15,-2 7 2 0,0 3 2 16,-2 6-2-16,-2 2 0 0,0 4 1 0,-2 4-3 16,-1 3-2-16,2 5-3 0,-1 4 0 15,0 4-2-15,1 3 1 0,1 7 0 0,1 3 3 16,1 5 0-16,1 1 0 0,2 3-1 0,1 4 0 16,0-1-1-16,3 1-6 0,1-1-18 15,-2-4-47-15,2-1-70 0,-1-6-111 0,-1-3-171 16,0-4-300-16,0-4-326 0,-3-2-300 15,1-5-163-15,-3-5 285 0,-5-1 615 0</inkml:trace>
  <inkml:trace contextRef="#ctx0" brushRef="#br2" timeOffset="176735.91">11481 13441 138 0,'0'-7'498'0,"0"2"312"15,0 1 215-15,0-1-94 0,0 4-229 0,0-2-190 16,0 1-132-16,0 2-96 0,0 0-81 0,0-3-62 15,2 6-32-15,-2-3 12 0,3 2 31 16,0 5 21-16,2 1 7 0,-2 1-6 0,1 4-22 16,0 0-39-16,-1 5-44 0,0 0-28 15,-1 3-18-15,1 1-10 0,-3-3-6 0,3 1-2 16,-3-4-1-16,0-1-29 0,0-2-62 0,-1-2-72 16,-1-3-158-16,-1-1-269 0,-2-2-309 15,2-5-305-15,-3-1-211 0,-2-7 73 0,2-3 590 16</inkml:trace>
  <inkml:trace contextRef="#ctx0" brushRef="#br2" timeOffset="184776.44">23291 8166 42 0,'1'2'163'16,"3"-2"53"-16,-4 1-19 0,4 0-42 15,-1 1-34-15,-1 0-19 0,1-1 3 0,-1 0 3 16,1 1-2-16,0 1-1 0,0-1-17 0,1 0-11 15,0 1 1-15,2-1 4 0,-1 1-8 16,0 0-3-16,1-2-4 0,1 1 12 0,0 0-1 16,0 0-11-16,1-2-5 0,-2 2 16 15,3-1 16-15,-1 0-10 0,0-1-5 0,0 2-5 16,3-2 19-16,-3 2-7 0,2-2-6 16,1 0-4-16,-2 0-7 0,2 2-4 0,3-2-22 15,-2 0-16-15,2 3-7 0,-3-2-8 0,3-1 0 16,0 0 1-16,-1 1-2 0,3-1-3 15,0 1 3-15,-1-1-1 0,1 0-1 0,2 0-3 16,-2 0-3-16,-1-1 2 0,0 0-3 0,0 0 2 16,1-4-1-16,1 5-1 0,-4-4 1 0,5 2-1 15,-4-2 0-15,2 3-2 0,-4-2 0 16,2 2-2-16,-1-1-1 0,1 1-1 0,-3 1-3 16,2-2 0-16,0 2 0 0,-2 2 4 15,0-2-1-15,-2 3-1 0,3-2 3 0,-3 1 0 16,-1-1-1-16,0 0-1 0,-2 1 2 0,3-2 1 15,-2 2 1-15,-1-2 0 0,1-2 0 16,-3 2 1-16,2-2 1 0,-1 1 2 0,2 0-1 16,-3-2 1-16,1 0-4 0,0-2 0 15,1 2 1-15,-1 0-1 0,0-1 0 0,-1 0-1 16,3 0 1-16,-2 0 0 0,2-2-2 0,0 0 0 16,-3-1 2-16,5 1 0 0,-5-1-2 15,4-2 2-15,-2 2 0 0,1-3 2 0,-1 1 2 16,-1-1 1-16,2 0 2 0,-2-2 0 15,2 0 2-15,-2 0 1 0,1-2 1 0,0 1-2 16,-1-2-2-16,0-2 1 0,-1 2 3 0,1-1-3 16,3-2 1-16,-4 0-2 0,1-2-2 0,0 1-1 15,2-2-6-15,-3 0-2 0,2-2-1 16,1-2-3-16,-2-2-3 0,-1 1 8 0,1-2 3 16,-2-1 3-16,2 0 9 0,0-2 6 15,-4-1 6-15,2 1-4 0,-3-2 1 0,4 0-2 16,-4 3-4-16,1-1-3 0,-1 0-2 0,0 0 0 15,2 3-5-15,-1-2-3 0,-1 1-2 16,0 1-2-16,2-1-3 0,-2 1-5 0,2 0 0 16,-1-2-2-16,1 1-2 0,0 0 1 15,1 0-3-15,-2-1 1 0,5 2 1 0,-3 0 4 16,2-1 6-16,0 1 8 0,0 1 8 0,1 0 7 16,0 0-2-16,1 3 0 0,-3 0 2 15,1 1-7-15,2 4 0 0,-1-3-4 0,-2 5-1 16,1-1 1-16,2 3-3 0,-2-1 2 15,-1 0 13-15,2 1 4 0,-1-1 2 0,0 1 4 16,1-1-2-16,-1 0 0 0,2-1-13 0,0 3-7 16,0-1-1-16,-3 1 16 0,3 2 15 15,-2 0 28-15,1 3 39 0,-2 0 20 0,0 2 4 16,-1-1-13-16,-2 2-1 0,3 2-9 16,-3 0-25-16,2 1-16 0,-3 1-4 0,2 0-6 15,0 1-12-15,-2 1-18 0,0 0-9 0,0 0-7 16,0 0-4-16,0 3-4 0,0-2 0 0,0 3-1 15,1-2 3-15,-1 3-2 0,0-2 0 16,3 3 2-16,-3-2-3 0,2 1 1 16,-2-1-1-16,0 1 0 0,1-1 0 0,1 2 1 15,-1-1-1-15,-1 1 0 0,4-2 0 0,-4 1 0 16,1 2-1-16,-1-1 1 0,3 2 1 0,-3-1 1 16,0 2-1-16,2 0 4 0,-2 0 0 15,0 2-1-15,-2 1 21 0,2 0 19 0,-1 1 6 16,-1 2 5-16,1 0 7 0,-3 2 8 15,1 1-15-15,0 0-13 0,-1 1-8 0,0 1-7 16,1-1-3-16,-2 1-13 0,2 1 5 0,-2 0 3 16,2 0 4-16,0 0 4 0,-1-1-1 15,0 2 1-15,0-1-12 0,0-1-3 0,1 4 0 16,2-4-5-16,-3 1-3 0,3 0 1 16,-2 0 2-16,1-1-3 0,0 1-4 0,0-2-2 15,-2 1 3-15,4 0 1 0,-1-2-4 0,-1 1 3 16,2 0 2-16,-1 0-1 0,1-1-2 15,0 1-2-15,0 0 3 0,-2 1-2 0,2-3-1 16,-2 2 1-16,2 0-1 0,0 1 0 16,-1-3 0-16,-1 2 0 0,1-2-2 0,1 0 2 15,-2-2-2-15,0 0 0 0,1 1 1 0,-3-2 0 16,4-2-3-16,-3 2 3 0,2-3 0 0,-2 3 2 16,1-2-2-16,-1 0-2 0,2-1 0 15,-1 1 3-15,0 1 0 0,1-1-1 0,-1 2 3 16,1-1 4-16,-3 1 0 0,3 0 0 15,-1 0 4-15,0 0-1 0,1 1 2 0,-1 0-2 16,2-2-1-16,0 1 0 0,-1-1-6 0,1 0 1 16,0 0-2-16,-3 0 0 0,3 0-1 15,0 0-1-15,0 0 2 0,0 0 0 0,3-2 2 16,-3 1-1-16,0-1 1 0,1-1-1 16,1 1 4-16,-1-2-2 0,1-1-1 0,0 2 3 15,-1-1 0-15,1-2-1 0,0 1-1 0,-1-1-3 16,1 1-1-16,-1-2 0 0,1 1-1 15,0 0-1-15,-1 2 0 0,-1 1 0 0,2-1 4 16,-1 1 5-16,-1 2 2 0,0 0 3 16,2 1 5-16,-2 0 1 0,3 4 1 0,-2-4-4 15,1 2-3-15,-1-2-1 0,4 0-4 0,-1 0-7 16,0-1 1-16,3-1 1 0,0-1-1 16,3-2-3-16,0 0 0 0,-1 0 5 0,5-3-2 15,1-1-1-15,0 0-2 0,0-2 4 16,3-1-8-16,1-2-32 0,-3-1-110 0,1-2-157 15,-2 0-289-15,1-1-271 0,-4-1-249 0,2 4-113 16,-2-2 302-16,-3 0 464 0</inkml:trace>
  <inkml:trace contextRef="#ctx0" brushRef="#br3" timeOffset="197216.06">22148 13877 470 0,'0'4'999'0,"0"0"256"16,-4 1-62-16,4 2-248 0,-1 2-302 0,1 3-190 16,1 4-98-16,-1 8-54 0,0 1-34 15,0 6-56-15,4 2-70 0,-4 4-47 0,1 6-31 16,1-1-22-16,0 0-18 0,1-1-11 15,-2 0-7-15,4-3-2 0,-4-4-1 0,2-3-1 16,1-5 0-16,-3-2-1 0,-1-4 1 0,3-3 0 16,-3-4-3-16,-1-1-9 0,-1-5-20 0,-3-1-51 15,1-5-66-15,-4-3-68 0,-2-6-110 16,2-5-153-16,-2-5-188 0,-2-5-260 0,3-2-205 16,-4-6-162-16,5-1 148 0,-3-3 431 0</inkml:trace>
  <inkml:trace contextRef="#ctx0" brushRef="#br3" timeOffset="197473.75">22091 13906 106 0,'11'-16'353'0,"-2"3"223"16,1 5 234-16,2 3-10 0,1 0-99 0,3 5-78 15,-2 5-67-15,3 0-44 0,3 3-52 16,2 4-88-16,-1 4-59 0,2 0-53 0,1 4-39 16,-1 3-43-16,-1 3-47 0,-1 0-25 0,-1 4-26 15,-1 1-13-15,-3 2-9 0,0 0-7 16,-5 1-4-16,-3 1-4 0,1 1-11 0,-5-1-7 15,-4 0-3-15,-2 2-8 0,-6-1-5 0,0 0-1 16,-5-2-1-16,-2-1-1 0,-1 0 0 16,-3-2-2-16,-3-5 0 0,3-3-3 0,-2-3-5 15,4-7-11-15,0-3-28 0,1-5-68 0,2-4-70 16,2-3-118-16,2-5-170 0,2-1-274 16,3-4-319-16,1 1-228 0,4-1-145 0,4-1 272 15,1 2 551-15</inkml:trace>
  <inkml:trace contextRef="#ctx0" brushRef="#br3" timeOffset="197731.87">22514 14583 70 0,'10'3'385'0,"-1"-2"231"0,-2 1 231 16,1-4 50-16,-2-1-160 0,5-2-155 0,-3-6-104 15,2-3-30-15,0-1-35 0,3-8-55 0,-2-2-66 16,5-5-38-16,-2-4-33 0,4-4-41 15,-2-2-44-15,-1-4-42 0,1-2-24 0,0-1-24 16,-2 1-11-16,0-1-10 0,-1 2-10 0,-2 4-6 16,-2 3-3-16,-2 5-2 0,-2 4 0 15,-2 5 1-15,-3 5 0 0,-2 6-9 0,-2 2-26 16,-3 9-65-16,-3 2-62 0,-3 5-110 16,-2 5-170-16,-4 4-285 0,2 4-303 0,-4 1-226 15,1 3-152-15,0 1 265 0,-1 1 548 16</inkml:trace>
  <inkml:trace contextRef="#ctx0" brushRef="#br3" timeOffset="197959.72">22472 14077 85 0,'1'-7'426'0,"2"1"283"16,-1 1 175-16,0 1-80 0,2 1-136 0,0 1-121 15,0 2-101-15,4 2-22 0,2 2 15 0,-1 4-19 16,5 2-86-16,-1 2-55 0,3 4-49 15,-4 1-58-15,3 4-58 0,1 3-38 0,-2 3-23 16,2 2-24-16,-4 3-11 0,4 0-9 16,0 0-5-16,0 1 0 0,1-2-6 0,2 1-35 15,-2-3-71-15,3-2-89 0,-3-2-159 0,-1-3-271 16,-1-5-324-16,0-3-314 0,0-4-181 16,-2-4 147-16,1-6 589 0</inkml:trace>
  <inkml:trace contextRef="#ctx0" brushRef="#br3" timeOffset="198354.07">23186 14016 46 0,'0'-11'599'0,"-1"1"497"16,-3 4 210-16,-5 1-6 0,3 2-332 16,-2 3-335-16,-2 0-204 0,0 3-110 0,-2 2-74 15,3 1-88-15,-5 1-61 0,2 0-40 0,2 4-23 16,-2 0-13-16,1 1-10 0,2 0-3 15,1 3-4-15,0-2-3 0,1 1 0 0,3 1-1 16,-1-2-1-16,2 1 0 0,3-1 0 16,0 1-1-16,5-1 0 0,2 2 0 0,2-1 0 15,0 0 1-15,5 3 0 0,2-4 1 0,3 4 0 16,0 0 1-16,5 0-1 0,1 1 0 16,0-2 2-16,4 2-1 0,-3-2 1 0,1 2 0 15,-1-1 0-15,-1-2 3 0,-3 1-3 0,0-2 1 16,-6 1 0-16,-2-2 2 0,-4 1 0 15,-4-1 0-15,-2 1 1 0,-6-2 1 0,-3-1 0 16,-5 2 0-16,-2-1-2 0,-2 0 1 0,-3 3-2 16,-3-2-1-16,-2 1 0 0,-1 1-1 0,1-2 0 15,1-1-2-15,0 0-7 0,5-3-31 16,1-1-73-16,0-1-83 0,3-3-158 0,2-4-261 16,4 0-318-16,1 0-336 0,2-3-196 15,2-3 84-15,2 2 604 0</inkml:trace>
  <inkml:trace contextRef="#ctx0" brushRef="#br3" timeOffset="198907.86">23538 14068 145 0,'-4'-4'433'0,"3"-1"274"0,-1 2 247 0,0 0-79 16,1 2-160-16,-1-1-131 0,1 1-114 15,1 1-89-15,0 0-88 0,0 1-66 0,0 2-26 16,0 2-3-16,0 2 0 0,0 2-14 15,0 3-12-15,-2 1-25 0,2 4-28 0,-2 3-24 16,2 2-19-16,-1 4-9 0,-1 1-9 0,2 3-3 16,0 1-12-16,0 4-8 0,0-1-9 15,0 1-6-15,3 1-7 0,1-1-5 0,-1 2-2 16,2-5-1-16,1 4 0 0,3-5-4 16,-1 0 0-16,4-5-1 0,0-1-2 0,2-4-1 15,0-3-1-15,2-1 1 0,3-7-9 0,-3-2-20 16,3-7-60-16,-1-2-67 0,-1-7-93 15,0-4-147-15,-1-5-183 0,0-3-264 0,-2-4-246 16,2-1-200-16,-2-6 7 0,1 0 374 16,-1-4 444-16</inkml:trace>
  <inkml:trace contextRef="#ctx0" brushRef="#br3" timeOffset="199200.36">23942 14281 272 0,'6'0'567'0,"-1"3"284"0,-3 4 178 15,1 7-197-15,-1 2-184 0,1 2-142 16,2 4-70-16,-1 1-56 0,5 5-48 0,1 1-55 15,0 1-45-15,2-1-36 0,1 1-47 0,1-1-46 16,0-5-46-16,-1-2-29 0,4-4-15 0,1-4-3 16,-1-4-5-16,-1-5 3 0,0-5-2 0,-1-5 3 15,-2-5-1-15,1-4-1 0,-4-1-1 16,0-6-1-16,-4-1-1 0,0-2 0 0,-3-3 1 16,-1 0 0-16,-4-2 1 0,-1 2 1 15,-3-2-1-15,-4 3-2 0,1 0 1 0,-4 0-2 16,1 3 0-16,-1 3 1 0,-4 5-1 0,1 5 0 15,0 2-3-15,0 8 0 0,0 4-4 16,1 6-1-16,0 5 1 0,0 3-5 0,0 5-25 16,4 5-56-16,0 0-51 0,2 4-82 15,2-1-145-15,2 0-199 0,4 3-288 0,1-2-233 16,3 5-198-16,3-3 56 0,4 0 440 0</inkml:trace>
  <inkml:trace contextRef="#ctx0" brushRef="#br3" timeOffset="200033.77">24571 14316 44 0,'0'-8'326'0,"2"1"234"15,-2 1 261-15,0 1 65 0,-2 1-111 16,2-1-125-16,0 4-106 0,-1-1-84 0,1 1-79 15,0 2-82-15,0 1-64 0,0 2-30 16,-2 1-31-16,0 2-27 0,2 4-19 0,0 0-22 16,0 5-25-16,0 2-14 0,2 1-7 0,0 3-4 15,-2 3-12-15,0 2-5 0,0 1-5 0,1 1-8 16,-1 1-6-16,2 0-4 0,0-1-5 16,-1-2-4-16,2 1-1 0,1-6-5 0,0-1-1 15,2-2-3-15,1-3 3 0,-2-4-2 16,3-2 0-16,0-2 2 0,2-5 0 0,2-5 2 15,0-4-2-15,2-4 2 0,-1-5 1 0,4-7-3 16,1-1-1-16,-2-4-1 0,2-4 1 16,-1 0 3-16,0-3-2 0,-1 0 1 0,-1 3 1 15,0-1 0-15,-1 4-2 0,-1 5-2 16,-5-1 2-16,1 6 2 0,-3 4 0 0,1 2 2 16,-6 3 4-16,3 1 0 0,-3 3-1 0,1 3-2 15,-4 0-2-15,1 2-2 0,-3 2-1 0,-1 4-3 16,1 1 3-16,-3 3 0 0,0 3 0 15,-1 0 1-15,-2 4-3 0,-1 0 2 16,2 5-2-16,1 0 0 0,-2 3 2 0,1 1-1 0,2 2 2 16,3 2 0-16,-1-2-1 0,1 0 0 15,3-1-1-15,2-3 0 0,1 0-2 0,3-5-1 16,1 0 0-16,1-4 0 0,2-4 1 16,1 0 0-16,1-3 0 0,1-6 0 0,3-2 1 15,0-2 0-15,0 0 1 0,2-7-10 16,-1 0-28-16,1 0-56 0,-1-1-56 0,1-2-62 15,-1-1-109-15,2 2-142 0,-6-1-157 0,2-1-238 16,-1 5-217-16,1-1-154 0,-3 3 127 0,1 2 395 16</inkml:trace>
  <inkml:trace contextRef="#ctx0" brushRef="#br3" timeOffset="200452.97">25121 14827 381 0,'4'-1'739'16,"-3"-3"232"-16,-1-2 90 0,4-1-257 15,-3-5-248-15,1-4-176 0,1-1-83 0,0-6-35 16,2 0-32-16,2-4-23 0,0-3-8 0,-1-4-3 15,2 0-15-15,2-1-20 0,-2-5-31 0,0 1-29 16,1 0-23-16,2 1-23 0,-1 4-14 16,-2 3-8-16,-1 3-4 0,1 6-12 0,-3 4-9 15,-2 1-4-15,1 6-3 0,-1 4-1 16,3 1 0-16,-5 5 2 0,4 1 0 0,-2 6 0 16,4 2 1-16,-2 7 1 0,-1 3 0 0,5 1-4 15,0 4 1-15,-1 5 0 0,2 2 3 0,0 4-1 16,1-1 0-16,1 3 4 0,1 2-2 15,1-1-2-15,-2 2-3 0,0-1 2 16,1-2-1-16,0 1-7 0,-4-3-26 0,0-2-51 16,-1-1-53-16,-3-3-50 0,0-1-89 0,-3-4-135 15,-2-4-145-15,-2 1-205 0,-1-5-228 0,-2-3-206 16,-1-1 3-16,-2-6 338 0,-1-1 413 16</inkml:trace>
  <inkml:trace contextRef="#ctx0" brushRef="#br3" timeOffset="200647.9">25199 14672 136 0,'-1'-8'465'0,"-3"2"248"0,3 2 130 0,1 0-144 15,3 3-231-15,2-1-158 0,1 2-99 16,5 2-6-16,2-2 11 0,1 0-1 0,2 0-26 16,3-2-33-16,0 2-25 0,1-1-49 0,4-1-35 15,-1 1-18-15,2-1-12 0,-2 1-16 16,4 0-60-16,-2-1-108 0,0 0-139 0,1 2-264 15,-4 0-257-15,3 2-202 0,1 0 12 0,-3-1 278 16,0-1 350-16</inkml:trace>
  <inkml:trace contextRef="#ctx0" brushRef="#br3" timeOffset="200895.86">25866 14376 298 0,'-8'-4'814'0,"-2"4"364"15,-3 2 38-15,-1 1-209 0,-2 3-227 0,-2 4-216 16,2 5-150-16,-1-1-85 0,-1 4-62 0,1 0-76 16,4 1-76-16,0 3-48 0,3 1-30 15,2 1-17-15,0-1-10 0,7 3-4 16,-1 0-2-16,4 0-2 0,2 1 1 0,2 1-2 16,2-1 0-16,1-2-2 0,4-2 1 0,0 0-3 15,1-3-12-15,2-1-36 0,2 0-62 0,-2-5-61 16,2 1-115-16,-2-5-172 0,3 1-295 15,0-3-285-15,0-2-227 0,2-1-129 0,2-5 286 16,-2-4 552-16</inkml:trace>
  <inkml:trace contextRef="#ctx0" brushRef="#br3" timeOffset="201485.25">26050 14398 166 0,'0'-9'599'0,"0"0"383"16,0 3 166-16,0-2-180 0,0 4-281 0,0 0-224 15,0 1-165-15,0 0-106 0,1 0-66 16,1 0-32-16,1-2-20 0,0 3-11 0,4-2-9 16,0 0-4-16,0 0-7 0,1 4-16 0,-2 0-11 15,5-3-6-15,-1 6 70 0,-2-3 39 16,2 4 20-16,2 0 8 0,-1 2 8 0,3 3-3 16,-1 2-55-16,1 2-34 0,-2 4-19 15,4 2-7-15,-2 4-7 0,-1 2-2 0,3 4-2 16,-2 0 0-16,2 7-1 0,-2-1-6 0,0 5-5 15,-1 1-7-15,3 5-3 0,-3 1-2 0,1 3-1 16,-3 1 1-16,0 1-2 0,0 0 1 16,-2 1-1-16,-2-1 1 0,-2-3 0 0,-1-1 1 15,-2-4 1-15,-4 0 8 0,-2-3 7 16,-3-4 7-16,2-3 6 0,-4-4 2 0,0-4 1 16,-3-4-7-16,0-6-6 0,-2-4-8 0,1-6-5 15,-4-5-3-15,2-5-3 0,0-5-1 0,0-5-3 16,0-7 0-16,3-4-1 0,0-6 1 15,2-6-1-15,5-1 3 0,1-5 1 16,0 0 0-16,4 1 0 0,0 1 1 0,4 2-1 16,-1 3-3-16,2 0 0 0,1 1 0 15,3 3-1-15,1 0-1 0,1 2-2 0,1 3-7 0,1 2-20 16,0 5-43-16,0 3-67 16,-1 2-61-16,1 3-96 0,0 1-149 0,-4 6-200 0,5 2-268 15,-2 3-205-15,1 3-186 0,-1 2 97 16,2 6 454-16</inkml:trace>
  <inkml:trace contextRef="#ctx0" brushRef="#br3" timeOffset="201841.77">26738 15188 132 0,'3'-14'433'0,"0"-6"299"0,-1-2 275 15,-2-6-93-15,2-5-172 0,-2-4-149 0,-2-4-104 16,2-2-82-16,2-2-65 0,-2-2-54 15,4-3-38-15,-1-1-29 0,2 0-37 0,3 3-30 16,-2 1-43-16,2 4-32 0,0 2-24 16,0 7-18-16,0 2-11 0,-2 7-13 0,2 3-5 15,-2 5-4-15,1 2-3 0,-3 4 3 0,2 5 4 16,1 2 3-16,-2 4 1 0,3 3 2 16,-4 3 0-16,4 4-2 0,-2 1-5 0,2 4-1 15,0 3 0-15,1 1 5 0,0 2 6 0,0 4 2 16,4 2 1-16,-2 3 3 0,2 4-1 15,1 2-7-15,0 4-5 0,2 2-3 0,-2 3-2 16,2 1-2-16,0-1-1 0,-2 1-1 0,0-3-2 16,2-1 0-16,-3-1-4 0,1-6-11 15,-5-2-39-15,-1-2-69 0,-1-6-67 0,-1-3-123 16,-3-5-174-16,-3-3-288 0,-2-4-291 0,1-2-211 16,-5-4-126-16,-1-4 314 0,-1-4 531 0</inkml:trace>
  <inkml:trace contextRef="#ctx0" brushRef="#br3" timeOffset="202087.89">26774 14727 193 0,'-6'-3'802'16,"-1"3"401"-16,2 1 35 0,2 1-170 0,2 2-447 15,1-1-293-15,3 3-99 0,2-1-16 16,4 1-6-16,4 0-10 0,-1-2-5 0,6 1-14 15,-2-3-42-15,4 1-47 0,-1-2-29 16,5-1-15-16,0-1-12 0,-1 1-15 0,0 0-6 16,0-3-4-16,1 3-2 0,-2 3-4 0,-3-3-38 15,0 1-70-15,-5 1-90 0,0 1-173 16,-2 1-295-16,-2-1-324 0,-2 2-302 0,-1-1-172 16,-1-1 215-16,-3 0 628 0</inkml:trace>
  <inkml:trace contextRef="#ctx0" brushRef="#br3" timeOffset="205135.88">12174 8796 8 0,'-1'-3'300'0,"-1"-2"208"15,0 2 207-15,-1-1 106 0,1-1-137 0,-1 3-109 16,0-3-70-16,0 2-49 0,-2-1-72 15,1 0-82-15,-1 1-84 0,0 2-69 0,0-2-40 16,0 3-22-16,-1-2 6 0,-1 2-5 0,-2 2 25 16,1-2 20-16,-1 0-1 0,1 3-6 0,0-2-22 15,-1 1-11-15,-2 1-31 0,1-1-28 16,0-1-16-16,0 2-8 0,0-1-4 0,0-1-5 16,-2 2-6-16,1-1-30 0,0 0-49 15,-2 1-47-15,0 1-86 0,0 0-142 0,-4 0-170 16,3 1-244-16,-2-1-239 0,1 1-216 0,0-1 36 15,1 0 376-15,2 1 405 0</inkml:trace>
  <inkml:trace contextRef="#ctx0" brushRef="#br3" timeOffset="205359.97">11671 8880 8 0,'-3'2'277'0,"1"2"185"16,-1-2 182-16,2 1 71 0,-3-2-136 15,4-1-98-15,0 1-61 0,-2 0-53 0,0 1-54 16,0 1-73-16,2-3-78 0,-3 2-69 0,2 4-41 16,-3-3-24-16,1 3-13 0,0-2-5 15,0 4-5-15,-1-1-3 0,-3 1-2 0,2-1-4 16,0 2-12-16,-1 0-44 0,-1-1-79 16,0 1-95-16,-1-1-108 0,3-1-140 0,-1 1-218 15,-1 0-149-15,1 0 24 0,0-1 179 0,-1 0 234 16</inkml:trace>
  <inkml:trace contextRef="#ctx0" brushRef="#br3" timeOffset="205559.85">11497 9188 44 0,'0'13'256'16,"0"-1"139"-16,-1 0 149 0,-1-2-46 16,1 1-72-16,-1 0-32 0,2 1-10 0,0-1-21 15,0-2-44-15,2 2-58 0,-1-3-70 16,1 2-63-16,-1-2-49 0,1 0-33 0,1 0-17 15,0-1-12-15,0 1-7 0,0-2-1 0,2 0-5 16,-2 0-13-16,-1-2-59 0,1 0-83 16,1 0-99-16,-3-1-127 0,1 0-219 0,-1 1-201 15,2 0-23-15,0 1 141 0,-1 0 231 16</inkml:trace>
  <inkml:trace contextRef="#ctx0" brushRef="#br3" timeOffset="205771.85">11606 9510 29 0,'8'8'203'0,"-1"0"93"0,2-2 57 0,-1 2-69 16,0-2-94-16,0-1-64 0,1 1-35 16,1-1-24-16,1 0-14 0,0-1-14 0,0-1-15 15,3-1-7-15,-1 2-3 0,1-4 0 16,2 2-6-16,0-2-4 0,1 0-3 0,0 0 3 16,-1-2 0-16,1 1 0 0,-2-2 2 15,2 1 0-15,-2 2 2 0,0-5 0 0,0 4-12 16,0-2-18-16,-2 0-35 0,0 0-37 0,1 1-61 15,-3 1-94-15,3 0-105 0,-3-1-2 16,2 2 58-16,-4 0 87 0</inkml:trace>
  <inkml:trace contextRef="#ctx0" brushRef="#br3" timeOffset="206059.78">12373 9124 81 0,'0'-19'272'0,"0"1"151"16,-3 1 88-16,0 1-14 0,-3-1-42 15,-1 2-26-15,-1 0-23 0,2 1-30 0,-3 1-52 16,1 0-59-16,-2-1-65 0,-1 2-56 0,2 0-53 15,-3 1-38-15,2 0-19 0,0 0-15 0,0 2-8 16,-2 0-20-16,2 2-50 0,1 2-89 16,-2 2-104-16,0 2-156 0,-1 2-273 0,2 2-182 15,0 3-23-15,2 0 176 0,0 0 271 16</inkml:trace>
  <inkml:trace contextRef="#ctx0" brushRef="#br3" timeOffset="207910.51">12361 9212 66 0,'1'0'306'16,"-1"0"166"-16,0 0 144 0,2 0-84 0,-2 0-115 16,0 0-66-16,3 1-30 0,-2-1-16 15,-1 0-15-15,2 1-32 0,-1-1-31 0,-1 2-41 16,2-2-27-16,0 0-26 0,-1 2-17 0,-1-2-13 15,2 0 1-15,0 1 5 0,-2-1-6 16,0 0 0-16,0 0 0 0,0-1 0 0,0 1-22 16,0 0-17-16,0 0-17 0,0 0-12 0,0 0-8 15,0 0-6-15,0 0-4 0,0 0-11 16,1 0-3-16,-1 0-3 0,0 0 1 0,3 0-2 16,1 0 11-16,-1 0 69 0,3 0 36 15,-2 0 16-15,3 1 3 0,-1-1 3 0,1 1-13 16,2-1-52-16,-1 0 4 0,0 2 3 0,0 0 1 15,3-2-5-15,-2 0 1 0,1 1-6 16,1-1-30-16,-2 0-3 0,1 0-4 0,2 0 1 16,-2 1-3-16,1-1 2 0,2 2-1 0,-2-2-11 15,4 1 3-15,-2 1 0 0,1 0 1 16,1 0-1-16,0 1 1 0,0 0 0 0,-1 2-8 16,2-2 3-16,-2 1 1 0,2 2 0 15,-2-2 0-15,2 1 2 0,-2 1-3 0,2 0-6 16,-2 1-5-16,0-1-1 0,1 1 4 0,-1-1 4 15,-1 1 4-15,1 1 0 0,-2 1 3 16,-2-1-3-16,4 3-3 0,-3-3-4 0,0 1 3 16,-1 3 2-16,1-2 2 0,0 2 0 0,-2 0-1 15,1 0-3-15,-2 2-5 0,3-2-5 16,-3 3-3-16,0-2 0 0,1 1-2 0,-1 1 0 16,0-2-1-16,-2 0 0 0,2 3 0 15,-2-3 0-15,1 1 0 0,-1 1 0 0,-1-2 0 16,1 2 0-16,0-2 0 0,-1 1 0 0,0 2-1 15,2-3 0-15,-3 0 1 0,2 2-2 16,-1 0 0-16,0 0 1 0,0 1 0 0,-2-2 0 16,3-1 0-16,-1 3 1 0,-1-1 0 0,1 0 0 15,0 0 0-15,0-2 0 0,-2 0 0 16,2 0 0-16,-1 0 0 0,1-1 2 0,-2 0-1 16,2-1 0-16,-2 1 0 0,1 1 0 15,0-3 1-15,0 5 0 0,2-4-1 0,-3 3 0 16,2-1 0-16,-1 1 0 0,1 1 0 0,0-2-1 15,3 2 1-15,-4-2 0 0,4 4 0 16,-3-4 0-16,3 3 1 0,0-3 0 0,-2 2-1 16,2 0 0-16,0 1 0 0,3-2 0 0,-3 0 0 15,0 1-1-15,1-2 1 0,-1 1 0 16,0-1 0-16,0-1 0 0,1 0-1 0,0 0 0 16,-3 1 1-16,5 0-1 0,-2-1 0 0,1 1 1 15,-2-1-2-15,4 1 1 0,-2 1-1 16,1-1 1-16,0 2 0 0,2-4 0 0,-1 3 0 15,-1-2 0-15,1 1 1 0,0-3 0 16,1 1-1-16,-1-2 0 0,0 0 0 0,-3 0-1 16,2-1 0-16,-1-1 1 0,-4-1-1 0,0 0 1 15,2-4 0-15,-3 4 0 0,-2-1 0 16,2-3 0-16,-4 0 0 0,3 0 0 0,-3-1 0 16,1 0 1-16,-1 1 0 0,-1-2 0 15,0 2 0-15,2-2 0 0,-2 0 0 0,0 0-1 16,0 0 1-16,0 0 0 0,0 0 0 0,0 0-1 15,0 0 0-15,0 0 1 0,0 0 0 16,0 0-1-16,0 0 2 0,0 0-1 0,0 0 1 16,0 0-1-16,0 0-1 0,0 0 1 0,0 0 0 15,0 0 0-15,0 0 0 0,-2 0-1 16,2 0 0-16,0 0 0 0,-1 0 0 0,1 0-1 16,-2 0 1-16,2 0-1 0,0 0 0 0,-1 0-1 15,-1 0-4-15,0 1-10 0,2-1-15 16,-1 1-22-16,-2 1-36 0,-1-1-70 0,1 2-74 15,0 2-117-15,-3-1-164 0,0 2-251 16,-1 0-306-16,2 0-216 0,-1 0-138 0,-2 0 271 16,2-1 532-16</inkml:trace>
  <inkml:trace contextRef="#ctx0" brushRef="#br3" timeOffset="208461.8">13393 10613 102 0,'-2'-2'334'15,"-3"-2"181"-15,2 2 183 0,2-2-67 16,-4 3-68-16,4-2-39 0,-1 2-26 0,2-2-38 16,0 1-57-16,-1-1-78 0,-1 2-85 15,2-1-63-15,0 2-43 0,0-1-13 0,2-1 1 16,-1 1 19-16,-1 1 12 0,2-2-7 0,-1 1-13 15,4 1 4-15,-1 0-12 0,0 0-27 16,1 0-13-16,1 1 2 0,2 1 0 0,1 1-25 16,2 0-12-16,-1 1-10 0,4 1-8 0,1-1-11 15,-2 2-9-15,2 0-2 0,2-1-4 16,-2 2-1-16,2-3 0 0,-3 2-2 0,3 1 1 16,-2-1-4-16,0-2 2 0,-2 1-1 15,1-2-1-15,-3 0-1 0,-1-2 2 0,-1 1 0 16,-1-1 3-16,0-2 1 0,-1-1 2 0,0 1 8 15,-2-2 5-15,0 0 4 0,-2-2 0 0,2-1 0 16,-2-2 0-16,0-1-6 0,2 0-6 16,-2-1-4-16,-2-3-1 0,1-1-4 0,1 1 0 15,-1-5 1-15,0 4-1 0,-1-2 1 16,1-2-1-16,-1-1 7 0,1 2 2 0,-2-1 3 16,0 0 1-16,2-1 0 0,-2 6 1 0,1-5-5 15,-1 5-3-15,0 1-2 0,0 0 0 16,0 2-1-16,0 2 0 0,0 3 0 0,0 1-2 15,0-1-1-15,0 2-1 0,-1 0 0 16,1 2-3-16,-2 1-1 0,2-2 0 0,0 2-1 16,-2 0 0-16,2 2-6 0,-1-1-11 0,-1 0-26 15,2 4-70-15,-3 0-75 0,-2 2-149 16,2-2-256-16,-3 0-314 0,1 4-349 0,0-1-230 16,0 0-7-16,-1-1 602 0</inkml:trace>
  <inkml:trace contextRef="#ctx0" brushRef="#br3" timeOffset="211605.8">13975 10894 190 0,'-2'0'478'15,"-3"-1"270"-15,1 1 221 0,2 0-122 0,-2 0-179 16,0 0-132-16,0 0-92 0,0 1-74 16,-1-1-46-16,1 2-38 0,-2-2-23 0,1 1-21 15,0 1-26-15,-1-1-24 0,-1 0-42 0,0 3-41 16,-1-3-31-16,0 2-19 0,-2 2-12 16,1-1-8-16,-1 2-7 0,2 1-7 0,-1-1-4 15,1 0-3-15,0 1-3 0,2-1-5 16,-2 2-4-16,5-1-2 0,-2 2-2 0,3 0-3 15,2 1 0-15,0 0-1 0,0 3 0 0,4 0 1 16,0 2-1-16,1 0 0 0,3 1 0 0,0 0 1 16,0-3 0-16,3 2-1 0,0-1 1 15,0-4 1-15,1-1 0 0,1 1 0 0,1-5 0 16,-1-2 0-16,3-3 0 0,-2-1 1 16,-1-4 2-16,3-3-1 0,-4-1 1 0,1-2 1 15,-2-3 0-15,-1 0 0 0,0-5-1 0,-3 0 0 16,-1 2 1-16,-2-1 0 0,-1 1-1 15,-2 0 3-15,-1 0-2 0,-1 2 2 0,-1 0 6 16,-3 2 5-16,0 0 4 0,-1 3 3 16,0 0 1-16,-4 1 3 0,1 1-2 0,-1 2-3 15,-1 0-2-15,0 5-3 0,2 1-2 0,-4 1-2 16,2 3-4-16,1 1-4 0,0 2-2 0,2 3-1 16,-1 3-2-16,2-3-2 0,2 5 0 15,0 0 0-15,2-1 0 0,1 1 0 0,1 1-1 16,-1 3 1-16,4-1 0 0,-1 0 1 15,1-4-2-15,1 1 2 0,2-4-2 0,-2 0 0 16,3-3-1-16,1 1 0 0,-1-2 0 0,2-2 0 16,1-2 1-16,-1-1 1 0,0 0 2 15,0-4-1-15,2-1 2 0,-2-1-1 0,0-2 1 16,0-4 1-16,-1 0-2 0,0-3 1 16,-3-1 0-16,1-1 0 0,0-2 1 0,-3 1 0 15,-1 1 0-15,-1 1 0 0,-1 1 0 0,-1-2 0 16,-3 3 0-16,0 0-1 0,-1 3 1 0,1 1-1 15,-2-1-1-15,0 6 0 0,-1-2 0 16,0 5-1-16,-1 0 0 0,3 6 0 0,-2-1-1 16,1 3 0-16,1 3 0 0,0 2 0 15,3 0 0-15,-1 4 1 0,1-4-1 0,3 3 1 16,0 0 0-16,0-1-1 0,3 0 1 0,-1-2-2 16,0 1 0-16,1-5-1 0,0 0 0 15,1-2 0-15,-1-3 1 0,2-2 0 0,0-2 2 16,-2-2 0-16,1-3 1 0,-1-1 1 15,0-3 0-15,1 0 1 0,-2-1 0 0,0 0 0 16,-1-2-1-16,-1 5 1 0,0 0-2 0,0-1 2 16,0 4-1-16,0 0-1 0,0 0 2 15,0 3-3-15,0-1-1 0,-1 1-3 0,1 2-15 16,-4 2-30-16,0 1-82 0,1-2-122 16,-2 4-224-16,-1-2-299 0,-3-2-358 0,0 0-401 15,-2-4-123-15,-2-3 466 0,-1-2 739 0</inkml:trace>
  <inkml:trace contextRef="#ctx0" brushRef="#br3" timeOffset="-207787.05">11499 5747 211 0,'3'0'462'0,"0"0"235"0,-3 0 178 16,3 0-100-16,-3 0-117 0,2 2-106 0,-2 0-79 15,0 0-63-15,0 2-50 0,1-1-39 16,-1 1-39-16,0 2-24 0,0 0-25 0,2 0-25 15,-2 3-33-15,0-2-41 0,0 4-28 0,-2 0-22 16,2 3-8-16,0-1-8 0,0 1-5 0,-1 2-5 16,1 2-2-16,0 0 1 0,0 3-3 15,0 1-1-15,0 2-4 0,0 2-2 0,-2 2-3 16,2 1-5-16,-1 2-2 0,-1 1-5 16,2 1-4-16,-3 0-4 0,0 1-6 0,1-1-4 15,1 0-4-15,-1-3-3 0,-1-1-2 0,1-2-2 16,1-2-1-16,-1-4-1 0,1-3 0 15,-1-3-1-15,2-3 0 0,-2-2-1 0,2-3 1 16,-1 0 0-16,-1-3-1 0,1-2 0 16,-3 0 0-16,0-4 0 0,-1-3-4 0,-1 0-6 15,-1-3-12-15,-1-1-18 0,-1 0-21 0,1-1-25 16,0-1-44-16,-3 1-68 0,3 0-62 16,-1-1-76-16,1 3-100 0,-3-3-106 0,3 3-62 15,1-1 33-15,1 1 32 0,-1 1 90 16,0 1 137-16,2 1 126 0,0 3 87 0,1-2 46 15,-2 3 29-15,2-1 18 0,0 4 16 0,0-2 23 16,0 2 30-16,0 3 41 0,1 0 47 0,2 2 48 16,-1 1 54-16,0 1 46 0,2 1 16 15,0 2-9-15,2-1-26 0,1 4-3 16,2-2 11-16,3 2 6 0,0 0-25 0,1 2-18 16,2-4-26-16,-1 2-32 0,2 0-52 0,1-2-48 15,1-1-25-15,-1 1-21 0,3-2-10 0,-2-4-14 16,3-1-5-16,-1-2-2 0,3-4 1 15,-3-4-2-15,3-3 0 0,0-5-1 0,0-4-1 16,1-5-2-16,0-1-3 0,0-5-1 16,-3 1-3-16,1 1-1 0,-1-1-3 0,-4 1-12 15,1 1-51-15,-4 0-75 0,-2 5-135 0,-2 2-234 16,0 2-307-16,-3 2-357 0,0 5-317 0,2 0-75 16,0 4 530-16</inkml:trace>
  <inkml:trace contextRef="#ctx0" brushRef="#br3" timeOffset="-206868.97">15031 5679 97 0,'7'-1'414'16,"0"1"264"-16,-4 0 226 0,2-2-19 0,-2 2-151 15,0 0-152-15,-1-2-99 0,0 2-38 0,-1 0-32 16,3 2-50-16,-4-2-54 0,1 0-31 15,-1 0-27-15,0 0-40 0,0-2-43 16,0 2-40-16,-1 0-23 0,-1-1-18 0,0 0-17 16,-1-1-15-16,-2 2-6 0,0-2-5 0,-1 1-8 15,-1 2-9-15,-2 1-7 0,-2 1-5 0,-3 2-6 16,-2 2-5-16,-3 3-2 0,-1 2-2 16,-1 3 0-16,-2 3-1 0,-3 2 0 0,1 2 1 15,1 2 0-15,-3 2 0 0,2 2 1 16,-2 1 0-16,0 2-1 0,1 2 0 0,-1 0-1 15,1 0 1-15,2 1 0 0,1-3 1 0,2-1 1 16,2-2 0-16,2-3 0 0,2 0-2 16,2-6 0-16,3-2 0 0,0-3 0 0,3-2-2 15,0-2 0-15,4-2-1 0,-2-1-1 16,2-4-1-16,1 0-1 0,2-2-9 0,0-2-15 16,2-2-20-16,1-3-47 0,2-5-72 0,2-1-88 15,-1-3-129-15,3-3-163 0,-1 1-211 0,2-2-272 16,0-2-200-16,0 0-100 0,-2 1 263 15,3 0 440-15</inkml:trace>
  <inkml:trace contextRef="#ctx0" brushRef="#br3" timeOffset="-206656.93">14596 5991 200 0,'0'-5'436'0,"-1"3"242"15,-3 0 199-15,0 2-96 0,-4 2-112 0,0 0-99 16,-2 4-81-16,-2 2-74 0,-1 2-45 16,0 2-41-16,-4 2-43 0,3 5-30 0,-2 1-29 15,0 2-33-15,0 3-44 0,2 0-46 16,0 0-29-16,3 0-23 0,2 1-15 0,4-3-9 15,3-2-12-15,2-2-7 0,5-2-5 0,4-3-2 16,2 0-1-16,5-3 1 0,0-4-1 16,4-2-2-16,1-4 2 0,5-3-3 0,0-4 0 15,4 1-10-15,-3-6-54 0,2-3-71 16,-3 0-149-16,1-1-241 0,-3-1-307 0,-2 3-356 16,-1-4-278-16,-4 1-35 0,-3 1 577 0</inkml:trace>
  <inkml:trace contextRef="#ctx0" brushRef="#br3" timeOffset="-205290.93">7981 5640 83 0,'-3'0'364'0,"1"1"309"0,-1-1 286 15,3 0-62-15,-2 1-154 0,2-1-149 16,0 2-136-16,0 0-138 0,0-1-102 0,2 2-67 16,1 3-47-16,2 2-25 0,1 2 4 15,2 2 1-15,3 5 10 0,2 1 49 0,3 3 21 16,0 3 2-16,2 1 1 0,4 1-3 0,-1 4-18 15,1 1-51-15,2 1-23 0,0 0-20 0,-2 0-18 16,0 0-14-16,0-4-6 0,0-1-4 16,-3-2-2-16,-2-2-1 0,0-2-3 0,-2-3 1 15,-4-1-2-15,-1-4 0 0,1-2-2 16,-5-1 1-16,-1-2 2 0,-2-1-1 0,-1-1 1 16,-2-1 2-16,-2-1 1 0,-1 1-3 0,-3-3-10 15,-4 2-23-15,-1-3-53 0,0-1-54 0,-3-1-48 16,1 1-46-16,0-2-51 0,-1 0-40 15,3 1 9-15,0-2 3 0,0 2-12 16,3-2-15-16,0 0-3 0,-1 1 16 0,2-1 32 16,1 2 46-16,1-2 54 0,0 1 54 0,1-1 47 15,-1-1 33-15,2 1 22 0,-2-2 13 0,2-1 9 16,0-1 2-16,-2 0 8 0,1 0 1 16,0-2 4-16,-2 2 16 0,1-4 23 0,0 1 35 15,-1-1 51-15,-2 1 56 0,0-2 53 16,2-2 40-16,-2 2 16 0,0 0 9 0,0 2-11 15,2 0-33-15,1 2-39 0,2 3-40 0,0 1-42 16,-2 0-40-16,5 2-36 0,0 2-26 16,3 2-14-16,3 3-12 0,1 3-8 0,3 3 5 15,3 1 22-15,0-1 26 0,3 4 6 0,2 2 10 16,0-1 72-16,4 1 30 0,-1 1-8 16,1-2-17-16,0-1-7 0,-1 0-13 0,1-1-54 15,0-2-31-15,-3-1-17 0,0-1-9 0,0-4-6 16,-5-2 2-16,2-1 6 0,-2-1 5 15,-2-4 2-15,0-1 2 0,-4-1 0 16,0-6-4-16,0 0-5 0,-4 0-8 0,1-2-4 16,-3-1 0-16,0 0-7 0,-4 0-38 0,0-1-66 15,-3-1-87-15,-2 2-167 0,1-2-296 0,-3-1-320 16,3 3-311-16,1 0-196 0,4 1 175 16,1 3 641-16</inkml:trace>
  <inkml:trace contextRef="#ctx0" brushRef="#br3" timeOffset="-203414.95">11894 6256 128 0,'0'3'421'0,"-1"-3"243"0,-1 2 192 16,2 1-84-16,-2-2-168 0,2 1-91 0,0-2-74 16,2 1-67-16,-2 0-68 0,2-1-70 15,-1 3-67-15,2-3-50 0,2 0-40 0,1 0 7 16,4 4 37-16,1-1 14 0,5 0 40 0,0 0 19 15,4 0-1-15,0-2-22 0,3 2-31 16,2 0-16-16,0-1-30 0,2-1-22 0,2 1-11 16,1-2-8-16,0 1-5 0,0 1-2 0,1 1-7 15,-1-2-6-15,4 1-3 0,-1 0-3 16,2 0-1-16,1 1-3 0,3 0-1 0,-1 0-2 16,4 0-1-16,-1 0 0 0,3 0-6 0,-1 0-3 15,1-1 3-15,0 4 1 0,2-4 1 16,-2 3 0-16,2 0-1 0,0 1 7 0,1-2-1 15,-1 2 1-15,0 0 1 0,3 0 0 16,0 0 0-16,0-2-6 0,3 1-2 0,2 0 0 16,-3-4-1-16,4 0-1 0,-3-1 0 0,3-1-1 15,-4 0-3-15,1-3-4 0,2 0-1 0,-3 1-3 16,-1-2 1-16,1 3 0 0,-3-3 0 16,0 2 0-16,0 0 7 0,-1 0 3 0,-1 2 2 15,3 1 1-15,-2 0 0 0,-1 0-2 16,-3 1-4-16,1 1-3 0,-4-1-3 0,-2 1-2 15,0-1 0-15,-4 1-1 0,-2-2 0 0,-2 0-1 16,-5 0-1-16,-2 0 0 0,-3 0 0 16,-4 0-6-16,-3 0-10 0,-4 0-20 0,-4 1-39 15,-5 2-83-15,-1 0-145 0,-8 2-266 16,1 2-318-16,-6 2-389 0,0 0-405 0,-2 4-32 16,-1-2 702-16</inkml:trace>
  <inkml:trace contextRef="#ctx0" brushRef="#br3" timeOffset="-201189.02">11145 8869 154 0,'1'-3'418'0,"2"0"181"0,-3 2 112 0,0-1-153 15,0 2-264-15,0-2-150 0,2 2-57 16,-2 0-29-16,2-1-16 0,-1 1 5 0,1-1 39 16,3 1 19-16,1 0 124 0,0 1 67 15,2-1 24-15,3 1-8 0,3-1 3 0,-1 2-8 16,3 1-99-16,1 0-62 0,2 0-32 0,2 2-16 15,-1-3-46-15,4 3-28 0,1 1-11 16,2-1 56-16,1-1 33 0,-1 1 18 0,3-1 7 16,-1 1-1-16,1-1-5 0,3 0-52 15,-1-2-30-15,1 2-15 0,2-3-5 0,0 0 32 16,1-1 22-16,2-1 6 0,1 1 2 0,-1-3-4 16,-1 1-4-16,-1 0-30 0,1 0-21 15,0 0-11-15,-4 0-5 0,2 0-4 0,0 0 0 16,-2 1-2-16,-1-1 1 0,1 2 0 15,-3-1 2-15,2-2 2 0,-2 3-1 0,-2 0-1 16,-1 0-1-16,0 0 3 0,1-2-1 0,-5 2-2 16,4 0-1-16,-2 0 4 0,0 0-3 15,0 0-1-15,-2-3-1 0,2 1 0 0,2 2 4 16,-2-1-3-16,0 0 2 0,-1 0 0 0,-1 1 0 16,0-3-1-16,-1 3-2 0,3 0 3 15,-4-1-1-15,1 1 2 0,0 0-3 0,1 0 4 16,-1 0-2-16,1 1-1 0,-1-1-1 0,-1 0-1 15,3 3 3-15,-2-3-2 0,1 0-1 16,-2 0 0-16,1 0 2 0,0 0 2 0,2-3-1 16,-2 3-1-16,0 0 3 0,3-1-1 15,-4 1 1-15,3 0-1 0,-2 0 14 0,2 0 7 16,-2 0 3-16,3 1 3 0,-1 2 0 0,1-2 0 16,0 1-14-16,-1 3-5 0,0-3-5 15,1 2-3-15,0 1-3 0,-2-2-1 0,1 2 0 16,-1-1 1-16,-1 0-1 0,-1-1 2 15,1 1-1-15,0 0 1 0,-3-1-2 0,3 0 0 16,-3 0-1-16,2 0 1 0,-1-1-1 0,1 2 0 16,-2 0 3-16,3-1 8 0,-2 2 7 0,0-3 3 15,2 3 1-15,0-3 1 0,-3 4 1 16,3-3-7-16,0 1-7 0,0 1-2 0,-1 0-1 16,2-3-1-16,-1 3-2 0,-1-3-1 15,5 3 0-15,-3 0 1 0,4-2-1 0,-2 1 6 16,4-1 8-16,1 1 4 0,-2 0 1 0,1-2 3 15,4 3-1-15,-2-2-4 0,1 0-8 16,0-1 3-16,-1-2 4 0,2 3 2 0,1-3 1 16,1 0 0-16,-2 0 5 0,2-3-4 15,0 3-3-15,-2-2-3 0,0-3-1 0,1 4-1 16,-2-1-3-16,0-1-3 0,-2 1-3 0,1-2 0 16,-1 2-2-16,-1-2-1 0,-2 3-1 15,3-2 1-15,-5 0-1 0,0 2-1 0,-1-2 0 16,-5 1-1-16,0-1 1 0,-2 1-1 0,-4 2-1 15,-2-1 0-15,-1 0-8 0,-6 1-14 16,0-2-23-16,-4-1-64 0,-7-1-91 0,-2-4-165 16,-4 1-280-16,-1-4-326 0,-5-1-401 0,-3-3-277 15,-5-3 113-15,-3-4 726 0</inkml:trace>
  <inkml:trace contextRef="#ctx0" brushRef="#br3" timeOffset="-200677.03">13953 6922 189 0,'5'-3'561'0,"-2"0"301"0,-2 3 169 16,-1 1-135-16,0 3-245 0,0-2-164 0,-1 6-61 16,-1 2-2-16,1 2-41 0,-1 1-52 15,0 6-54-15,1 2-39 0,-1 7-56 0,1 3-55 16,-1 7-32-16,-1 3-23 0,-1 7-7 0,0 4-8 16,-2 7-11-16,-1 4-7 0,-1 4-8 15,0 7-4-15,-2 2-11 0,-3 2-6 0,-3 4-3 16,3 0-4-16,-2-1-4 0,0-1 0 0,-2-5 1 15,4-4 1-15,0-6 1 0,-1-6-1 16,3-7-1-16,0-7-10 0,3-5-20 0,2-11-57 16,-1-7-71-16,0-8-111 0,-1-9-167 0,1-10-249 15,1-9-324-15,0-6-270 0,0-9-171 16,-1-9 212-16,2-3 555 0</inkml:trace>
  <inkml:trace contextRef="#ctx0" brushRef="#br3" timeOffset="-200376.93">13653 7267 129 0,'0'-16'695'15,"-4"3"412"-15,1 2 94 0,1 0-122 16,1 1-403-16,-1-1-313 0,2 1-152 0,2-3-72 16,-1 2-38-16,4-3-26 0,3-1-16 0,3-3 33 15,0 1 9-15,5-3 3 0,0-1 1 16,3-3-3-16,0 1-11 0,1 0-42 0,2 3-25 15,-2 1-14-15,2 3-14 0,-2 2-2 0,-1 6 2 16,0 2 7-16,0 6 39 0,-1 3 20 16,-3 4 16-16,1 8 6 0,-2 4-2 0,-4 8-7 15,-1 2-30-15,-3 10-17 0,-1 5-10 16,-3 5-6-16,-2 5-4 0,-2 1-5 0,-3 3-17 16,1 0-63-16,-4 1-61 0,0-2-120 0,0-1-190 15,-3 0-305-15,0-1-319 0,-3-1-228 0,0-4-121 16,-5 0 377-16,1-4 570 0</inkml:trace>
  <inkml:trace contextRef="#ctx0" brushRef="#br3" timeOffset="-200062.88">13528 8359 140 0,'3'4'782'0,"-2"5"461"0,-1-2 49 16,0 1-180-16,2 0-416 0,-2 3-344 0,4-1-164 16,-1 4-69-16,-1 3-35 0,3-1-19 15,1 3-5-15,2 2 44 0,5 2 18 0,-2 1 2 16,5 0-6-16,-2-2-1 0,2 2-5 16,0-3-48-16,1 0-29 0,1-3-19 0,0-1-5 15,0-6-6-15,1 0-3 0,1-5 2 0,-2-5 0 16,1-3 1-16,-2-7 0 0,2-6 0 15,-2-3 0-15,-1-8 0 0,1-4-1 0,0-3-14 16,-2-4-41-16,0 0-61 0,-2-1-72 0,-1-1-146 16,-3 0-214-16,2 2-304 0,-3-1-268 15,0 3-205-15,-3 0 8 0,3 3 479 0</inkml:trace>
  <inkml:trace contextRef="#ctx0" brushRef="#br3" timeOffset="-199652.28">14289 7963 264 0,'12'-7'617'16,"-3"0"261"-16,-3-3 148 0,-1 1-153 16,-2 1-240-16,-1-1-145 0,1-1-18 0,-3 3-4 15,0-1-62-15,-3 1-73 0,1 1-52 0,-2 0-50 16,-3 0-69-16,1 3-53 0,-3 1-31 15,-1 4-23-15,0 2-18 0,-2 4-13 0,-1 3-9 16,-1 5-6-16,1 2-2 0,2 3 2 16,-3 1 2-16,4 2 0 0,2 0-1 0,1-1 1 15,2-3-2-15,3-2-5 0,2-1-3 0,2-3-1 16,1-3-1-16,2-3 0 0,3-2 1 0,1-5 1 16,2-5 2-16,3-7 1 0,1-5 0 15,2-5-1-15,2-7 3 0,0-4-2 0,3-1-2 16,-3-1-1-16,0-2 1 0,2 3 0 15,-7 2-1-15,2 3 0 0,-4 6 2 0,-3 3 2 16,0 2-1-16,-5 6 2 0,0 4-1 0,-3 2-2 16,-1 7 0-16,-3 2-5 0,0 5-10 15,-5 4-19-15,0 0-55 0,0 2-65 0,-6 1-111 16,1 1-177-16,-3-2-299 0,-2 0-325 16,-3-2-274-16,-1-2-158 0,-4-2 295 0,-2-5 626 15</inkml:trace>
  <inkml:trace contextRef="#ctx0" brushRef="#br3" timeOffset="-196904.94">24984 8136 100 0,'2'5'407'0,"-1"-3"251"0,1 2 169 16,0-2-106-16,-2 0-184 0,2-2-106 0,2 3-78 15,-3-3-38-15,1 0-19 0,-1 0-20 16,3-3-37-16,-3-1-51 0,2-1-40 16,2-3-35-16,0 0-24 0,3-2-14 0,0-3 8 15,1-1 6-15,2-3 6 0,0-2 20 0,4-1 4 16,-1-3-3-16,0-3-23 0,3 0-11 0,1-2-22 15,-1-2-25-15,4 0-15 0,-4 1-9 16,2-4-1-16,0 3-3 0,2-4 2 0,-1 0-3 16,-1-1 0-16,3 1 2 0,-1-3-4 15,-4 2-4-15,1-2 3 0,-2 0 4 0,-1 1-1 16,0-1-2-16,-3-1 0 0,-1 1 1 0,-3-1 0 16,3 3-6-16,-3-3 4 0,-1 2-2 15,-3 3 1-15,2 0-2 0,-1 2-3 0,-2-1 1 16,2 3-3-16,-2 3 0 0,1 0-1 15,0 0 1-15,1 4 0 0,-1 1 0 0,1 0 2 16,2 3 0-16,-2 2 1 0,1-2 0 0,0 4 1 16,0 0 1-16,-1 1-1 0,2-1 1 0,-3 2-1 15,2 2 3-15,1-1 1 0,-6 2 0 16,4 2 3-16,-3 2 13 0,-1 1 14 16,1-1 3-16,0 4 7 0,-2 0 3 0,0-1 1 15,1 0-12-15,-1 2-12 0,0 2-9 0,-1 0-6 16,1 0-5-16,-2 2-5 0,0 1-1 0,-1 3 0 15,0-1 1-15,0 2 0 0,0 3-1 16,-1-1 1-16,0 0 1 0,1 5-2 0,0-3 3 16,-1 2-1-16,1 3 1 0,0-1 0 15,0 2 4-15,1 2 2 0,-1 5 9 0,1 1 6 16,1 3 6-16,-4 6 2 0,2 3 0 0,2 6 8 16,-3 4-3-16,3 7-5 0,-2 3-4 15,-1 5-1-15,1 0 0 0,1 5-9 0,-1-2-4 16,3 3 0-16,-1-1 0 0,1 1-3 0,1-4-3 15,2-3-2-15,1-3-1 0,1-6-3 16,1-4-1-16,2-6-1 0,1-7 1 0,2-4 1 16,-1-8 0-16,2-4 0 0,1-4 1 0,1-6-9 15,-3-5-44-15,1-5-75 0,-3-2-121 16,0-5-203-16,-4-2-302 0,2-3-348 0,-3 0-320 16,-2 1-123-16,-4-2 400 0,-1 2 660 15</inkml:trace>
  <inkml:trace contextRef="#ctx0" brushRef="#br3" timeOffset="-192158.89">15584 12637 49 0,'2'0'335'16,"0"0"227"-16,-1 0 202 0,-1 0 18 15,0 2-171-15,2-2-106 0,-2 1-66 0,2-1-53 16,-2 1-51-16,1 1-55 0,2 2-58 16,2 0-53-16,-4 2-39 0,4 1-19 0,1 1-1 15,-1 3 21-15,3-1 27 0,1 2 5 0,-1 1-3 16,1 1 3-16,1-1-20 0,2 4-23 0,-3-2-25 15,3 3-14-15,1 3 0 0,1 0-14 16,1 3 2-16,-1 1-6 0,3 3-8 0,1-1-6 16,-1 5-10-16,2 1-5 0,0 2-6 15,0 1-2-15,1 1-2 0,1 2-1 0,0 2-3 16,-1-1-3-16,-1-1-6 0,3-1-4 0,-3-2-4 16,-3-3-2-16,1-5 1 0,-2-2-1 0,0-4-1 15,-5-2-1-15,1-2 1 0,-1-6 0 16,-4 0 0-16,-1-3 1 0,-2-2 0 15,0-2 1-15,-1-1 0 0,-1-2 1 0,-2-1-2 16,-1-1-1-16,-1-3-3 0,-2 0-7 0,0-1-13 16,1-2-16-16,-4-2-34 0,0 1-64 15,0 1-63-15,-2-1-80 0,0-1-133 0,-2 0-170 16,0 2-251-16,2 2-221 0,-1-1-204 0,3 0-21 16,-3 1 366-16,2 0 450 0</inkml:trace>
  <inkml:trace contextRef="#ctx0" brushRef="#br3" timeOffset="-191872.85">15883 13455 164 0,'0'4'474'16,"0"1"249"-16,2 1 191 0,3 0-90 15,-1 2-150-15,3 3-138 0,4 3-74 0,-2 0-12 16,6 3-32-16,2 1-69 0,2 1-72 15,0-2-53-15,1 0-47 0,2-2-54 0,-1-2-35 16,1 0-22-16,0-5-11 0,-1-2-4 0,-1-4 3 16,2-4 1-16,-4-4-11 0,1-4-7 15,-3-6-4-15,1-4-4 0,-4-7-9 0,3-5-7 16,-7-4-3-16,2-1-4 0,-3-4-2 16,-2 1-3-16,-1 3-8 0,-5 0-31 0,-1 4-80 15,-6 5-137-15,-3 3-259 0,-3 6-297 0,-4 5-360 16,-3 3-366-16,-2 5-59 0,-5 4 588 15</inkml:trace>
  <inkml:trace contextRef="#ctx0" brushRef="#br3" timeOffset="-190732.93">11869 12637 173 0,'0'-4'425'0,"0"-1"223"0,-2 0 202 0,1 3-98 15,-1-3-102-15,-1 1-81 0,1 1-71 16,-1-2-67-16,2 3-68 0,-1 0-42 0,2-1-22 15,-2 1-27-15,2 1-21 0,0-2-23 16,-3 3-24-16,1-2-41 0,1 2-45 0,-3 0-23 16,0 0-13-16,1-3-10 0,0 3-2 15,-2 3-7-15,0-3-5 0,0 2-6 0,-2 1-5 16,-1 1-4-16,-2 2-8 0,-2 2-8 0,-1 2-5 16,-1 5-6-16,-4 0-3 0,-4 5-1 15,0 2-2-15,-2 4 1 0,-4 2-2 0,-2 4-1 16,0-1-3-16,-2 4-1 0,-1 0-1 0,0-2 1 15,-1 2-1-15,0 1 2 0,-2-1 1 16,3-1-2-16,-2-1-1 0,1-1-1 0,3-3 1 16,2 0-2-16,1-4 0 0,1-2 0 0,3-2 0 15,2-3-1-15,2-3 0 0,4 0 0 16,-2-4 0-16,5-2-2 0,1-3 0 0,1 1-1 16,1-4 0-16,1 0-5 0,1-2-12 0,2 1-20 15,-1-4-31-15,0 1-71 0,0-2-84 16,1-5-155-16,-1 2-259 0,1-4-316 0,2 0-360 15,0-2-224-15,1-3 27 0,2-1 627 0</inkml:trace>
  <inkml:trace contextRef="#ctx0" brushRef="#br3" timeOffset="-190462.89">10958 13064 108 0,'-5'5'673'0,"-2"4"442"0,-3 0 128 16,2 1-75-16,0 1-298 0,-3 1-287 0,5 2-159 15,-2 0-92-15,1 3-51 0,-2 0-58 16,3 3-75-16,-1 0-51 0,2 4-29 0,1 0-14 16,-1 3-17-16,2-2-10 0,2 5-12 0,-1-4-6 15,4-1-6-15,-1 1-1 0,4-2-2 16,1-1-1-16,0-2 0 0,4-3-3 0,2-2 3 16,0-1-1-16,2-3 1 0,6-1 0 15,1-3 0-15,4-4 1 0,1-4-1 0,5-4 0 16,3-9 0-16,3-2-5 0,4-7-21 0,1-5-81 15,3-7-115-15,1-3-229 0,2-3-290 16,-1-4-352-16,2 1-406 0,0-2-133 0,-3 0 435 16,1-1 748-16</inkml:trace>
  <inkml:trace contextRef="#ctx0" brushRef="#br3" timeOffset="-189569.04">15444 8976 334 0,'3'-2'634'0,"-3"2"316"0,0 0 170 0,-3 0-273 15,3 0-199-15,0-3-77 0,0 3-65 16,0 0-104-16,3 0-101 0,-2-2-62 0,1 0-48 16,1-3-66-16,0-1-48 0,5-1-26 15,0-5-10-15,3-1-13 0,0-4-12 0,3-3-7 16,2-1-4-16,2-1-4 0,-4-4-2 0,6 1 1 15,-3 0 0-15,-2 0-15 0,1 3-60 16,-2 1-60-16,-1 1-108 0,-2 2-168 0,-3 2-282 16,-2 1-319-16,1 3-239 0,-4 1-152 0,-2 2 260 15,-1 1 550-15</inkml:trace>
  <inkml:trace contextRef="#ctx0" brushRef="#br3" timeOffset="-189286.95">15614 8496 140 0,'4'-3'469'16,"1"0"236"-16,-2-2 168 0,4 1-59 0,0-3-197 15,1 1-148-15,1-2-78 0,5-1-46 16,-1 0-54-16,4-5-70 0,1 2-57 16,4-1-41-16,2-1-29 0,1 1-18 0,2 0-13 15,-2 1-8-15,1 2-17 0,-1 1-18 0,-2 2 59 16,1 4 49-16,-5 1 24 0,0 6 15 0,-3 0 5 15,-2 3-1-15,-6 7-57 0,-1 0-36 16,-6 8-25-16,-2 1-19 0,-6 6-10 0,-1 2-8 16,-3 1-5-16,-2 1-12 0,1 2-47 15,-4-2-67-15,2-3-110 0,-4 0-182 0,2-3-300 16,2-3-327-16,0-2-297 0,2-7-155 0,-1-1 303 16,2-7 627-16</inkml:trace>
  <inkml:trace contextRef="#ctx0" brushRef="#br3" timeOffset="-188619.03">15339 8263 222 0,'-9'6'637'16,"-2"-1"365"-16,3-3 164 0,3 0-211 0,0-2-264 15,0 2-150-15,4-2-92 0,-1-2-87 16,2 2-71-16,0-2-54 0,2 1-47 0,-1 0-53 16,4-4-50-16,2 2-17 0,2 0-7 0,5-2-2 15,2 1 12-15,8 0 5 0,3-1 12 0,6 1 3 16,5 0 5-16,8 0 2 0,1 0-7 16,9 1-5-16,4 1-7 0,6 0-10 0,8-1-9 15,4 2-8-15,7 1-6 0,4 1-47 16,1 2-1-16,3-1 0 0,2 3 0 0,3 3 0 15,0-2 0-15,0 2 0 0,-3 1 0 0,1 0 0 16,-2 0 0-16,-9 0 0 0,2-2 0 0,-5 0 0 16,0 0 0-16,-6-1 0 0,2-1 0 15,-5-2 0-15,-2-1 0 0,-5-1 0 0,-4-1 0 16,-3 0 0-16,-7 0 0 0,-8 1 0 16,-2 1 0-16,-7 1 0 0,-6 1 0 0,-7 4-162 15,-9 0-150-15,-5 4-237 0,-7 4-313 0,-6 0-385 16,-4 4-426-16,-7 3-87 0,-5 3 564 0,-6 3 783 15</inkml:trace>
  <inkml:trace contextRef="#ctx0" brushRef="#br3" timeOffset="-187474.9">15901 13708 61 0,'-10'-3'480'16,"0"0"359"-16,-2 2 232 0,3-1 18 0,0 0-341 15,0 1-247-15,1 0-89 0,3 1-26 16,2 0-39-16,0 0-57 0,3 0-48 0,0 0-45 16,0 1-61-16,2-1-60 0,2 1-40 0,5 1-14 15,3 0 1-15,2 0 4 0,8 2 15 16,5-2 9-16,3 0 15 0,5 1 6 0,6-3 10 16,3 0 8-16,2 0-1 0,5-3 2 0,1 1-6 15,4 0-6-15,0-3-14 0,6 0-12 16,1-1-11-16,1 2-10 0,4-2-10 0,4 0-7 15,-1 0-6-15,2 1-2 0,3-1 2 16,-1 0-2-16,-2-1 1 0,0 1 0 0,0 0 2 16,1 0-1-16,-2 1-4 0,-1-1-1 0,0 2 0 15,-3 0-1-15,-3 1-2 0,-2-2 0 0,-5 2-1 16,-4 2 0-16,-5-1-2 0,-1 2 0 16,-7 2-1-16,-6 0-1 0,-5 2-8 0,-5 2-13 15,-5 1-17-15,-7-1-25 0,-4 1-52 16,-4-1-81-16,-6 1-116 0,-9-3-174 0,2-1-288 15,-5-4-335-15,-5-5-301 0,-3-3-133 0,-3-8 327 16,-4-5 628-16</inkml:trace>
  <inkml:trace contextRef="#ctx0" brushRef="#br3" timeOffset="-186684.95">17679 8912 161 0,'0'6'373'0,"0"0"171"0,-3 2 154 15,0 1-133-15,-2 3-93 0,0 2-25 16,-1 1 4-16,2 4-13 0,-3 4-37 0,2 2-63 16,0 5-59-16,1 4-21 0,-2 6 3 15,3 6 7-15,-1 1-11 0,1 8-12 0,0 4-14 16,1 5-39-16,-1 5-41 0,1 6-36 0,-1 3-17 15,2 6-11-15,-2 5-17 0,1 7-7 16,-1 6-8-16,2 9-10 0,-3 3-5 0,1 6-8 16,0 5 2-16,-2 3-1 0,-1 8-8 0,-2 7 0 15,0 3-3-15,2 4-4 0,-2 3-7 16,-1 2-3-16,-1 2 2 0,0-3-4 0,1-1-2 16,1-4-1-16,2-8 0 0,-1-8-3 0,2-10 0 15,1-9-1-15,2-12 1 0,1-10 0 16,-1-14 0-16,2-14-2 0,-1-10-4 0,1-12-8 15,-2-9-5-15,2-6-12 0,-2-13-17 16,-1-5-37-16,-2-9-76 0,-3-6-75 0,-1-9-133 16,0-2-183-16,-3-5-274 0,2-2-307 0,-3-2-190 15,0-3-72-15,-1 1 374 0,-2-2 506 0</inkml:trace>
  <inkml:trace contextRef="#ctx0" brushRef="#br3" timeOffset="-186366.88">17124 12508 52 0,'2'0'536'0,"1"0"407"16,-1 1 184-16,1 4-27 0,0-3-345 0,3 2-263 15,2 5-87-15,0 2-28 0,6 4-24 16,-1 1-43-16,4 4-41 0,1 1-40 15,-1 3-67-15,1 4-50 0,1-1-31 0,-2 4-17 16,2 1-17-16,0 1-12 0,-3-1-12 0,1-3-8 16,-2-1-7-16,0-4-3 0,0-5-3 0,0-4 0 15,-2-6-3-15,1-5 2 0,-3-6 0 16,0-6 1-16,0-8 1 0,-3-8-5 0,-1-7-8 16,-1-4-13-16,2-9-30 0,-4-2-62 0,-2-6-67 15,0-6-104-15,-4-2-171 0,0-3-276 16,-1-6-301-16,0-4-238 0,-3-6-157 0,0-7 246 15,-2-7 577-15</inkml:trace>
  <inkml:trace contextRef="#ctx0" brushRef="#br3" timeOffset="-185856.81">17444 9046 175 0,'2'3'400'0,"0"-1"166"16,-2 1 110-16,4-2-170 0,-3 1-118 0,2-2-58 15,1 0 8-15,0 0 28 0,3-2 14 16,0-2-21-16,1 2-50 0,2-5-55 0,1-1-61 16,2-1-54-16,1-3-44 0,0 0-37 0,1-1-26 15,0 1-13-15,0-2-6 0,0 3-2 16,0 3-6-16,-3 0 0 0,-2 2-2 0,-1 3 1 16,2 3-6-16,-5 3 1 0,1 3 0 15,-2 5 0-15,-4 4-5 0,-1 4-32 0,-1 5-103 16,-4 3-166-16,-2 5-259 0,-3 2-270 0,2 2-252 15,0 2-106-15,-2 1 277 0,-1 1 452 16</inkml:trace>
  <inkml:trace contextRef="#ctx0" brushRef="#br3" timeOffset="-185073.04">18127 10858 145 0,'6'-9'436'0,"-1"-1"265"16,-2 1 227-16,0 0-78 0,-3 0-149 16,2 0-120-16,-2 1-43 0,-2 0-10 0,2 2-60 15,-3-1-80-15,1-2-66 0,-2 3-47 0,-1-2-63 16,-3 4-65-16,2 0-40 0,-1-1-28 16,-2 4-17-16,-4 1-15 0,2 3-14 0,-3 1-9 15,-2 3-6-15,-1 4-1 0,3 1-3 0,-5 5 0 16,1 1 0-16,-1 4 1 0,3 3-1 15,-1 3-4-15,4 2-2 0,-1 3-1 16,5 2-3-16,-1 3-2 0,4-1-1 0,3 0-1 16,1-3-1-16,5-4-1 0,1-4 0 0,3-4-1 15,1-4 1-15,2-5 0 0,4-5 1 0,0-6 1 16,3-8 1-16,3-9 1 0,0-5 0 16,2-8-1-16,1-8 1 0,0-6-2 0,1-3-1 15,-1-3 0-15,-2-3-1 0,1 1-1 16,-3 1 2-16,-1 1 0 0,-1 1 2 0,-3 1 1 15,-3 2 2-15,0 3 2 0,-4 1-1 0,-4 5-2 16,1 0 2-16,-4 5-2 0,0 2 0 0,-4 6-1 16,1 5-1-16,0 2 0 0,-4 7-1 15,2 3-1-15,-1 8-2 0,-2 2 1 0,2 7 0 16,0 6-1-16,1 4 0 0,1 6 0 16,3 6 2-16,-1 4-1 0,4 5 2 0,1 3 1 15,0 5 2-15,2 4 0 0,2 3-1 0,-1 1-1 16,3-1-2-16,2 2-1 0,3-2-1 0,-1-4-2 15,3-5-15-15,3-3-30 0,3-5-79 16,-3-6-111-16,5-5-188 0,0-4-299 0,-1-7-346 16,0-4-383-16,-1-5-155 0,1-5 315 15,-1-3 705-15</inkml:trace>
  <inkml:trace contextRef="#ctx0" brushRef="#br3" timeOffset="-182937.37">23332 8082 119 0,'0'0'360'0,"-2"1"196"0,-1-1 162 15,2 0-119-15,-1 2-129 0,2-2-81 16,2 0-60-16,-1 0-49 0,-1 0-52 0,3 0-56 16,-1 1-56-16,-1-1-42 0,2 2 21 0,1-1 12 15,0 1 5-15,3 1 4 0,-1-2 2 16,3 3-5-16,1-2-7 0,0 1-6 0,0 0-5 16,3 0-2-16,1 0-5 0,-1 0-2 15,4-1-38-15,-2 1-19 0,2-2 0 0,1 2 22 16,-3-2 12-16,3 3 2 0,-1-3 0 0,-2 2 3 15,2-1-13-15,-4 0-25 0,2-2-12 16,0 0-5-16,-1 0-1 0,0-2 67 0,2-3 40 16,-4-1 18-16,1-3 1 0,1-1 1 15,1-5-8-15,-1-2-59 0,-1-2-30 0,0-3-19 16,-1-1-12-16,2-1-5 0,-1-1-1 0,-4 2 4 16,4-2 7-16,-4 3 3 0,1 1 1 15,1-2-1-15,-3 4 1 0,1-2-5 0,-1 0-10 16,3 1-3-16,-1-2-1 0,-4 2 0 0,3-5 3 15,-1 3-1-15,2-2 1 0,-2 0 1 16,1-2-1-16,-2 1 0 0,-1 0-3 0,0-3 2 16,0 3-2-16,-1-1 0 0,-2 1 1 0,1 0-2 15,-3 0 2-15,2 1-2 0,-1 0 1 16,0 2-2-16,-2-1 1 0,1 2 0 0,-1 0 0 16,0 1 1-16,0 3-1 0,0 0-1 15,2 1 1-15,-1 0-2 0,1-1 0 0,1 2-2 16,-2 0 1-16,2 0-1 0,2 0 0 0,0-2 2 15,0 4 0-15,1-2 0 0,0 0 0 16,-1 3 0-16,2 0 0 0,-3 1-1 0,1 2-1 16,2 2 0-16,-6 1-1 0,5 1 0 15,-3 2 0-15,1 1-1 0,-1 2 3 0,0 0 0 16,-1 0 2-16,1 2 2 0,-1 1 0 0,1 3 2 16,1 0 0-16,-2 0 0 0,-1 3 1 15,1 1-3-15,-1-2 1 0,3 2 0 0,-3-2-2 16,1 3 1-16,-1-3 0 0,3 2 0 0,-3 0 0 15,-1 1-1-15,4 0 2 0,-3-1 0 16,1 1 1-16,-1 0 0 0,4 3 1 0,-4-2 4 16,1 5 5-16,-1-1 0 0,3 1 5 0,-3 3-2 15,3-2 0-15,-3 3-3 0,1 0-3 16,-1 1-3-16,3 3-4 0,-3-2 0 0,1 2 0 16,-1 2-2-16,4 0 1 0,-5 0-1 0,0-2 1 15,1 2 1-15,-1 1-2 0,0-3 2 16,0-1-2-16,0 2 3 0,0-4-3 0,0 0 2 15,-1-2 0-15,1 1 0 0,-5-2 0 0,4 1 0 16,-2-3 1-16,1 0-1 0,-1 2 1 16,1-2 7-16,-3 1 4 0,4 1 0 0,-3 0 0 15,3 0-1-15,-1 1-1 0,1-1-6 0,-2 2-3 16,3 0-4-16,0 0 0 0,3-1 0 16,-2 0 0-16,2 0-2 0,1-1 2 0,2 0 1 15,2 0 0-15,1-3-1 0,3 1 0 0,-1 0 1 16,3-2-2-16,0-2 1 0,3-1 0 15,-1-3-1-15,3 0 2 0,0-3-2 0,0-1 1 16,2-2-2-16,-2-3-20 0,1 0-83 16,1-2-134-16,-5-2-263 0,3 2-294 0,-5 0-372 15,0-2-428-15,-1 3-85 0,-1-3 617 16</inkml:trace>
  <inkml:trace contextRef="#ctx0" brushRef="#br4" timeOffset="-171953.04">8052 15443 5 0,'0'-7'205'0,"0"3"112"0,0-1 105 15,0 1-37-15,0 1-58 0,-1-2-23 0,-1 2 25 16,2 2 58-16,-1-2 69 0,-1 1 40 15,-1 1-4-15,1-2-38 0,-1 0-62 0,-2 2-34 16,2 1-16-16,-2-2-33 0,1 0-32 16,-1 1-27-16,-2-1-25 0,1 2-43 0,0-1-47 15,-2-1-32-15,0 2-23 0,0 0-14 0,-2 0-9 16,1 0-7-16,0 2-6 0,-1-1-6 0,-1 1-7 16,0-1-2-16,1 3-2 0,0 0-2 15,-2 0-4-15,3 2-4 0,-2-2 2 16,0 4-2-16,1 1-2 0,-1-1-3 0,3 5 0 15,0-1-2-15,-1 3-2 0,3 2-3 0,1 1-2 16,3 3-1-16,-1 1-3 0,5 4 0 0,1-1 0 16,2 2-1-16,1 2-1 0,5-2 0 15,-2 0 0-15,4-1 0 0,1-1-2 0,1-3 2 16,0-1-1-16,0-4 1 0,2 1 0 16,-1-5-1-16,1-2 1 0,0-3 0 0,-1-3 2 15,0-2-1-15,0-3 1 0,-2-3 2 0,0-3 1 16,-1-3 2-16,-2-3 0 0,0-1 1 15,0-4 0-15,-3-2 0 0,0-1-1 0,-1-1 0 16,-3-1-2-16,2-1 0 0,-3 1 0 16,-1-1 0-16,-2 2 1 0,0 1 0 0,-3 3 1 15,-3-2 0-15,1 4 1 0,0 2 2 0,-3 0 3 16,0 2 1-16,-2 1 1 0,0 1 0 0,0 0 1 16,0 3-2-16,-2 0 0 0,1 0 0 15,0 3 0-15,0 0-2 0,1 0 0 16,-2 3-3-16,4 0-2 0,-2 0-1 0,1 3-2 15,1 0-1-15,2 1 0 0,-1 2-1 0,1 1 0 16,2 4-1-16,0 0 1 0,1 3 0 0,1 0 0 16,2 1-1-16,2 4 1 0,0-2-1 15,1 1 0-15,0 0 0 0,5 0-1 0,-2 0 1 16,1-3-2-16,1-1 1 0,1-1 0 16,0-5 0-16,1 0 0 0,-2-3 1 0,4-3 0 15,-2-2 0-15,0-4 1 0,2-1 1 0,-4-6 1 16,2-2 1-16,-1-4 0 0,-1-2 0 15,-2-4 1-15,-1-1-1 0,1 2 0 0,-3-3 0 16,-1 3-1-16,-1 1 0 0,-2 2 1 16,-1 0 1-16,-1 5-1 0,-3 0 0 0,1 3 1 15,-1 0 0-15,1 3-1 0,-3 2 1 0,1-1-1 16,0 7 0-16,-1 0-1 0,-3 5-1 0,3 1 0 16,0 4-1-16,0 5-1 0,1 1 1 15,2 3 1-15,0 4-1 0,3 0 0 0,-1 2-1 16,5 1 1-16,-1-2 0 0,3 1-1 15,0-2 0-15,2 2-1 0,-1-5 1 0,2 0-1 16,-1-6-1-16,0-1 2 0,2-3-1 0,0-5 1 16,-2-2 0-16,1-3 2 0,-1-4 1 0,0-3 0 15,-1-4 1-15,-2-4 0 0,-1-3 0 16,1-3-1-16,-3-1 0 0,0 0 0 0,-3-3 0 16,1 4 1-16,-1 0 1 0,-2 3 0 15,-1 2 1-15,0 1 1 0,1 3-2 0,-3 3 2 16,2-1-1-16,-4 4-1 0,4 4 0 0,-4 0 0 15,2 2-1-15,-1 2-1 0,1 3 0 16,0 1 0-16,-1 1-1 0,-1 2 1 0,2 2-1 16,2-2 0-16,-2 4 0 0,0-3 0 15,3 2-1-15,-1 2 0 0,3-3-1 0,-2 0 1 16,2 1-1-16,0 0 0 0,2-2 0 0,-1-1-1 16,2 1 0-16,2-1-1 0,-1-3 0 15,2 1 0-15,0-3 0 0,2 1 1 0,-2-2-2 16,3-1 1-16,1-2-1 0,-1 0-9 15,5 0-18-15,-3-3-34 0,3-1-79 0,0 3-119 16,2-2-217-16,3 3-297 0,1-1-353 0,5 2-386 16,2-1-134-16,1 3 416 0,4 3 736 0</inkml:trace>
  <inkml:trace contextRef="#ctx0" brushRef="#br4" timeOffset="-170820.91">22011 15726 347 0,'9'-5'627'0,"-1"0"205"0,-2 5 124 0,3 0-198 16,-1 7-179-16,0 0-113 0,1 4-26 15,1 4 6-15,0 6-43 0,0 1-80 0,-2 6-59 16,0 0-43-16,0 3-51 0,-3 6-53 16,1-2-37-16,-3 3-23 0,-1 1-21 0,0-1-13 15,-2-3-7-15,-2-1-6 0,0-3-2 0,1-5-1 16,-1-1-1-16,-1-7-2 0,-1-2-6 0,0-2-30 15,0-5-52-15,-4-2-56 0,0-3-60 16,-3-8-108-16,1-3-136 0,-1-2-135 0,0-7-131 16,2-2-237-16,0-2-202 0,0-5 35 0,3-3 275 15,0-3 350-15</inkml:trace>
  <inkml:trace contextRef="#ctx0" brushRef="#br4" timeOffset="-170542.7">22037 15716 119 0,'9'-17'333'16,"-1"3"147"-16,0 3 150 0,1 3-68 0,1 4-62 15,1 2-1-15,2 0 27 0,0 2-11 0,2 3-40 16,3 2-93-16,1 2-84 0,-2 1-33 16,5 5-26-16,-1 1-2 0,1 1-21 0,-1 3 2 15,-1 0-17-15,-1 3-35 0,2 1-39 16,-4 3-30-16,-1-2-10 0,-1 3-20 0,-3 0-9 16,-3-1-6-16,-1 0-3 0,-3 4-5 0,-4-2-9 15,-2 1-7-15,-3 1-5 0,-5 1-8 0,1-2-7 16,-3 4-4-16,-3-2-1 0,-2-2-1 0,-1 2 0 15,-1-1 0-15,-1-2-1 0,1-3 1 16,2-4-1-16,-2-3-6 0,4-3-13 0,0-4-25 16,3-4-56-16,3-4-64 0,0-6-69 0,2-1-113 15,3-7-144-15,1-3-163 0,4 0-198 0,1-3-221 16,3-1-168-16,2-4 99 0,-2 3 363 0,4-1 379 16</inkml:trace>
  <inkml:trace contextRef="#ctx0" brushRef="#br4" timeOffset="-170250.44">22437 16075 172 0,'14'8'435'16,"-1"1"258"-16,3 4 225 0,-4 3-98 0,6 0-123 16,-6 3-123-16,6 1-94 0,-5 1-86 15,4 0-94-15,0-1-96 0,1 0-72 0,-1 1-40 16,0-6-29-16,2 0-27 0,0-1-14 0,0-7-7 16,2-1-6-16,0-6 0 0,-1-5 0 0,0-3 2 15,0-6-4-15,-2-3-1 0,-2-4 46 16,2-5 56-16,-6-2 32 0,-1-2 22 0,-3 1 10 15,-3 0 3-15,-3-1-37 0,-7 0-44 16,-5 3-28-16,-4 0-21 0,-4 4-16 0,-7-2-11 16,0 6-8-16,-3 1-5 0,-4 5-4 0,0 2-3 15,1 11-3-15,-1 3-1 0,1 7 2 0,0 5-1 16,5 5 1-16,0 3 1 0,7 4-11 0,4 0-35 16,3 4-63-16,8-3-66 0,0 3-117 15,4 0-174-15,5-2-293 0,3 0-286 0,3 1-220 16,7-2-117-16,-2-2 305 0,6-2 537 0</inkml:trace>
  <inkml:trace contextRef="#ctx0" brushRef="#br4" timeOffset="-169405.9">23005 16027 29 0,'0'-7'294'0,"0"-1"190"16,0 2 176-16,0-1 17 0,0 1-127 15,0 0-80-15,0 0-31 0,1 2-15 0,-1-1-24 16,0 0-47-16,2 2-67 0,-2 0-60 0,1 2-58 15,-1-1-48-15,0 2-28 0,0 0 12 16,4 2 55-16,-3 0 31 0,2 4 21 0,2 3-4 16,-2 4-11-16,2 2-25 0,-4 6-51 15,4 1-35-15,-2 4-28 0,2 4-13 0,-2 0-9 16,1 3-11-16,2 2-8 0,-5-3-3 0,4 2-3 16,-2-3-4-16,2-3-1 0,-2-1-4 0,0-7-3 15,2-2-1-15,0-4 1 0,-1-3 1 16,0-4 1-16,-3-2 4 0,2-8 0 0,1-5 2 15,0-4 0-15,0-7-3 0,0-5 0 0,-1-4-3 16,2-3 0-16,-2-5-2 0,0 2 0 0,-1-2 2 16,0 1 1-16,-2 1 0 0,-2 0 1 0,0 1 0 15,-1 1 1-15,2 4-2 0,-3 5 0 16,1 2 2-16,2 5 1 0,-1 1 5 0,-1 6 0 16,3 1-1-16,-1 4-1 0,1 4-2 0,1 4-4 15,-1 5-3-15,5 5-1 0,-2 4 1 16,0 2 2-16,2 3 1 0,0 1 2 0,1 1-1 15,2 0-1-15,-4-1 1 0,4 0 0 0,1-2-1 16,0-2-3-16,-1-5 2 0,1-1-2 16,1-4 1-16,2-3-1 0,0-5 2 0,-2-4 1 15,3-4 3-15,0-5 0 0,-1-2 0 0,1-3 1 16,1-4-2-16,-3-2 1 0,2-1-2 0,-2 3 1 16,-1-4 1-16,-1 5-1 0,-1 1 0 15,-2 4-2-15,-1 1 0 0,-2 2-1 0,1 4-1 16,-1 1-1-16,-2 3 1 0,4 3 0 0,-5 4 0 15,1 5 1-15,-1 4 1 0,-1 2 0 0,-2 6-1 16,0 2 1-16,1 5 0 0,-1 2-1 0,1 3 0 16,1 0-1-16,-1 2-1 0,1-3-1 0,2 1-11 15,1-2-32-15,-1-3-70 0,3-3-70 16,-3-2-146-16,4-5-223 0,-1-4-310 0,1-2-320 16,0-4-215-16,0-5-33 0,0-6 507 0</inkml:trace>
  <inkml:trace contextRef="#ctx0" brushRef="#br4" timeOffset="-169209.08">23563 16009 132 0,'5'-7'717'0,"-4"4"434"0,-1 2 102 16,0 5-115-16,0 3-370 0,0 4-267 0,0 4-154 16,-1 4-79-16,1 0-51 0,-2 1-45 0,2 4-58 15,0 2-54-15,2-1-28 0,-2 4-14 16,1 1-8-16,-1-1-24 0,0 3-50 0,2 1-48 15,-2 0-65-15,-2-4-125 0,2-1-174 0,-1-2-281 16,-3-4-240-16,4-1-225 0,2-5-72 16,0-3 342-16,-2-5 474 0</inkml:trace>
  <inkml:trace contextRef="#ctx0" brushRef="#br4" timeOffset="-168919">23748 16054 413 0,'5'-11'908'0,"-4"3"297"16,1 2-24-16,-2 3-322 0,-2 3-272 0,2 3-168 16,0 3-88-16,-1 2-52 0,-1 5-43 0,0 2-33 15,1 1-43-15,-1 3-56 0,2 4-39 0,-2 0-18 16,2 4-10-16,2 0-4 0,-2 4-3 0,2 0-2 16,-2 1-9-16,1 1-8 0,3-1-4 0,0 1-1 15,1-2-4-15,1-4-1 0,1 0 1 16,1-4-2-16,1-2-1 0,-1-3 1 0,1-2-2 15,3-4 4-15,0-4-4 0,1 1 2 0,-1-5 0 16,3 0 0-16,0-3 0 0,0-2-12 0,-1-3-37 16,2-2-55-16,-2-1-53 0,-1-1-75 0,-1-1-136 15,2-3-176-15,-2 0-264 0,-2-1-230 16,2-2-211-16,-4 0-24 0,0-2 388 0,-1 2 459 16</inkml:trace>
  <inkml:trace contextRef="#ctx0" brushRef="#br4" timeOffset="-168680.8">23851 16083 352 0,'0'0'797'0,"2"0"286"16,-2 1 14-16,2-1-283 0,1 0-278 0,0 0-197 15,2 0-123-15,2-1-61 0,1-1-28 16,2 1-31-16,2-2-39 0,2 0-28 0,0 0-13 15,2-1-8-15,-2-1-10 0,2-1 1 0,-2 2 0 16,-1 0-2-16,1-1-8 0,-3 3-11 0,-2 0-48 16,-1 0-100-16,-4 2-147 0,-3 2-207 15,-1 0-278-15,-1 3-248 0,-4-2-98 0,-2 2 218 0,0 1 406 16</inkml:trace>
  <inkml:trace contextRef="#ctx0" brushRef="#br4" timeOffset="-168505.85">23800 16272 7 0,'-4'9'402'0,"1"3"343"0,-1-3 221 16,2 0 48-16,-1 0-308 0,3-2-243 15,2 1-180-15,-1-1-96 0,5-1-46 0,1 0-43 16,-1-4-45-16,5-2-21 0,3 0-16 0,-1 0-6 16,6-2-56-16,-1-1-91 0,0-1-126 0,4 0-178 15,-1 2-278-15,1-2-239 0,2 3-72 16,1 0 180-16,0 1 337 0</inkml:trace>
  <inkml:trace contextRef="#ctx0" brushRef="#br4" timeOffset="-168038.94">24462 16110 20 0,'-3'-12'484'0,"0"0"456"15,-3 3 259-15,-2-1-34 0,-2-1-305 0,2 3-201 16,0 2-164-16,-2 0-105 0,-2 1-68 0,3 3-55 15,-5 0-60-15,3 2-76 0,-5 0-50 16,3 3-31-16,0 3-19 0,-2 0-10 0,3 4-10 16,-1 0-4-16,1 2-2 0,3 1-1 0,-1 4-3 15,2-3 0-15,4 5-1 0,0 0-2 0,1 1 0 16,2 1 0-16,1 1-1 0,1 1 2 16,2 2 2-16,1 0 0 0,0 1 1 0,4 2 0 15,0-3 1-15,2 2-1 0,-2-2-1 0,0 1-2 16,-1-2 1-16,3-1-2 0,-4-1 0 0,1-3 1 15,0 0 1-15,-4-2 2 0,1 2-2 16,-3-5 2-16,-1 0 2 0,-1-3-6 0,-1 0-12 16,-3-5-28-16,-1 0-55 0,0-6-59 0,-1-3-56 15,-1-2-79-15,-2-5-120 0,2-3-130 0,0-4-129 16,0-2-230-16,-2-4-215 0,6-3-73 0,-3-2 234 16,4-3 388-16</inkml:trace>
  <inkml:trace contextRef="#ctx0" brushRef="#br4" timeOffset="-167727">24396 16023 233 0,'17'-10'408'0,"-2"3"195"0,0 3 92 0,1 0-56 15,1 2-19-15,-2 2-31 0,2 0-54 0,-2 3-67 16,-2 0-56-16,0 3-27 0,3-1-41 0,-5 3-41 16,0 1-31-16,0-2-30 0,-3 3-38 15,-1-1-53-15,-1 2-37 0,-2-1-21 0,0-1-11 16,-3 3-7-16,-1 0-5 0,-1 0-7 0,-3 3-6 15,-2 0-6-15,0 3-5 0,-2 3-4 16,-2 0-5-16,-2 4-6 0,1 2-2 0,-5 3-4 16,5 2-4-16,-3 1-4 0,3 0-2 0,-1 4-2 15,3-5-3-15,1 3-5 0,5-4-2 0,0-2-3 16,3-1 0-16,3-3-2 0,0-3-2 0,5-2 1 16,1-3-1-16,3-4 0 0,2-2-5 0,-1-2-10 15,-1-5-16-15,6-4-22 0,-4-1-48 16,3-5-78-16,0-2-106 0,-1-2-171 0,3-1-289 15,-1-2-334-15,2 0-315 0,1 0-155 0,0-2 255 16,1 0 659-16</inkml:trace>
  <inkml:trace contextRef="#ctx0" brushRef="#br4" timeOffset="-166945">25091 16122 66 0,'-4'-10'279'0,"-4"3"146"0,2 1 152 16,1-1-67-16,-2 1-61 0,3 1-17 0,-2 1 10 15,3 0 9-15,-1-1-14 0,1 0-41 0,1 1-56 16,-1-1-65-16,2 3-55 0,-3-3-42 16,3 1-23-16,-1 3 2 0,2 0 6 0,0 1 23 15,2 0 5-15,-1 0-7 0,-1 0-21 0,0 1-29 16,2 3-22-16,0-2-33 0,-1 6-12 0,-1 1-11 16,3 3-8-16,-3 3-2 0,2 3-4 0,0 3-3 15,-1 6-11-15,-1 1-3 0,0 4-3 16,0 4-1-16,0 3-1 0,0 1-2 0,0 2-1 15,2 0-1-15,-2-3 1 0,2-2-7 0,1-3-5 16,-2-6-1-16,5-4-4 0,-3-3 0 0,2-4-1 16,-2-4 0-16,2-2 2 0,2-6 1 0,0-5 0 15,0-5 2-15,2-6 2 0,-1-4-3 16,5-4 1-16,0-4 0 0,0-2-2 0,4-5 1 16,-2-1-1-16,1-1-1 0,1-2-1 0,1 0-1 15,1 1 0-15,0-3-1 0,-2 5-1 0,2-1 1 16,-3 4 0-16,0 5 1 0,-5-1 0 0,1 6 1 15,-4 4-1-15,-1 0 1 0,-2 4 2 16,-1 3 0-16,0 1 0 0,-2 1 2 0,0 3-2 16,-2 2 1-16,-2 1 0 0,2 2-3 0,-2 3 2 15,-3 2-1-15,2 1 1 0,-2 3-1 0,0 0 0 16,2 3 0-16,-1 2 1 0,0 2 0 16,-1 5 1-16,4-2 1 0,-2 5 0 0,1 3-1 15,0 0 0-15,1 2-2 0,1 1-1 0,0-2-2 16,0 1-1-16,1-6 0 0,1 2-1 0,1-6-1 15,2-1-7-15,2-4-14 0,-2-2-44 16,3-5-69-16,-1-3-80 0,0-2-151 0,1-2-215 16,0-3-318-16,2-1-293 0,2-1-200 0,0-1 7 15,2-1 505-15</inkml:trace>
  <inkml:trace contextRef="#ctx0" brushRef="#br4" timeOffset="-166601.12">25706 16662 139 0,'4'3'735'0,"-4"1"442"0,1-2 101 16,-1 0-133-16,0-1-355 0,2-1-270 0,0-1-140 15,-2-4-73-15,3-3-50 0,-2-1-44 0,4-5-51 16,-2-2-51-16,3-1-32 0,1-6-21 0,-2-3-12 16,1-2-11-16,0-6-5 0,2-1-4 15,-2-5-3-15,2 1 0 0,0-5 0 0,5 1 1 16,-5-1-2-16,1 2-4 0,2 7-2 0,-3 2-4 15,0 6-3-15,0 4-4 0,0 6-2 0,-3 2-2 16,-1 5 0-16,1 3 0 0,0 4 1 16,0 4 2-16,1 4 1 0,-1 7 2 0,0 2 0 15,-1 4-1-15,1 4-2 0,0 4 0 0,2 3-1 16,-2 4-2-16,2 2 0 0,-2 2 0 0,3 3-1 16,-2 1 0-16,2 2-3 0,-2-1-1 15,2-2-9-15,0-1-21 0,0-3-42 0,-4-4-77 16,1 0-84-16,-2-4-150 0,-1-6-206 0,-2-1-315 15,-2-3-302-15,-1-3-180 0,0-3-2 16,-2-3 483-16,0-3 513 0</inkml:trace>
  <inkml:trace contextRef="#ctx0" brushRef="#br4" timeOffset="-166428.98">25843 16377 8 0,'-2'-23'449'0,"2"4"393"15,0 5 219-15,0 5-14 0,2 5-315 16,3 1-260-16,-2 4-175 0,4 2-87 0,1 3-45 15,2 2-24-15,2 0-30 0,1 2-39 0,0-3-31 16,3 1-17-16,0 1-7 0,-1-1-8 0,2-2-9 16,-1-1-15-16,0 1-56 0,-3-1-116 0,0-1-204 15,-6 1-286-15,1 1-259 0,-1 1-224 16,-6 0 0-16,-2 0 377 0</inkml:trace>
  <inkml:trace contextRef="#ctx0" brushRef="#br4" timeOffset="-161449.08">5084 12325 356 0,'0'12'726'0,"0"-3"265"0,0 1 72 0,0-7-266 16,-1 2-215-16,1-3-145 0,-2 1-39 0,2-2-15 15,0-2-38-15,0-2-65 0,-1 1-57 16,-1-6-42-16,0-5-61 0,1 1-48 0,-1-4-29 16,-1-4-10-16,3-1-3 0,-2-3-10 0,2-4-7 15,-4-4 0-15,2-2 1 0,-1-4-2 16,2-1-2-16,-3-1-2 0,-2 1 0 0,1-2-4 15,-4 4-16-15,1 1-51 0,-3 3-59 16,-2 2-95-16,-3 6-154 0,2 4-216 0,-2 4-315 16,-1 5-261-16,1 7-206 0,2 2 95 0,0 4 498 15</inkml:trace>
  <inkml:trace contextRef="#ctx0" brushRef="#br4" timeOffset="-161239.47">4839 11728 168 0,'2'-10'536'0,"-4"0"272"0,2-1 137 15,0-3-110-15,0 1-219 0,4-4-176 0,-1 1-92 16,4-3-49-16,1-3-47 0,0 1-59 16,6-1-67-16,-1 1-48 0,2 0-33 0,2 3-18 15,0 0-8-15,-1 2-7 0,4 4-4 16,0 5 0-16,0 4-4 0,0 5-1 0,0 5 1 16,0 6 1-16,-1 7 2 0,-3 6-3 0,3 6 3 15,-5 6-21-15,2 5-86 0,-3 1-161 16,1 3-265-16,-2 2-272 0,1 1-271 0,1-2-192 15,-2-3 185-15,1 0 498 0</inkml:trace>
  <inkml:trace contextRef="#ctx0" brushRef="#br4" timeOffset="-160567.28">7846 12212 23 0,'5'10'424'0,"-2"-1"318"16,1-1 191-16,-1-4 34 0,-1-1-266 15,-1-2-209-15,1-2-123 0,-1-2-54 0,-1-5-22 16,0-4 11-16,0-2-21 0,0-5-31 16,3-3-25-16,-3-5-25 0,0-3-26 0,0-3-47 15,0-4-39-15,0 0-39 0,0-1-18 0,-3 0-13 16,0 0-7-16,-2 1-3 0,0 4-5 0,-3 0 1 15,-1 2-4-15,-2 1-27 0,-2 5-58 16,-1 0-55-16,-4 7-103 0,1 0-159 0,-3 4-252 16,-1 2-295-16,1 5-232 0,-1 1-182 15,4 6 187-15,-2 2 508 0</inkml:trace>
  <inkml:trace contextRef="#ctx0" brushRef="#br4" timeOffset="-160369.08">7616 11616 134 0,'7'-9'380'16,"-3"-3"197"-16,0-3 191 0,0-1-37 15,0-3-103-15,3-4-51 0,-1 1-50 0,3-3-61 16,1-1-84-16,0 0-102 0,2 3-94 0,-1-1-77 16,3-1-45-16,-1 6-24 0,3-1-16 15,-2 5-13-15,2 2-6 0,-2 4 1 0,3 3 0 16,-2 3-6-16,2 3-1 0,-3 7-2 16,-1 4-4-16,1 6-5 0,-1 7-2 0,1 4-6 15,-3 6-39-15,-3 2-135 0,3 7-223 0,-3 0-274 16,0 2-270-16,3 2-245 0,0 2-34 15,2-1 449-15</inkml:trace>
  <inkml:trace contextRef="#ctx0" brushRef="#br4" timeOffset="-159723.67">10237 12171 98 0,'6'7'683'16,"-3"-1"444"-16,-1-3 99 0,0-3-133 16,-1-6-378-16,-1-3-349 0,2-5-166 0,0-7-79 15,1-4-32-15,0-6-21 0,0-5-18 16,2-5-13-16,1-4-10 0,0-2-13 0,-1-3-9 16,0-3-8-16,1 1-6 0,0-2-4 0,-4 2-7 15,1 2-5-15,-3 0-42 0,0 4-85 16,-3 3-107-16,-1 4-119 0,-3 5-137 0,2 4-200 15,-3 8-230-15,-1 5-52 0,-4 5 146 0,2 5 262 16,-3 7 256-16</inkml:trace>
  <inkml:trace contextRef="#ctx0" brushRef="#br4" timeOffset="-159522.95">10153 11433 63 0,'3'9'239'0,"1"-4"123"16,0-1 106-16,3-4-96 0,4-2-76 0,-2-2-11 15,3-2 23-15,1-3 29 0,-1-2 20 16,3-2-2-16,-2 0-7 0,4-4-13 0,-1 2-43 15,3 0-58-15,0 0-55 0,0 0-40 16,0 2-44-16,0 3-44 0,0 3-26 0,-3 1-15 16,1 4-5-16,-1 2-2 0,-2 3-2 0,-1 5 1 15,-1 2 2-15,-2 5-1 0,-3 5-4 16,-3 3-24-16,-2 7-85 0,-4 5-133 0,-4 5-214 16,-2 7-274-16,-6 6-227 0,-2 7-127 0,-6 5 186 15,-3 10 376-15</inkml:trace>
  <inkml:trace contextRef="#ctx0" brushRef="#br4" timeOffset="-157960.96">4411 15769 367 0,'5'-3'765'16,"-1"0"250"-16,-2 2 22 0,-1-1-291 15,1 1-318-15,1-2-175 0,-3 3-77 0,3 0-26 16,-3 0-22-16,2-2-4 0,1 2-16 0,0 0-26 16,1-2-31-16,2 2-31 0,5 0 8 15,0 0 1-15,9 0 19 0,2 0 6 0,4 0 5 16,7 0 5-16,6 2 18 0,4 0 58 16,8-2 15-16,4 3-6 0,4 0-7 0,5-2 17 15,4-1-20-15,5 2-43 0,3-1-23 0,0 1-5 16,6-2 5-16,-1 1-20 0,4-1-9 0,4-1-8 15,1-1 2-15,3 2 8 0,0-3-6 16,2 2 2-16,-1 1 4 0,-1-2 1 0,2 1-6 16,-2 1-2-16,2 0-1 0,2 0-5 15,-1 1-6-15,-1 1-7 0,-1-1-3 0,-3 2-8 16,-3-1-4-16,-1 3-2 0,-1-4 0 0,-1 2 0 16,-3-1 1-16,-3-1-2 0,-1-1 0 0,-9 0-2 15,-4-1-1-15,-5-1-2 0,-5-1-2 16,-8 2-10-16,-7-3-18 0,-7 1-44 0,-6 0-72 15,-11 0-84-15,-6-1-149 0,-7-3-214 16,-6-1-309-16,-7 0-297 0,-6-4-194 0,-9-3 12 16,-7-3 491-16</inkml:trace>
  <inkml:trace contextRef="#ctx0" brushRef="#br4" timeOffset="-156852.89">3171 11616 203 0,'-5'-2'533'16,"1"0"252"-16,0 2 120 0,2 0-195 0,0-3-233 15,4 3-104-15,0 0-43 0,3-1-16 16,0 0-18-16,3 0-23 0,6-4-2 0,2 5-47 15,6-2 7-15,5 0 3 0,3 2 2 0,6 0-1 16,4-1-29-16,1 1-17 0,5-1-46 0,0 1-35 16,3 0-28-16,3-2-20 0,-1 2-13 15,-1 0-12-15,2 0-10 0,-1 2-8 0,-1-1-3 16,1 2-4-16,-2-1-2 0,2 3-3 0,-4-2-2 16,1 2-3-16,-4 1-2 0,0 0-1 15,-6 1-1-15,0-1-15 0,-6 1-40 0,-4 2-75 16,-4 0-101-16,-5-1-173 0,-7 4-289 0,-3-1-335 15,-6 3-326-15,-5-1-171 0,-3 2 223 16,-6-1 646-16</inkml:trace>
  <inkml:trace contextRef="#ctx0" brushRef="#br4" timeOffset="-156242.86">2933 12516 24 0,'13'-38'244'0,"-1"4"139"16,-3 2 149-16,-1 5-11 0,0 6-48 0,-3 0 29 15,-2 8 60-15,2 1 18 0,-2 3-27 16,-3 2-63-16,0 3-88 0,0 3-87 0,0 4-71 15,-3 5-35-15,3 5-15 0,-2 5-19 0,-1 7-11 16,3 2-20-16,-2 9-18 0,1 6-25 0,1 5-17 16,0 7-5-16,0 6-6 0,0 4-1 15,1 6-7-15,-1 3-1 0,2 5-5 0,-2 4-9 16,0 5-11-16,0 3-9 0,0 2-8 0,0 4-7 16,0 1-5-16,-2 3-2 0,1 5-2 0,-1-3-1 15,-1 5 1-15,1 0-6 0,1-4 1 0,-1 1-1 16,-1-2 2-16,1-2 0 0,2-2 1 0,-2 1 0 15,0-2-3-15,2-3-1 0,-2-5 0 16,1-3 1-16,1-5 0 0,-2-8 1 0,1-5 1 16,-1-7 1-16,-1-7 0 0,1-9 0 0,-1-6 0 15,1-7-1-15,-1-8-2 0,0-6-3 0,0-6-4 16,-3-6-6-16,1-8-6 0,0-5-12 0,0-8-13 16,2-3-29-16,0-6-61 0,1-2-60 0,-2-6-78 15,4 1-129-15,-3-3-176 0,3-1-283 16,0-1-224-16,1 0-193 0,1 0-11 0,-2-1 380 15,0-1 474-15</inkml:trace>
  <inkml:trace contextRef="#ctx0" brushRef="#br4" timeOffset="-155586.56">3492 14037 495 0,'0'-3'976'15,"-3"0"260"-15,-2-1-50 0,-1-1-314 0,1-1-219 16,-1 4-169-16,-2-3-95 0,0 3-71 0,0-2-49 16,0 2-43-16,-1 0-79 0,-1 0-48 0,2 2-32 15,-4 2-16-15,2 2-12 0,1 2-10 16,-2 1-10-16,1 6-7 0,2 2-5 0,-1 5 1 15,-1 0 1-15,4 4 4 0,1-2 3 0,0 0 1 16,1 0-1-16,2-2-3 0,2-2-5 0,2 0-4 16,2-4-4-16,-1-2-2 0,2-2 0 15,0-4-1-15,3-1 1 0,0-5 1 0,-2-3 2 16,2-6 0-16,2-4 2 0,-1-9 0 0,1-3 2 16,-1-7-1-16,-1-4-1 0,3-3 4 0,-1-3 2 15,-1 0-1-15,-1-4 0 0,-2 0 0 0,2 1 1 16,-3 2-3-16,-3 0-2 0,1 2 2 15,1 2 0-15,-4 3-4 0,0 2-3 0,0 5 7 16,-1 6 11-16,-2 0 14 0,0 9 7 0,3 2 8 16,-3 5 1-16,-1 1-7 0,1 6-12 0,0 4-13 15,1 6-8-15,1 4-5 0,-1 8-4 16,2 1 1-16,2 5 0 0,1 6 2 0,2 3 0 16,1 3 0-16,3 3 2 0,-1 2-2 0,2 0-1 15,2-2-1-15,1 0-2 0,0-5-1 0,3-3-6 16,0-7-14-16,1-3-23 0,0-5-35 0,-1-3-77 15,0-7-104-15,-2-4-175 0,0-2-288 16,-3-5-329-16,-1-3-366 0,-2-4-174 0,-1-4 215 16,-2-2 682-16</inkml:trace>
  <inkml:trace contextRef="#ctx0" brushRef="#br4" timeOffset="-152276.91">23521 8116 123 0,'2'5'356'0,"-2"-2"165"16,2-1 115-16,-2 0-154 0,1 2-149 0,1 0-69 15,-1 1-12-15,3-2-3 0,1 2 23 16,-2 0 1-16,4-2-20 0,0 1-13 0,2 1-30 16,1-2-23-16,2 0-37 0,1 0 1 0,3-2-5 15,-2 1-27-15,3-1-20 0,-1 1-11 16,2-2-8-16,-1-2-30 0,2 1-7 0,-2-2-7 15,1-2-1-15,1 3 0 0,-2-3-4 0,1 2 1 16,-2-2-14-16,-1 1-6 0,2-3-5 16,-4 4 7-16,2-2 13 0,-1-1 3 0,-1 1 5 15,-1-1 4-15,-1 0-3 0,0-1-9 16,2 0-8-16,-4-3-5 0,4 0-4 0,-2-3-7 16,0-3 0-16,0-1 4 0,0 0 6 0,0-2 31 15,3-4 20-15,-2 0 10 0,2 0 8 16,-5-2-3-16,3 3-7 0,-2-1-27 0,0 1-15 15,0 1-10-15,-1 1-8 0,-1-1-3 0,0 0-7 16,0 1 4-16,-1 1-2 0,1-2-3 16,0 2 2-16,0-4-2 0,1 2 0 0,0-2-5 15,-1 1 0-15,-2-2 4 0,3-1 0 16,-2 2 9-16,-3-2 0 0,1 0 3 0,-2 2-2 16,1 0-1-16,-3-1-3 0,-1 0-6 0,0 4-4 15,0-3 4-15,0 1-2 0,-1 1 1 0,1 4 4 16,-2 0 1-16,0 2 2 0,1 2-2 15,-1 1-3-15,2 2-2 0,-1 0-3 0,1 1-1 16,0 3-2-16,-2-1 0 0,2 1 2 16,0 4 0-16,2-4 1 0,-2 3 0 0,0 0-2 15,0 2-2-15,1-3-1 0,-1 4 1 0,0-1 0 16,2 1 3-16,-1-1 1 0,-1 1 0 16,4 0-1-16,-3 0 2 0,2 0-2 0,-1 0 3 15,-1 0 0-15,2 0 3 0,1 1 0 16,-3 0-1-16,2 3 31 0,-1-1 14 0,0 0 15 15,-1 4 11-15,1-3 7 0,-2 5 1 0,0 1-17 16,0-1-12-16,0 3-13 0,-2 1-9 16,1 2-5-16,-3 1-5 0,1 3-9 0,2 0 4 15,-3 4 2-15,0 1 2 0,-1 0 2 16,0 2-1-16,2 3 1 0,-2 1-8 0,2 1-4 16,0 0-3-16,0 2-1 0,3 0 0 0,0 1 0 15,0 1 0-15,1 1-1 0,4-2 0 0,0 1-1 16,1 0-1-16,4-2-1 0,-2 3 1 15,1-4 0-15,2 0-1 0,-1 0-1 0,-1-3 2 16,4-2 1-16,-4-1 0 0,3-2-1 16,-3-4 1-16,0-1 2 0,-1-4-2 0,0 0-5 15,0-3-21-15,-2-4-63 0,-1 1-63 0,-2-5-117 16,1-1-183-16,-1-6-308 0,2-1-317 16,-3-1-239-16,3-6-136 0,-2-2 337 0,2-4 586 15</inkml:trace>
  <inkml:trace contextRef="#ctx0" brushRef="#br0" timeOffset="-132499.02">22527 8110 125 0,'0'-3'202'0,"0"2"27"16,0-1 3-16,0 1-11 0,0 1-17 0,0-2-9 15,0 1-8-15,0 0 4 0,0 1 2 0,0 0 19 16,-1-2 25-16,1 0 27 0,-2 2 33 16,2 0 32-16,0-1 29 0,2 1 17 0,-2-1-9 15,0 1-29-15,0 0-47 0,-2-2-44 16,2 2-32-16,0 0-11 0,0 0 14 0,2 2 7 15,-2-2 0-15,1 0-14 0,-1 0-25 0,0 0-34 16,3 0-44-16,-1 0-29 0,-2 0-22 16,0 1-10-16,0-1-8 0,0 1-8 0,0-1-5 15,1 0-6-15,-1 2-6 0,0-2-5 16,0 0-4-16,0 0-3 0,2 0 0 0,-1 2-3 16,-1-2 1-16,0 0 0 0,2 0-2 0,-2 0-1 15,2 0 2-15,-2 0-2 0,0 0 1 0,1 1 2 16,1-1 2-16,-1 0 1 0,1 1 2 15,1 1-1-15,1-1 2 0,-3 1-1 0,2 0 0 16,2 0-2-16,-2-2 0 0,0 1 8 16,0 1 3-16,2 0 2 0,-2-1 2 0,2 1 0 15,0-1 1-15,1 1-7 0,-1 1-3 0,0-2-3 16,-1 0-1-16,1 1 0 0,3 0-1 16,-4 0-1-16,1 0 1 0,0 0-2 0,0 0 2 15,0 2-2-15,2-2 2 0,-2 1-1 16,0-1 0-16,0 0 1 0,0 1-1 0,-1 0 1 15,2-2-2-15,-1 2 2 0,2-1-1 0,-3 1 0 16,3-1 1-16,-2-1 0 0,2 0 0 16,0 1-1-16,-1 0 0 0,1-1 1 0,2 2-1 15,-3-3 0-15,0 1 0 0,1 1 1 0,-1-1-1 16,2 0-1-16,-2-1 0 0,1 2 0 16,-1-2 2-16,-1 1-2 0,2-1 1 0,-2 2-1 15,0-2 0-15,2 2 1 0,-3-2-2 0,2 1 1 16,-1-1 1-16,0 2-1 0,0-1 0 15,0-1-1-15,-1 2 0 0,2-2 1 0,-1 0-2 16,0 1 1-16,0-1-1 0,0 2 2 0,1-2 0 16,2 0-1-16,-4 0 1 0,1 0 1 15,2 0-1-15,-2 0 0 0,-1 0 0 0,2 0 0 16,-1 0 0-16,0 0-1 0,0 0 1 16,0 0-1-16,-1 0 0 0,2 0-1 0,1 0 1 15,-3-2 0-15,1 2 1 0,0-1-1 0,-2 1 1 16,3 0 0-16,-1-2-1 0,0 1 1 15,-2 1-1-15,2-2 1 0,-2 2 1 0,2-1-2 16,1-1 2-16,-1 2-1 0,0-3-1 0,-2 1 0 16,2 1 0-16,-1 0 0 0,2-2 1 15,1 1-1-15,-1 0 1 0,-1 0 0 16,1-1 0-16,-1 2 1 0,1-3 0 0,1 3-1 16,-1-2 0-16,0 0 1 0,-1 1-1 0,1-2-1 15,1 4 0-15,-3-2-1 0,3 0 0 0,-1-1 0 16,0 2 0-16,-1 0 0 0,-2 0 1 15,4-2 2-15,-4 1-1 0,0 0 0 0,2 0-1 16,-1 1 1-16,1-2 0 0,0 1-2 16,-2 0 1-16,2-1-1 0,0 0 1 0,1 1 0 15,-2-1 0-15,1 0 2 0,0-1-1 0,-2 1 0 16,2 0 0-16,2-2 1 0,-2 3-1 16,0-3-1-16,0 0 1 0,2 1-1 0,-3-1 0 15,4-1-1-15,-2-1 1 0,-1 3 0 0,2-2-1 16,-3 2 1-16,1-2 1 0,1 1 0 15,1 0-2-15,-1-1 2 0,1 1-1 0,-3 1 0 16,2-2-1-16,1 1 1 0,-3-1 1 0,1 1-1 16,2-1 1-16,-1-1 0 0,-2 2 2 15,1 0 6-15,2-1 5 0,-2-1 1 0,-1 2 1 16,4-1 1-16,-2 0-2 0,-1 0-5 16,2 0-5-16,-3-1-2 0,2 2 0 0,1-1-2 15,-1 1 0-15,1-2 1 0,-3 1 0 0,2-1-1 16,1 2 0-16,-2-2 1 0,1-1 0 15,0 0-2-15,-1 1 1 0,3-1 0 0,-2-1 0 16,1 2 1-16,-2-2 0 0,4-1 0 16,-5 2 0-16,1 1 0 0,2-4 0 0,-2 3-1 15,1 0-1-15,1-2 0 0,0 3 0 0,-1-4 0 16,1 4 0-16,0-2-1 0,0 0 2 0,-1 0-1 16,1-2 0-16,2 2 0 0,-1-1 1 15,-2-1 0-15,2-1-1 0,-1 2 2 0,0-1 0 16,1 0 0-16,-1 1 0 0,1-2 0 15,-2 1-1-15,0 0 1 0,0 0-1 0,1 0 0 16,-2-1 1-16,2-1-1 0,0 1 1 16,-3 2 0-16,1-4 0 0,2 2 0 0,-1-1-1 15,0-1 0-15,0 1-1 0,-1-1 0 0,0 1 1 16,4-3 1-16,-4 3-2 0,2-2 0 16,-1 0 1-16,0 0 0 0,2 0-1 0,-2-1-1 15,1-1 1-15,-1 1 0 0,1 1 0 0,0-3 1 16,0 3-1-16,-1-3 0 0,0 1 0 0,0 1 0 15,-1-1-1-15,2 0 1 0,-1 0-1 16,0 2 1-16,-1-1-1 0,1 0 0 16,1 1-1-16,-3 1 0 0,1-3 1 0,0 3 0 15,1-2 0-15,-1 0 1 0,0 2 0 0,-1-3-1 16,1 0 1-16,0 1 0 0,3-2 0 0,-4 0 0 16,1-1 1-16,2-1-1 0,-2-1 1 15,1 2 0-15,0-2 0 0,-1 1-1 0,0-1 1 16,-2 4-1-16,2-2 1 0,-4 0 0 15,2 1-1-15,2 1 0 0,-4-2 1 0,2 4 1 16,-1 0-1-16,0-2 0 0,-1 2-1 0,3 0 1 16,-3-3-2-16,1 3 1 0,-1-1-2 15,3-2 1-15,-3-1 0 0,1 3 0 0,1-2 0 16,-1-2 0-16,2 1-1 0,-1 0 0 16,0-1 0-16,2 1 1 0,-2 0-1 0,2 2 1 15,-2 0 0-15,1 0-1 0,2 1 1 0,-2 0 0 16,1-1-1-16,0 3 2 0,0-3-1 0,0 2 0 15,1-1 0-15,0 0 0 0,-1 3 1 16,1-2 0-16,-1-2 0 0,3 2 0 0,-4 0 1 16,1 0 0-16,0-1 0 0,0 0 0 15,0 0 1-15,1 1-1 0,-2 1 1 0,0-3-2 16,1 3 1-16,-2-1-1 0,0 1 0 0,0 0 1 16,0 0 0-16,2 1-1 0,-2-1 0 0,0 1 1 15,-1 1 0-15,1-2-1 0,-1 1 0 16,1 0 0-16,-2 0 0 0,3 0 0 15,-1 1 0-15,0-1 0 0,1 0 0 0,0 0 0 16,-1 2 0-16,0-1 0 0,0 0-1 0,0 0 0 16,2 2 0-16,-2-1 0 0,1 2 0 0,0-1 0 15,1 1 0-15,0-2 0 0,-1 2 0 16,1-1 0-16,2-1 1 0,-1 0-1 0,-2 3 1 16,1-3 0-16,0 2 0 0,2-2 0 15,-3 0 0-15,2-1 0 0,1 3 0 0,-3-2 0 16,1 1-1-16,2-1 1 0,-1 1-1 0,2-1 0 15,-3 1-1-15,1-2 1 0,0 1 0 16,3 1 0-16,-2-3-1 0,-1 4 3 0,2-3-1 16,2 1 1-16,-2-2 0 0,0 1 0 0,-2 2 1 15,3-2-1-15,-2 2 1 0,1-1-2 16,-2 2 1-16,2-2-1 0,0 1 0 0,-4 0 0 16,3 0 1-16,-1 2 0 0,0-1 0 0,1 0 1 15,-1-2-1-15,1 2 1 0,-3 0-1 16,5 0 0-16,-4-2 0 0,2 3-1 0,-1-1 1 15,-1 0-1-15,2-2 0 0,-2 2 0 16,0 0 0-16,2 2 1 0,-1-2-1 0,0 0-5 16,-1 1 2-16,1 0-3 0,-1-3 3 0,1 3-4 15,0-1-1-15,1 0 9 0,-1-1-6 16,1-2 2-16,1 2 1 0,-1-3 6 0,0 1 2 16,1 0-3-16,-2 2 4 0,2-3 1 15,0 4-4-15,-4-2-1 0,3-1-2 0,-1 4-1 16,0-1 0-16,1 0 0 0,-2 0-1 0,1 0 0 15,0 1 0-15,0-2 1 0,1 3-2 16,-2-1 1-16,-1 0-1 0,1-1 1 0,3 3-2 16,-4 1 1-16,1-1 0 0,2-1 0 0,-1 2-1 15,1 1 0-15,2-2 2 0,-3 1-2 16,2 0 2-16,0 1-1 0,1-1 1 0,-2 0 1 16,3 2-2-16,-1-1 2 0,0-1-1 15,3 1 0-15,-2 1 0 0,1-1 0 0,-1 1 0 16,-1 0 0-16,-1 1 0 0,-1 2 0 0,-1-1 0 15,2 2 0-15,-4-1 0 0,1 3 1 16,0 2 0-16,0-2 0 0,-2 3 0 0,2 0 1 16,1 0 0-16,-1 1 0 0,0 2-1 15,-1 1 2-15,1-2 0 0,2 3 1 0,-1-1-1 0,2 0-1 16,-4 1-1-16,3 0 0 0,-1-1 0 16,3 2 0-16,-2-1 0 0,-1 1 1 0,2 0 1 15,0 1 0-15,-2-2-1 0,2 3 0 16,-1-3 1-16,0 1-1 0,0 2 1 0,-1-1-1 15,1 0 1-15,-3 0 3 0,5 0 2 16,-4 0 2-16,2 2 2 0,-1-2-1 0,1 1 1 16,-1 0-3-16,0 0-3 0,-1 1 0 0,1-2-2 15,1 2 1-15,-1-1-1 0,-2-1 1 16,1 2 0-16,-2-3 0 0,2 3-1 0,-2-1 4 16,1-1 3-16,0 1 1 0,-2-1 0 0,1 1 0 15,-2-1 1-15,3 1-5 0,-3-2-2 16,-1-1-1-16,2 4-1 0,-1-5 1 0,-1 3-1 15,2-1 2-15,0 0 2 0,-1 0 1 16,1 0 1-16,0 0 0 0,1-1 1 0,-2 1-2 16,2 1-2-16,-1-1-3 0,-1 0 0 15,2 0 0-15,1 2-1 0,-3-2 0 0,2-1 0 16,1 2-1-16,-3 0 1 0,3-1 1 0,-3 2 0 16,2 0 1-16,2-1 2 0,-4 0 2 0,2 2 2 15,-1-1 0-15,1 1-1 0,1-2-1 16,-1 1-1-16,2-1-3 0,-4 2-1 0,4-2-1 15,-1-1-1-15,1-1 1 0,-2 1-2 16,1 2 1-16,0-1-1 0,0-4 0 0,0 3 0 16,1-1 1-16,-1-1 0 0,0 0-1 0,-1 2 1 15,0-1 0-15,2 0-1 0,-2-1 0 16,0 1 0-16,1-1 0 0,0 0 0 0,-1 0 0 16,0 0-1-16,1 1 1 0,-1 0 0 15,0-3 0-15,0 3 0 0,0-2 0 0,1 1-2 16,-3-1 1-16,4 0 0 0,-2 1 0 0,0-1 0 15,0-1 0-15,0 1 1 0,1 2 1 16,-3-2-1-16,3-1 1 0,-1 3 0 0,1-3 0 16,-2 3 1-16,1-4 0 0,0 2-1 0,0 0 1 15,-1-1-1-15,1 2 0 0,-1-2 0 0,1 2 0 16,-1-2 0-16,1 2 0 0,0-3 0 16,0 2-1-16,1 0 1 0,-2 0-1 0,1-2 1 15,1 4 1-15,-1-5-1 0,-2 3 0 16,3-1 0-16,-1 1 0 0,0-2 0 0,1 2-1 15,-1-1 1-15,1 0 0 0,-1 0 0 16,0 1 0-16,0-2-1 0,1 1 1 0,-3 1 0 16,4-1 0-16,-1-1 0 0,-2 0 0 0,1 3 0 15,-1-3 0-15,1 1-1 0,0 0 2 16,0 2-2-16,-1-1 0 0,1 0 0 0,-1 0 0 16,1-2 0-16,-1 3 0 0,2 1 0 0,-1-3 0 15,0 3 0-15,1-3 0 0,-1 3 0 16,-2-2 0-16,3 0 0 0,-1-1 0 0,2 3 1 15,-4-2-1-15,4 1 0 0,-2-3-1 0,0 2 1 16,0 0 0-16,0-1-2 0,1 0 1 16,-3 1 1-16,3-1-1 0,-1 0 1 0,1 1 0 15,-1-1 0-15,0 1 0 0,1-1 0 16,-1 2 0-16,0-2-1 0,0 0 1 0,1 1-1 16,-1 0 1-16,-2 1-1 0,4-3 0 0,-2 2 1 15,2 0 0-15,-4 0-1 0,2 0 1 16,1 0-1-16,-1 0 0 0,0 1 0 0,0 0-1 15,2-1 0-15,-1 1 1 0,0-1 0 16,-1 2 1-16,0-2 0 0,0 2 0 0,1-1 1 16,-1 0 0-16,3 1 0 0,-5-1 0 0,4 0-1 15,-2 1 1-15,1-1 0 0,0 1-1 0,0 0 1 16,0 1 0-16,0-2-1 0,0 1 0 16,1 1 1-16,-2-1-1 0,0 2 0 0,2-1 0 15,0 0 0-15,-2 0 0 0,3-2 1 16,-1 3-1-16,-2-2 0 0,2 1 0 0,0 0 0 15,-2 0 1-15,2 0-1 0,1 1 0 0,-2-1-1 16,1-1 1-16,0 3 0 0,2-2 0 16,-3 0 0-16,2-1 0 0,-1 4 0 0,0-4 0 15,0 1 0-15,0 0 0 0,-1-1 0 16,4 1 0-16,-3-1 0 0,1-1 0 0,1 2 0 16,-3-2 0-16,2 2 0 0,1-1 0 0,-1 0 0 15,-1 0 0-15,1 0 0 0,2 1-1 0,-2-1 1 16,1 0 0-16,-1 1 0 0,1 0-1 15,2 0 0-15,-3-1 1 0,1 1-1 0,1 0 0 16,-1 0 1-16,1-1-1 0,0 0 1 16,0 1-1-16,1 1 0 0,-2-4 0 0,1 4 1 15,0-3 0-15,1 1 1 0,1 1 0 0,-4 0 0 16,3-2 1-16,-1 0-1 0,2 1 0 0,1-1 0 16,-3 1 0-16,1 1 1 0,-1-1-2 15,3-2 1-15,-1 1 0 0,-1 1-1 16,2-1 0-16,-3 0 1 0,2 0-1 0,1 0 0 15,-3-1 1-15,1 2-1 0,-1-2 1 0,1 0 0 16,0-1 0-16,-1 2 0 0,2-3-1 0,-3 2 0 16,1-1-1-16,-2 0 1 0,3-1 0 15,-1 0-1-15,0-1 1 0,0 0 0 0,0 0 0 16,-2-1-1-16,2 2 1 0,-1-1 1 16,-1 0-1-16,2 0-1 0,-2 1 2 0,1-1-1 15,-1-1 0-15,2 1-1 0,-2 0 1 0,0-1 0 16,3 0 0-16,-2 1-1 0,-1 0 1 15,2 0 0-15,-1 1-1 0,-1-3 0 0,3 2 1 16,0-1-1-16,-1 1 1 0,1-2-1 16,-3 1 1-16,4-1-2 0,-4 1 2 0,3-1-1 15,-1 1 1-15,2-3 0 0,-2 3-1 0,1-2 1 16,-1-1-1-16,2 4 0 0,1-1 1 0,-3-3-2 16,1 0 2-16,2 4-2 0,-1-3 1 15,-1 0 1-15,1 2-1 0,2-3 1 0,0 2 0 16,-2 0 0-16,2-1 1 0,-3 1 0 15,5-1 0-15,-3 0 1 0,1 0-1 0,0 0 0 16,-1 0-1-16,2 0 0 0,-2-1 0 0,2 0 1 16,-3 0-1-16,3 0 0 0,0 0 1 0,-2 2 0 15,0-2 0-15,1 1 0 0,1-1 0 16,0 0 0-16,-2 2-1 0,0-1 0 0,2 0 0 16,-2 0-1-16,2 1 0 0,-1-2 1 15,-1 2 0-15,3-2 0 0,-3 1 0 0,2 0 0 16,1 0 0-16,-2-2 0 0,1 3 1 0,-1-1-1 15,2-2 0-15,-3 2 0 0,0-1 0 16,3 0 0-16,-3 0 0 0,2 1 1 0,1-2-1 16,-2 1 0-16,1 0 0 0,0-2 1 15,1 2-2-15,-1-2 0 0,-2 0 0 0,3 3-1 16,-1-2 2-16,1-1-2 0,-3 1 2 0,3 0-1 16,1-1 1-16,-4 3 0 0,3-3-1 15,-1 2 1-15,1 0-1 0,0 1 0 0,0-2-1 16,2 1 1-16,0 1 0 0,0-1 0 15,-1-1 0-15,3 0 1 0,-1 1 0 0,3 0 0 16,-2-2 0-16,0 0 2 0,1 1-1 0,0-1 0 16,-2 0 0-16,4 0 1 0,-3 0-1 0,2 0 1 15,-1 0-1-15,-1 0 0 0,2 0 0 16,-2 0 0-16,2 0 0 0,-2-1-1 0,1 1 1 16,-3 0 0-16,3 0 0 0,-1 0 0 15,-3 0 0-15,1 0-1 0,-2 0 0 0,1 0 0 16,-1 0 0-16,-1 1 0 0,-4-1 0 0,2 1 0 15,-3-1 1-15,-1 0-1 0,-3 2 1 16,2-2-1-16,-3 0 0 0,1 0 1 0,-3 0-1 16,-1 0 1-16,2 0 0 0,-1 0 0 15,-1 0 0-15,-1-2 0 0,-1 2-1 0,1-1-1 16,-4 0-1-16,0 1-3 0,-2-2-11 0,-2 0-16 16,-2 2-27-16,-3-1-52 0,1 1-83 0,-2-1-144 15,0 1-238-15,1 1-311 0,2 0-369 16,0 3-319-16,-2-2-59 0,5 3 581 15</inkml:trace>
  <inkml:trace contextRef="#ctx0" brushRef="#br0" timeOffset="-123104.93">1949 621 195 0,'8'-13'314'0,"-4"1"121"0,1 4-13 15,-3-2-33-15,1 5 37 0,-1-1 74 0,-2 0 63 16,0 3 6-16,0-2-49 0,-3 2-77 0,-1 2-98 15,-1-2-97-15,1 3-83 0,-2 0-53 0,-1 4-32 16,1 1-19-16,-1 1-13 0,0 4-7 16,-1 4-7-16,1 2-3 0,1 4-3 0,-2 4 24 15,2 4 12-15,0 6 12 0,1 1 8 0,0 5 1 16,-1-1-3-16,-2 3-8 0,3-1-13 0,-1 4-7 0,-1 0-7 16,1 0 0-16,0 2-4 0,-2 3-18 15,3 2-6-15,-1 0-8 0,-1 2 1 0,-2 0-2 0,3 1 1 16,-2 3 2-16,1 0-4 0,-2-1 2 0,3 2-5 15,-1-2-1-15,-1 0-1 0,2 0-4 0,2-2 0 16,-1 1 1-16,0-2-1 0,3-2 0 0,-1-1 3 0,0-1 0 16,3-3 2-16,-2-1-2 0,2-5 1 0,2 2-2 15,-2-5-2-15,3 2-1 0,0-5-2 16,-1 2 2-16,1-5 1 0,2 2 2 0,-2-5 0 0,0 2 2 16,3-4 1-16,-3 0 0 0,2-1-1 0,-3-1-3 15,3 1 0-15,-2 0-2 0,2 0 0 0,-2-1-1 16,1 1 0-16,1-1 0 0,-2 1 2 0,1-2 1 15,-1 0 4-15,2-1 8 0,-2 1 3 0,2-2 1 16,1-1-4-16,-3-2-6 0,2 1-9 0,1-2-9 0,-1-2-5 16,0-1-2-16,2 1-1 0,0-1 10 15,-1-2 0-15,2-1 3 0,1-2-3 0,1-1 5 16,-2-1 0-16,4 3 0 0,-1-4 2 0,1 0 0 16,3-1 10-16,-2 1 4 0,4-2 1 0,-2 0 3 15,4-1 0-15,-1 0-3 0,2 0-11 0,0-1 0 16,2-2-1-16,-1 2-2 0,4-2 2 0,-1 1 7 15,1 1-6-15,3-3-7 0,-2 2 0 0,3-2-4 16,1 2-2-16,0 2-1 0,1-3 5 16,-1 3 3-16,2-2-1 0,-2 3 3 0,0-2 2 15,2 0 0-15,-1 1 2 0,-1-1 2 0,2 0 0 16,-2 2 1-16,0-2-4 0,3 0-4 0,-3 0 11 16,2-2 0-16,1 0 2 0,0 3-3 15,0-3 1-15,2-1 3 0,0 1-3 0,0-1-1 16,1-1-2-16,-1 0-4 0,4-1-5 0,1-1-2 15,-2 2-8-15,3-2 1 0,1 0-1 0,0-1 6 16,-1 0 3-16,1 1 5 0,1-1 0 16,1 1 6-16,-1 0 4 0,3 0 1 0,-2 0-1 15,1-1-3-15,2 0 6 0,-1 2-3 0,3-1-6 16,1 1 1-16,-2 0 4 0,4-3-5 0,0 3-10 16,2-1-4-16,1 0 6 0,-1-2 2 15,3 2-2-15,0-1 8 0,-2-1 5 0,2 1-4 16,2 1-7-16,-1-2-1 0,-1-1-1 0,0 2 2 15,1 0 1-15,0-2 6 0,2 2 2 16,0-1 0-16,0 1-2 0,3-2 1 0,-1 0-2 16,-2 1-2-16,3 1-5 0,-3 0-4 0,2-1 1 15,1 1-1-15,-3-1 2 0,2 2 3 16,-1-1 4-16,3 0 3 0,-3 0 1 0,5 0 0 16,-4 0-2-16,3 0-5 0,-2 2-2 15,-1-3-2-15,-1 0-1 0,1 2-3 0,0-2 2 16,-2 3 2-16,0-2 4 0,0 3 3 0,-3 0 4 15,2-1 1-15,1 0-1 0,-2 2 0 16,2 0-1-16,-3 0-1 0,0 2-4 0,-2 0-2 16,-1-2 0-16,2 2-1 0,-3 0-4 0,1 0 0 15,-3-1 3-15,1 0 5 0,0 1 0 16,-1 1 3-16,-1-2 4 0,2 1 0 16,-1 1 0-16,0-3-6 0,-1 2 1 0,-1 0 2 15,0-2-5-15,-1 3 0 0,-1-3-1 0,-2-3-3 16,0 3 1-16,-2-2-2 0,-1 0 0 0,-2-3 0 15,1 1 1-15,-3 0 1 0,1-1 0 16,-2-1 2-16,-2 0 4 0,-2-1-1 0,0-1 3 16,-1 3-1-16,-2-1-1 0,0-3 0 0,0 3-2 15,-2-1 2-15,-1-1 0 0,0 1 1 16,0 0 4-16,-3-2-1 0,1 1 0 0,-3-2 1 16,2 0-2-16,-3-3 2 0,-1 1-4 0,0-1-1 15,-2-2 1-15,1-1 0 0,-3-1 1 0,1-2-1 16,0 0 1-16,-2 0 2 0,-1-1-1 0,0-3-3 15,1 1-1-15,0-1-1 0,-3-2 1 0,1 0-1 16,-1-1-1-16,-1-3 0 0,1 2-1 16,-2-4 0-16,1 3-1 0,-2-4-1 0,-1-1 3 15,0 2-2-15,0-2 3 0,-2-3 3 0,-1-1 1 16,0 0 1-16,0-2 2 0,-2-1 1 0,0-2-2 16,3-1 1-16,-4-1-3 0,1 0-1 0,0-4-3 15,0 0-2-15,-1-1-1 0,3-2-4 0,-2-2-2 16,5-1 3-16,-2 1 2 0,2-2 5 15,0-1-1-15,1 3 4 0,-1-1 2 0,0 1-2 16,0 5-2-16,3-1-1 0,-4 4 1 0,1 0-3 16,-2 1 3-16,1 2-2 0,0 0-2 0,-2 3-2 15,-2 0-1-15,2 1 5 0,-2-2 5 0,1 1 3 16,-2 1 6-16,-2 1 2 0,0 3 2 16,0 3-1-16,-2 2-6 0,-2 2 2 0,-1 4 1 15,0 4 5-15,-1 1 4 0,-2 5 2 0,0 0 5 16,-1 5-3-16,-1-3-1 0,-1 7-7 15,0 0-4-15,1 1-5 0,0 2-3 16,0 1-2-16,2 0-2 0,0 0-1 0,-1 1 0 16,1-1 0-16,1 1 0 0,-2 1 5 0,1 0 1 15,0 0 3-15,0 0 0 0,-1 0 2 16,1 3-3-16,-2-3-2 0,1 2 2 0,-2-2 1 16,1 0 1-16,-2 1-1 0,2 0 3 15,-1-2 0-15,0 2-3 0,0-1 1 0,-2 1 0 16,1-1 1-16,1-1-2 0,-2 0 0 15,2 1-1-15,-2-2-5 0,-1 2-1 16,3-2-2-16,-5 0 0 0,4 0 0 0,-4 0-1 16,2 0 1-16,-2 0 0 0,0-2 0 0,-1 2-1 15,1-2 0-15,-3 1-1 0,1 0 2 16,-1-1 0-16,2 2 0 0,-2-2 0 16,-1 1 1-16,0-1 0 0,0 1-2 0,-2-1 1 15,3 1-1-15,-2-2 0 0,-1 0-1 0,1 1 0 16,-1 0 5-16,2-1-3 0,-2 2-1 15,1-1 0-15,2-3-2 0,-3 3 2 16,3-1-5-16,-3 0 2 0,2 0 0 0,0 0 1 16,-2-1 0-16,2 1 1 0,-1-1-1 15,1 0 1-15,-1 1-1 0,0 0 1 0,-1-1-1 16,0 1 0-16,1 0 1 0,0 0-1 0,-1 0 1 16,-2-2 0-16,3 1-1 0,-1 0 0 15,-3 0 0-15,4-3 1 0,-3 3-1 16,2-2-1-16,-1 2 1 0,0-2 0 0,1 1-1 15,0 1-1-15,0-2 2 0,1 2-1 16,1-2 1-16,-2 1-1 0,3 1 1 0,-3 1 0 16,0 0 0-16,1-1 0 0,-1 4 0 0,2-3 0 15,0 2 0-15,0 1 1 0,-2 0 1 16,1 0 0-16,-1 0-1 0,0 1 1 16,0-1-1-16,1 3 1 0,-1-3-1 0,0 2 0 15,-2 0 0-15,0 1-1 0,2-2 1 0,-3 1 0 16,0-1 0-16,2 1-1 0,-2-1 1 15,0-1 0-15,-2 2-1 0,0-1 1 16,2-1-1-16,-4 2 0 0,2-2 1 0,-1 0-1 16,-2 2 0-16,2-2-1 0,-2 1 0 15,1 0 0-15,-1 1 0 0,-2-2 0 0,2 2 1 16,0 0 0-16,-3 0 1 0,3-1 1 0,-3 2 1 16,1-2 3-16,-3 2 2 0,2 1 1 15,-3-1 0-15,-2 0-1 0,0 0 1 16,-2-1-4-16,-2 2-2 0,1 0-3 0,-4 0 1 15,0 1-1-15,-1-1 0 0,-2 0-1 16,1 0 1-16,-2 2 1 0,0-1 0 0,1 1 0 16,-2-2 1-16,2 2 0 0,-2 0 0 0,-1 0 1 15,-1 1-3-15,0-1 1 0,-3 4-1 16,-2-3 1-16,1 2-1 0,-4 1-1 0,1 0 1 16,1 0 5-16,0 1 0 0,-1-1 4 15,1 0-3-15,1 1-2 0,-2 0 0 0,4-2-6 16,-4-1-1-16,2 2-3 0,-1-2 3 15,-1 0 1-15,3 0 7 0,-3-1 2 0,2-1 1 16,3 1 1-16,-3 0 5 0,4-1 0 0,1 0-4 16,1 1-4-16,-1 1-2 0,3-3-1 0,1 3-4 15,-2 0-3-15,2-1 2 0,1 1 1 0,-1-1-1 0,1 1 1 16,-1-2 1-16,1-1 0 0,0 2 0 0,-1-3 0 16,3 1 0-16,0-1 0 0,1 0 0 15,1-2 0-15,2 1 0 0,-1 1 0 0,2-3 1 0,2 0 0 16,0 0 0-16,0 2-1 0,2-3 0 0,1 2 0 15,0-2 0-15,2 0 0 0,1-2 0 0,-1-1 0 16,3 3-1-16,0-1 1 0,3-1 0 0,-1-1-1 16,1 2 0-16,0-2 1 0,3 1-1 0,0 0 0 15,1-2 1-15,1 2 0 0,1-1 0 0,0 0 0 16,3 0 0-16,0-2 0 0,1 2 0 0,1-1-1 16,2 0 1-16,1-1-1 0,-1-1 0 0,3 1 0 0,-1 1 1 15,2-1 0-15,0-1 0 0,2 1 0 0,-3 1 1 16,5 0-1-16,-2-1-1 0,3 2 1 0,-1-1 0 15,0 1 0-15,1-2 0 0,0 2 0 0,0 0 0 16,2 2-1-16,1-2 0 0,-1 2 1 0,2-1-2 16,-1 0 2-16,-1 1 0 0,3 1 0 0,-1-1 0 15,-1-1-1-15,2 2 2 0,0 0-2 0,-1-2 1 16,-1 2 1-16,2-1-1 0,0 1 1 0,0 0-1 0,-2 0 1 16,2 0-1-16,0 0 0 0,-1-1 0 15,-1 1 0-15,0 0 1 0,1-2 0 0,-1 2-1 16,-1-2 0-16,0 1 0 0,0-1 0 0,-2 2 1 0,-1 0 0 15,1-1-1-15,0 1 1 0,0-3 0 0,1 3 0 16,-4 0 0-16,3 0-1 0,0-2 1 0,1 2 3 16,0 0 2-16,-2 0 2 0,3 0-1 15,-3 0 0-15,1 0 1 0,0 0-4 0,2 0-3 16,0 0 0-16,-2 0-1 0,3 0-1 0,-2 0 0 16,-1 0-1-16,4 0-1 0,-3 0 0 15,4 0-6-15,-3 0-14 0,2 0-21 0,-1 0-32 16,2 0-74-16,2 5-90 0,-2-1-158 0,1 4-269 0,2 0-318 15,-1-3-366-15,3 3-213 0,1-2 73 16,0 2 647-16</inkml:trace>
  <inkml:trace contextRef="#ctx0" brushRef="#br0" timeOffset="-120372.99">15606 1364 27 0,'-9'13'558'0,"1"-1"465"0,-3-2 185 16,-1 2-93-16,0-2-319 0,3 5-394 0,-2-5-173 15,5 3-86-15,-1-1-37 0,4 0-15 0,0-1-10 16,1-3-20-16,4 2-14 0,-1-3-9 0,4-2 9 16,3-2 28-16,3-2 20 0,0-4 20 0,2-1 11 15,1-5 9-15,1-3-10 0,-2-2-16 0,0-2-10 16,1-1-6-16,-6 0-1 0,0 0 2 0,-3 1 1 15,-5 3-4-15,0 0-7 0,-5 2-9 0,0 2-12 16,-3 3-15-16,-4 0-13 0,2 3-12 0,-2 3-13 16,-2 2-10-16,1 0-4 0,-1 4-5 0,1 3 3 15,-1 1 3-15,4 1 5 0,1 1 3 16,2 1 0-16,0 0-1 0,4 3-5 0,1-3-6 16,4 1-10-16,1 0-23 0,4-2-54 0,0-1-71 15,1 0-109-15,1-3-182 0,4 0-299 0,-2-1-329 16,5 1-281-16,-5-1-143 0,0-1 296 0,1 2 627 15</inkml:trace>
  <inkml:trace contextRef="#ctx0" brushRef="#br0" timeOffset="-120079.02">15828 1887 125 0,'6'24'731'0,"-2"0"447"15,-4-3 78-15,1-3-155 0,1-3-405 0,-1-1-354 0,1-3-163 16,2-2-68-16,-1-3-15 0,2-2 32 15,2-2 38-15,-1-2 22 0,5-3 0 0,-1-4-16 16,1-2-23-16,1-4-35 0,1 0-35 0,-2-2-18 16,0-2-2-16,-1 1-5 0,-2 0 10 0,-1-1-3 15,-4 2 1-15,-3 2 3 0,-1-1-4 16,-2 4-2-16,-7-1-13 0,2 4-5 0,-3 1-9 16,-3 1-13-16,-2 5-8 0,-1 4-5 0,-2 2-4 15,-2 2-3-15,-2 4-2 0,1 3-1 0,-1 3 1 16,1 0-2-16,3 1 2 0,0 1-5 0,0 1-14 15,-1-1-28-15,2 1-67 0,1-4-74 16,-1 2-146-16,0 0-249 0,2-1-310 0,-5-3-339 16,4 0-242-16,-1-3-33 0,0-1 569 0</inkml:trace>
  <inkml:trace contextRef="#ctx0" brushRef="#br0" timeOffset="-119875.06">15308 2230 754 0,'9'-3'1532'0,"1"-5"88"16,-2-2-315-16,3-5-355 0,3-8-445 0,2-2-260 16,4-7-118-16,5-4-52 0,4-7-24 0,2-6-10 15,6-5-3-15,1-5-8 0,8-1-2 0,1-4-2 16,2-1-7-16,5-2-11 0,2 2-6 0,-1-1-3 16,2 3-5-16,-2 3-12 0,-3 2-59 0,-3 2-80 15,-4 5-182-15,-5 3-277 0,-3 3-314 0,-5 3-397 16,-7 3-252-16,-6 2 124 0,0 1 743 0</inkml:trace>
  <inkml:trace contextRef="#ctx0" brushRef="#br0" timeOffset="-118093">13986 1917 51 0,'3'13'559'0,"2"-1"422"0,1-2 164 0,-1-2-76 15,1-2-327-15,4-3-293 0,2-3-92 0,4-5-9 16,6-3-8-16,3-7-13 0,4-6-51 0,6-8-39 15,4-7-61-15,7-9-55 0,3-6-29 16,7-7-30-16,-1-5-7 0,3-4-9 0,-2 0-10 16,1 1-2-16,-4 3-12 0,-2 5-1 0,-7 5-4 15,-6 8-3-15,-6 4-10 0,-5 12-5 0,-5 1 1 0,-8 10 3 16,0 7 1-16,-7 5 1 0,-6 12 7 0,-2 9 2 16,-7 10 1-16,-5 13-2 0,-3 11-2 15,-6 7 1-15,-3 8-6 0,-1 10-2 0,-4 8-1 16,2 5-3-16,-1 5-17 0,1 1-47 0,1 0-86 15,7-7-158-15,2-5-270 0,7-7-323 16,5-9-386-16,4-10-356 0,4-10 25 0,1-7 723 16</inkml:trace>
  <inkml:trace contextRef="#ctx0" brushRef="#br0" timeOffset="-112275.02">16199 5511 78 0,'-1'-2'260'0,"-1"2"119"15,-1-3 84-15,3 0-116 0,-2 3-102 0,1-1-52 16,-1-1-18-16,1 0-7 0,1 2 0 15,-2 0 1-15,-1-1-14 0,3 1-22 0,-1-1-26 16,1 1-24-16,0 0-31 0,0 0-18 16,0 0-18-16,0 0-37 0,1 0-19 0,-1 0-8 15,3 0-7-15,0 0-3 0,0 1-1 0,1-1 24 16,0 1 15-16,1 1 7 0,2 0 6 0,0 0 75 16,1 3 58-16,2-3 29 0,1 1 12 15,0 0 0-15,2 2 1 0,4-3-9 0,-1 3 17 16,4-2 4-16,2 1 1 0,4-1-6 15,-4-1-5-15,7 0-52 0,-3 0-54 0,4-2-29 16,2 2-10-16,1-1-6 0,1-1-3 0,2 0 35 16,3 0 24-16,1-1 12 0,1-1 4 15,1 2 1-15,-2-2 3 0,1 1-35 0,-1 1-25 16,-2 1-18-16,-2 1-6 0,-1 1-6 16,-3 0-6-16,-1 3-2 0,-1 0-3 0,-3 2 2 15,0-1-3-15,-4 1 2 0,-3 1 2 0,0-1-1 16,-3-2-2-16,-1-1 0 0,0 1 3 15,-3-1 2-15,-2-2 9 0,0-3 12 0,-2 0 10 16,-1 0 20-16,2-3 17 0,-4 0 32 16,0-1 45-16,-2 0 34 0,-1 0 11 0,-3-1-10 15,-2-2-20-15,-3 1-26 0,-4-2-45 0,-5 1-35 16,-2-1-21-16,-6 2-13 0,-5 2-7 0,-5-1-7 16,-3 1-1-16,-6 2-3 0,-3-1-2 15,-2 3 0-15,-4-2 2 0,-2 2 1 0,-1-1-3 16,1 0-1-16,-1-1 1 0,2 1 2 15,-1-2-2-15,0-2 1 0,1 3 2 0,2-4 3 16,0-1-1-16,5 1-2 0,-2-1 0 0,3-3 4 16,3 3 5-16,2-2-2 0,2 3 4 15,5-1-1-15,2 1 1 0,5 3-5 0,1-2-4 16,2 3-1-16,5 0-4 0,1 2-1 16,3-2-3-16,4 1-1 0,-1 1-4 0,4 1-2 15,5 1 3-15,2 2 2 0,4 1 2 0,3 2 0 16,4 2 5-16,5-1 0 0,2 0 2 0,4 2-4 15,6-3-2-15,3 1 2 0,7-2-1 16,4-3-5-16,2-1 0 0,6-2 4 0,5-2 4 16,1-1 0-16,4-3 1 0,1-1 4 15,1-1 0-15,-1 0-2 0,-3 2-50 0,-5 0-67 16,-6 2-129-16,-1 4-207 0,-9 3-294 0,-5 6-347 16,-8 4-291-16,-7 4-112 0,-6 5 437 15,-7 5 615-15</inkml:trace>
  <inkml:trace contextRef="#ctx0" brushRef="#br0" timeOffset="-110545.16">16119 8592 268 0,'-14'-6'518'0,"-4"1"223"0,4 0 141 15,-2 3-201-15,5 0-158 0,0 1-65 16,0-1-48-16,5 2-53 0,-1-1-63 0,4 1-71 16,0-2-67-16,1 2-58 0,1 0-44 15,2 2-23-15,2-1-14 0,5 1-10 0,2 1-2 16,4-1 4-16,2 3 5 0,5 0 2 0,2 1 38 16,6-2 24-16,1 4 8 0,3-2 0 15,3 0 35-15,4-2 28 0,4 1-19 0,-1 1-16 16,3-2-6-16,1 2-4 0,2-1-34 0,0-1-26 15,2 1-19-15,1-1-6 0,-3 0-6 16,1 0-5-16,-3 0-3 0,-4 1-1 0,0-1 2 16,-5 1-2-16,-3-2 3 0,0 2-3 0,-8-1 1 15,-2 0 1-15,-1 1 7 0,-4-1 5 16,-2 1 6-16,-3-1 4 0,-3 2 7 0,-3-1 5 16,0-1 1-16,-4 0 3 0,0 1 1 0,-3 1 5 15,-2-4 0-15,-2 2-2 0,-1 1-3 16,-2-1-5-16,-6 0-5 0,2-3-7 0,-6 0-4 15,-2 1-4-15,-1-2-6 0,-5-2-2 16,-4 0-4-16,-5-2-3 0,-1-2-2 0,-3-1-2 16,-7-1 0-16,2-1-2 0,-3 0 1 0,-1-3-2 15,-1 2 2-15,1 0 0 0,0-1 0 16,0 0 1-16,2 2 0 0,-1 0 2 0,4 2 0 16,0 1 0-16,0-1-1 0,3 5 1 15,2-3 1-15,2 3 0 0,-2 0 0 0,4 0 2 16,-1 2-1-16,2 0 0 0,2 0 1 0,-1 0 0 15,2 2 1-15,4 0-1 0,2-1 1 16,0 0-1-16,7 1-1 0,0 1-2 0,4-2-3 16,1 0-1-16,4-1-3 0,1 2-2 0,2 0 0 15,5 2 0-15,2-1 1 0,9 3 1 16,2 1 2-16,9 3 1 0,2-1 0 0,10 2 1 16,1-3 0-16,6 3 0 0,2-4 0 0,4-1-2 15,4 0 2-15,3-3 1 0,0-1 1 16,3-2 0-16,3-4 2 0,3 0 0 0,-1-2 0 15,2-2-2-15,-6 1 0 0,-1-1-2 16,-4 0 0-16,-5-1 0 0,-3 2 0 0,-6 1 0 16,-4 0 0-16,-4 0 0 0,-7 4 0 0,-3-3 1 15,-5 2 0-15,-5 2 2 0,-2-2 9 16,-2 1 12-16,-5 2 6 0,-2 0 5 0,-3-2 1 16,-5 2-1-16,-1-1-7 0,-5 0-9 15,-5-1-7-15,-3-1-5 0,-2 1-2 0,-5-2-2 16,-8 2 0-16,-2-3-3 0,-6 0 0 0,-3 2-1 15,-4-1-2-15,-3-1 0 0,-4 2-1 0,0 2 2 16,0 1 0-16,1 0 1 0,3 1 2 16,0 2 1-16,1 2 0 0,5 1 1 0,4 0-1 15,2 0 0-15,5 0-2 0,5 0 1 16,5 1-1-16,3-1-1 0,4-1-1 0,4-1-1 16,3-1 0-16,5 0-1 0,2 0-1 0,6 2 0 15,6-1 2-15,3 1 0 0,8 4 0 16,6-3 0-16,5 0 1 0,5-2-1 0,7 1 1 15,3-3 0-15,3 0 2 0,4-2 1 16,1 2-1-16,4-2 2 0,-1 1-3 0,1 4-8 16,-2 1-21-16,-1 0-46 0,-3 2-83 0,-3 3-128 15,0 3-223-15,-7-1-311 0,-3 2-379 0,-2 1-356 16,-5 1-92-16,-5 0 480 0,-1 0 705 16</inkml:trace>
  <inkml:trace contextRef="#ctx0" brushRef="#br0" timeOffset="-103501.02">17606 5524 49 0,'0'0'207'0,"0"2"102"0,0 0 26 0,0-2-39 15,0 0-53-15,0 0-46 0,0 0-23 16,0 0-19-16,0 0-14 0,0 0-8 0,0 0-2 16,0 0-2-16,-1 0 4 0,1 0-1 0,-2 0 12 15,2 0 15-15,0 0 15 0,0 0 18 16,0 0 8-16,0 0 6 0,0 0-6 0,2 0-12 16,-2 1-16-16,1-1-18 0,-1 0-14 15,0 0-14-15,0 0-11 0,0 0-11 0,0 0-10 16,0-1-12-16,0 1-16 0,0-2-15 0,0 0-13 15,-1 2-13-15,1-2-12 0,-2 0-5 0,2-1-5 16,0 0-3-16,0-2 0 0,0 0 0 16,0 1 0-16,0-2 4 0,2 0 10 0,-2 0 10 15,1-1 8-15,-1 0 3 0,0 0 4 16,0 0-3-16,2 0-10 0,-2-1-9 0,0 3-6 16,2-2-3-16,-1-1 2 0,-1 2 3 0,0 0 3 15,2 2 5-15,-2-2-2 0,0 1 0 16,0 1-5-16,0 1-2 0,0 0-7 0,0 0-6 15,0 2 1-15,0-1-1 0,0 0 1 16,0 2-3-16,0-1 3 0,0 1 2 0,0-1 0 16,-2 1 1-16,2 0-3 0,0 0 2 0,0 0-2 15,0 0 0-15,-1 0-1 0,1 0-1 16,0 0-2-16,0 0-4 0,0 0-12 0,0 1-23 16,-2-1-53-16,2 0-91 0,-2 0-120 15,-1-1-139-15,2 1-241 0,-4 1-251 0,4 0-132 16,-2-1 101-16,1 2 312 0,-1-2 313 0</inkml:trace>
  <inkml:trace contextRef="#ctx0" brushRef="#br0" timeOffset="-103072.9">17546 5353 185 0,'2'0'336'0,"-2"-1"134"0,2 1-3 0,-1 0-108 16,-1-1-93-16,0 1-69 0,0-3-37 0,0 2-35 15,2 0-26-15,-1-1-18 0,-1 0-19 16,2 1 0-16,-2-2 10 0,3 0 14 0,1 0 33 15,-3-1 27-15,7-1 48 0,-4-1 35 16,1 2 20-16,0-4 17 0,2 2-2 0,-1-1-14 16,1 1-35-16,-2-1-37 0,0 1-38 0,2 2-37 15,-3 0-29-15,1-1-30 0,-2 2-15 16,-2 2-13-16,1-2-10 0,1 3 2 0,-3-2-7 16,4 1 3-16,-4 1-5 0,0 0-2 15,0 0 4-15,0 0-3 0,1 1 2 0,-1 1 0 16,0-1 2-16,2 2 3 0,-1 0-4 0,-1 0 5 15,0 1-7-15,0 2-10 0,-1 0-44 16,-1 1-106-16,1 2-144 0,-3 0-221 0,1 0-275 16,-2 3-250-16,1-2-86 0,-1 3 236 15,0 0 400-15</inkml:trace>
  <inkml:trace contextRef="#ctx0" brushRef="#br0" timeOffset="-102158.96">17615 5727 23 0,'0'-4'204'16,"1"2"103"-16,1-2 62 0,-2 3-52 0,1-2-79 16,1 1-57-16,0 1-34 0,-2-2-17 0,0 2-14 15,1-1-14-15,-1 1-10 0,0-2 3 16,0 1 4-16,0 1 13 0,0-1 24 0,0 0 29 16,0 1 42-16,0-2 33 0,0 3 22 15,0-1 14-15,2-1-9 0,-1 2-19 0,-1-1-28 16,0 1-38-16,2 0-30 0,-2 0-33 0,0 0-23 15,3 1-22-15,-3-1-23 0,0 2-16 16,0-2-14-16,0 1-10 0,1 1-6 0,-1-1-2 16,0 4 1-16,0-1-2 0,0 2 4 15,0 2-3-15,0-1 1 0,0 2-2 0,0 0-2 16,-1 0 1-16,1 2 0 0,-3-1-1 0,1 1 0 16,2-1 3-16,-3 1 0 0,3-2-2 15,-1 2 1-15,-1-1 0 0,0-1-1 0,1 0-3 16,-1-2-1-16,2-1 3 0,-1 0-1 0,1-2 1 15,0 0 0-15,-2-3 1 0,2 0 1 16,-2-1-4-16,2 0 4 0,0-2 0 0,0-2-4 16,0 0-17-16,0-2-27 0,0-1-49 0,-1 1-66 15,-1-2-81-15,0 2-92 0,1 0-90 16,-1-2-93-16,1 4-144 0,-2 0-127 0,1 1 11 16,-1-2 146-16,2 2 205 0</inkml:trace>
  <inkml:trace contextRef="#ctx0" brushRef="#br0" timeOffset="-101876.95">17531 5818 190 0,'2'4'298'0,"-1"0"105"15,2 2-50-15,2 0-97 0,-4-1-66 0,2 2-33 16,2 2-22-16,-2-1 5 0,2 2-7 15,0-1-6-15,0 2 2 0,1-3-7 0,-1 1-4 16,0 0-26-16,1 0-16 0,0-3-21 0,0 0-2 16,1 0 1-16,-1-3 27 0,1-2 35 15,-1-1 27-15,3-1 12 0,-2-4-14 0,1-2-9 16,-2-2-29-16,3 0-36 0,-1-3-25 16,-1 0-16-16,-1-1-35 0,2 0-77 0,-4 0-109 15,0 3-230-15,-3-1-234 0,-1 4-160 0,2-1-17 16,-2 1 193-16,-2 1 272 0</inkml:trace>
  <inkml:trace contextRef="#ctx0" brushRef="#br0" timeOffset="-72576.54">21972 12144 12 0,'0'-5'268'0,"-3"0"172"0,0-1 157 0,-4 0 39 16,1-2-155-16,-2 0-67 0,-1-2 0 15,-1-2 30-15,1 0 10 0,-4-2-27 0,4 2-53 16,-4-1-34-16,-1-1-18 0,1 3-19 16,-3-3-32-16,2 2-25 0,-5 0-22 0,3 0-38 15,-4 0-49-15,-1 1-41 0,0 2-25 0,-1-1-18 16,0 3-10-16,0 1-4 0,-2 0-5 15,2 0-6-15,0 4-3 0,0-1-6 0,1 1-1 16,-1 1-1-16,0-1-3 0,3 4-2 16,-1-1-1-16,1 1 0 0,1-1-3 0,0 2-4 15,-2 2-2-15,3-1 0 0,-2 3-1 0,3-1-1 16,-1 1-2-16,1 2 2 0,-1 0-1 0,1 1 0 16,0 1-2-16,2 1 2 0,-2 0-1 15,2 0-1-15,0 2-1 0,-1 0 1 0,1 3-1 16,1 0 0-16,2 0 0 0,-3 3 0 15,1 1 1-15,4 2 2 0,-5 2 0 0,2 2 1 16,2 0 0-16,0 3 3 0,0 1-1 0,0 2-1 16,0 2 0-16,0 1 1 0,0 1-2 15,0 4 1-15,2 1-2 0,-3 1 0 0,2 2 0 16,-1 3-2-16,0 0 1 0,0 1-2 16,0 3 3-16,0 1-1 0,0-1 2 0,0 0 2 15,0 1 0-15,1 3 0 0,1-1-1 0,-2 2 0 16,1 0-1-16,0 0 0 0,1 4 0 15,-5-4-1-15,4 3 1 0,-1-1 0 0,-1 3 1 16,0-5 0-16,0 5 0 0,-2-2 1 16,4 0-1-16,-2 1-1 0,-2 1-1 0,4-4 1 15,-1 1 0-15,-1 0-1 0,2-1-1 0,-1-1 3 16,-1-1 0-16,3-1 0 0,0 1-1 0,-3-1 1 16,3 4 3-16,0-2-2 0,0 2-1 15,-1-2 2-15,-1 4-2 0,2-1 1 0,-1-2-4 16,0 1-1-16,1-1 1 0,0 0 1 15,-2 1 2-15,2-2 0 0,0 0 3 0,0-2 1 16,1 3 0-16,-1-1-3 0,1-2 0 0,1 0-2 16,-2 2-1-16,4-3-1 0,-3 2-1 0,2-2-2 15,0 0 1-15,1 1 3 0,-2-3 0 16,3-2 1-16,-2-2 2 0,1-1 3 0,3-2-7 16,-1 0-5-16,1-4-2 0,-1-1-1 0,0 0-1 15,2-3-3-15,0-1 7 0,0-2 3 0,2-1 8 16,0 0 5-16,-2-1 1 0,1-4 1 15,2-3 0-15,-1 1 0 0,1-5-6 0,1-1-5 16,-3-3-2-16,4-1 0 0,1-4-1 0,-1-2-1 16,0-2 1-16,3-1 1 0,-2-1 1 0,3-1-1 15,2-3 2-15,-1 0 0 0,4-2 2 16,-3 0 0-16,5-2 0 0,-3 1 1 0,2-2 2 16,1 0-2-16,0 0 1 0,-2 0-1 0,3 2 0 15,0-2-1-15,1 1 0 0,0 1 1 0,2 1 3 16,1 1 2-16,0 2 4 0,2 0 3 15,2 3 2-15,1 1 1 0,0 2-1 0,1-1-2 16,3 3 0-16,0 1-1 0,2-1-3 0,0 2 0 16,-1-2-1-16,-1 3-1 0,0-3-2 0,0 1 0 15,-4 0-2-15,3 0 0 0,-3-2-1 0,0 0 0 16,-1 1-1-16,-2-3 0 0,-2-1-1 16,1 1 0-16,-1-1-2 0,-2 1 0 0,0-4 0 15,-2 1 0-15,2-1-2 0,0-1 1 0,-1 0-1 16,0-2-1-16,2-1-1 0,-2 0-5 0,1-1-12 15,0-4-20-15,2-2-53 0,-2-4-76 0,-2-4-129 16,4-7-179-16,-4-5-296 0,2-7-343 16,-2-10-293-16,-4-9-118 0,-2-9 385 0,-5-7 597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16:30.89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2357 1782 147 0,'1'-8'445'0,"-2"1"260"0,-2 1 216 16,3 2-67-16,-3-3-137 0,1 3-93 0,1 2-16 16,-1-3-58-16,2 5-90 0,0 0-99 0,0 2-93 15,-2 1-72-15,1 2-75 0,1 3-46 0,-2 2-20 16,1 5-6-16,1 3 3 0,-2 6 4 0,2 4-3 15,0 7 4-15,0 2-7 0,-2 8-7 0,2-1-2 16,0 6 2-16,0 1-4 0,0 4-8 0,0 0-3 16,2 0-2-16,-2 3-7 0,0-4-12 0,2-1-2 15,-1-1-2-15,1-4-2 0,1-3-1 0,0-5 0 16,-1-2 0-16,4-4-1 0,-5-3 0 16,2-8 0-16,-1-1 0 0,0-5-2 0,-1-2 0 0,-1-4 0 15,0-2 0-15,0-3-1 0,-1-3-7 16,-1-6-11-16,-1-3-21 0,0-6-28 0,-3-9-70 15,-1 0-72-15,-1-9-130 0,0-5-176 0,-4-4-292 16,4-5-321-16,-2-1-216 0,-2-5-101 0,2-6 406 16,-1-1 548-16</inkml:trace>
  <inkml:trace contextRef="#ctx0" brushRef="#br0" timeOffset="412.01">2153 1328 49 0,'-2'-7'363'0,"2"-1"244"0,-1 2 215 16,-1-1 22-16,2 3-158 0,0 2-118 0,0-1-90 0,0 1-60 15,0 1-73-15,0 1-75 0,0 0-83 0,0 0-73 16,2 3-16-16,-1 2 19 0,4 7 29 0,-2 0 15 16,4 4 1-16,0 4 7 0,1 2-25 0,-1 3-25 15,2 5-37-15,4 4-23 0,0 0-6 0,2 4-7 16,-2 0-4-16,4 4-11 0,1-3-1 0,-1 1 1 15,1-1-4-15,-1-3-10 0,3-3-5 0,-4-3-5 16,3-5-2-16,-3-1-2 0,3-4-2 0,-5-4 1 16,4-2-1-16,-4-5 1 0,0-3 4 0,1-5 7 15,-2-2 5-15,0-7 5 0,1-6 3 16,-1-5 0-16,0-7-2 0,-1-5-6 0,1-7-5 16,0-2-4-16,-2-5-1 0,0-1-1 0,-2-5 1 0,-1-4 0 15,-3-1 1-15,-2-2-2 0,1-2-2 0,-1 1-2 16,1 2-2-16,-2 3-1 0,1 6-2 0,-3 4 1 15,1 6 0-15,-1 9 0 0,0 3 1 0,0 6-1 16,0 6-2-16,0 2-4 0,2 4-2 0,0 2-6 16,1 5-17-16,3 2-44 0,1 5-72 0,0-1-110 15,3 3-176-15,3 0-296 0,1 3-331 0,2-1-313 16,1 4-141-16,5-1 308 0,-1 2 619 0</inkml:trace>
  <inkml:trace contextRef="#ctx0" brushRef="#br0" timeOffset="1302.04">5081 1896 71 0,'-10'-13'662'16,"-2"1"493"-16,-4 1 153 0,-3-1-84 0,-3 0-312 15,-2 0-335-15,-1 1-185 0,-5-1-82 16,0 0-53-16,-5 1-62 0,-1 2-62 0,-2-1-39 15,-2 1-23-15,-1 5-19 0,0-1-11 0,2 3-6 16,-1 4-6-16,2 1 3 0,-1 2-4 0,6 1-3 16,1 0-5-16,5 0-5 0,6 1-4 0,2-1-7 15,5 0-4-15,2 2-2 0,4 0-3 16,3 2-1-16,3-1 1 0,4 4 0 0,4 1 0 16,4-1 1-16,4 3 2 0,2 3 0 0,6-1 1 15,3 1 1-15,2 0-1 0,1 4 7 0,2 1 1 16,2-2 2-16,1 3 1 0,-1-2 1 0,-1 0 0 15,1 1-5-15,-2 0-3 0,0-1-2 16,-3-1-1-16,-1 0 1 0,-4-2 0 0,-2-1 0 16,-5-1 2-16,-3 0 2 0,-2-4 2 0,-6 3 0 15,-4-3 1-15,-3 3 0 0,-3-4-2 0,-7 3 0 16,-3-1-2-16,-4-1-1 0,-4 5-2 0,-6-1 1 16,-1 0 1-16,-6 1-5 0,-1 1-1 15,-3-1-2-15,0 1 0 0,0-3-1 0,4 2 2 16,1-4 7-16,6-2 3 0,3-1 2 0,2-3 1 15,6-2 0-15,5-1-5 0,2-1-4 0,2-2-6 16,3 0-3-16,4-3-1 0,3 0-1 16,5-5-2-16,6 1-7 0,3-4-13 0,4 0-16 15,2-4-54-15,5-1-71 0,-1 1-94 0,4-6-146 16,1 5-229-16,0 0-322 0,1-1-265 0,1 1-190 16,-1 2 98-16,0-1 526 0</inkml:trace>
  <inkml:trace contextRef="#ctx0" brushRef="#br0" timeOffset="1540.04">5266 2035 32 0,'8'-14'643'0,"1"4"672"0,-4 1 212 0,-3 3-195 16,-1 4-383-16,-1 0-390 0,0 4-211 0,-1 3-133 15,-1 4-68-15,-3 4-44 0,1 7-15 0,-1 3-9 16,0 7-12-16,1 3-15 0,-3 4-9 15,2 6-7-15,-2 1-20 0,0 4-11 0,1 2-7 16,1-1-4-16,3-1 0 0,2-3-1 0,2-4-11 16,3-4-46-16,1-7-72 0,1-6-115 0,2-3-192 15,-1-8-309-15,0-5-343 0,-2-6-312 16,2-8-147-16,-3-6 361 0,0-6 643 0</inkml:trace>
  <inkml:trace contextRef="#ctx0" brushRef="#br0" timeOffset="1726.2">5274 1783 616 0,'-5'-37'1449'0,"-3"8"193"0,0 6-259 16,-1 3-343-16,3 4-460 0,-1 4-263 0,1 2-130 15,3 2-67-15,-2 4-43 0,2 0-26 16,0 3-24-16,1 2-15 0,4 2-9 0,0 2-3 16,2 3-2-16,2 2 1 0,2 2-2 0,2 4-12 15,1-1-31-15,0-1-72 0,2 4-94 0,2 0-170 16,-2 2-295-16,3-1-319 0,0 5-350 0,1-1-195 15,-1 3 188-15,3 0 668 0</inkml:trace>
  <inkml:trace contextRef="#ctx0" brushRef="#br0" timeOffset="2256.01">5579 2095 220 0,'-6'-12'538'0,"-1"-1"283"15,1 0 182-15,0 0-168 0,3 1-179 0,-2 3-147 16,2 0-113-16,1 0-81 0,1 2-85 0,1-1-77 15,1 0-60-15,1 0-36 0,4-2-11 16,2 3-7-16,3-4-5 0,2 4-2 0,1-2 1 16,4 2 66-16,2 1 24 0,3 0 0 0,0 2-5 15,1 4-3-15,1 0-4 0,-2 2-57 16,3 2-11-16,-2 2 2 0,-1-1 4 0,-1 6-1 16,0-1-3-16,-4 3 1 0,-1 3-9 0,-2 0 0 15,-3 4 3-15,-1 1 5 0,-4 1 6 0,-4 2 9 16,-1 1-3-16,-4 5-2 0,-3-2-8 0,-5 0 2 15,-2 3-3-15,-4 0-2 0,-1 1 0 0,-4-1 1 16,-1 0-1-16,0-1-5 0,0 0-5 16,-1 0-9-16,3-1-7 0,0-4-7 0,4-2-5 15,0-1-4-15,3-4-2 0,4-3-2 0,1-2-3 16,3-2 1-16,2-2-1 0,1 2 0 0,4-4 1 16,1-1 1-16,2-2 0 0,4 1 1 0,1-4 0 15,3-2 0-15,2 0 0 0,1-4 0 0,3-1-1 16,3-1-8-16,-1-4-14 0,3 3-22 15,1-2-50-15,0 0-74 0,0-1-96 0,-1 0-150 16,3 4-252-16,-2-2-318 0,2 2-290 0,0 1-185 16,-2 2 106-16,0 2 563 0</inkml:trace>
  <inkml:trace contextRef="#ctx0" brushRef="#br0" timeOffset="2817.86">6283 2414 74 0,'-5'2'467'0,"0"1"322"0,0-1 204 0,-2 1-38 16,2 1-237-16,0 0-205 0,0-2-146 15,4 3-73-15,-1 0-46 0,0-1-48 0,2 2-53 16,0 0-45-16,2 0 19 0,1-1 5 0,4 1-13 16,-1 2-8-16,3-2-5 0,1-1 26 0,1-1-24 15,3-1-21-15,1-2-3 0,2 2-3 0,1-6 2 16,2-1-21-16,2 0-13 0,2-5-4 16,1-2-8-16,2-2-4 0,1-4-8 0,2-2-1 15,2-2 2-15,0-5 5 0,-1 0 1 0,-1-1 5 16,-1 1 5-16,1-1-5 0,-5-1-7 0,-1 2-4 15,-5 0 2-15,-2 1-2 0,-1 1 3 0,-3 3 5 16,-4-1 8-16,-4 3 5 0,0 0 2 16,-5 1 0-16,-2-1-3 0,-3 3-3 0,-3 0-5 15,-6 1-5-15,0 4-6 0,-8-1-5 0,-2 3-6 16,-6 6 0-16,-5 3-1 0,-1 5-2 0,-4 5 4 16,1 5 2-16,-4 6 4 0,5 4-4 15,0 7-2-15,5 3 1 0,1 4 2 0,4 4 6 0,3 2 4 16,4 4 5-16,2 6 1 0,5 0 2 0,6 3-7 15,3 1-6-15,5-2-7 0,7-1-7 16,2-3-4-16,8-6-1 0,4-3-2 0,6-7-2 16,3-3 2-16,8-8 0 0,1-7 1 0,4-4-1 15,6-6-3-15,0-7-10 0,5-4-16 16,-2-8-30-16,2-4-70 0,-5-2-119 0,1-3-205 16,-2-1-296-16,1-1-367 0,-5-1-435 0,-3 1-214 15,-4 0 392-15,-6 3 809 0</inkml:trace>
  <inkml:trace contextRef="#ctx0" brushRef="#br0" timeOffset="11116.05">9029 1206 121 0,'4'-6'378'0,"-4"1"187"15,-4 4 153-15,-1 2-91 0,-3 5-79 0,-4 5-26 16,1 5-16-16,-4 5-25 0,-3 9-18 0,-1 8-20 16,-2 7-57-16,2 7-72 0,-3 10-47 0,3 6-38 15,-2 7-34-15,1 7-50 0,4 3-46 0,-1 6-25 16,4 3-22-16,1 0-14 0,2 1-13 0,7-3-8 16,1-3-4-16,5-3-8 0,5-6-5 15,6-8-4-15,2-5-2 0,8-11-9 0,1-7-29 16,7-9-60-16,1-8-57 0,2-9-100 0,3-6-158 15,4-9-241-15,-2-2-288 0,3-7-228 16,1-6-168-16,-6-4 160 0,0-2 497 0</inkml:trace>
  <inkml:trace contextRef="#ctx0" brushRef="#br0" timeOffset="12123.93">9551 1521 77 0,'3'-9'288'0,"0"-1"143"0,-3 2 132 0,2-1-112 16,-2 2-88-16,2 2-2 0,-2 1 72 0,0-1 57 15,0 2 19-15,0 0-28 0,1 2-66 0,-1 1-84 16,0-2-106-16,0 2-85 0,0 0-60 0,3 0-35 15,-3 2-20-15,0 0-9 0,3 3-7 0,-3 4 7 16,3 3 15-16,1 3 3 0,0 6 7 0,0 4 27 16,-1 6 67-16,2 3 21 0,-1 5 2 0,-1 0-1 15,0 3-10-15,-1 1-24 0,-2 2-41 16,2 2-21-16,-2 1-17 0,1 0-9 0,-1-2-7 16,2 1-7-16,-1-2-13 0,1-3-5 0,1-2-3 15,-1-3-1-15,3-5 3 0,-1-4 1 0,2-3-1 16,-1-4-2-16,3-5-1 0,0-3-2 0,3-3 1 15,-1-4 0-15,1-6 3 0,1-3 2 16,1-7 3-16,4-6 0 0,-1-4 2 0,0-5 1 16,2-2-1-16,0-6 2 0,0 0-1 0,-1-3 2 15,2 1-4-15,-1-2-1 0,-1 1-7 0,-1 3-2 16,0 1-3-16,-4 2-6 0,2 2 1 16,-2 3-2-16,-3 2 8 0,0 2-4 0,-1 2 12 15,-3 3 12-15,0 0 13 0,-2 4 15 0,0 2 6 16,-3 1 2-16,-3 2-5 0,2 2-8 0,-2 1-11 15,-1 0-14-15,-2 3-6 0,-1 4-3 16,-2 1-3-16,-2 3-2 0,0 6 0 0,-2 3-1 16,-1 5 6-16,0 4 3 0,0 4 1 0,-2 3-1 15,3 4 1-15,0 3-1 0,1-1-6 0,2 4-4 16,2-4-2-16,-1 1 0 0,4-3 2 0,4-1 0 16,1-6 1-16,1-1 0 0,4-3 1 15,4-5-1-15,2-4 0 0,1-2-5 0,3-6-13 16,1-2-36-16,0-6-69 0,4-4-61 0,-4-5-105 15,2-3-143-15,-1-1-187 0,0-5-281 0,-2 0-210 16,2 0-188-16,-4-2 94 0,-1-1 408 16,-2 0 423-16</inkml:trace>
  <inkml:trace contextRef="#ctx0" brushRef="#br0" timeOffset="12545.87">10164 1801 229 0,'0'0'567'0,"2"1"275"16,-2-1 142-16,0 2-171 0,2 0-198 0,-1-2-156 15,-1 1-107-15,2-1-65 0,-2 1-53 16,3 3-59-16,-1-2-41 0,2 5-1 0,1 2 18 16,1 1 26-16,-1 3 6 0,0 1-7 0,1 4-8 15,3 0-26-15,-4 5-27 0,2-1-30 16,-2 4-20-16,-1 2-10 0,2-1-18 0,-1 3-11 15,0 0-11-15,-2 0-9 0,2-4-5 0,-2 0-4 16,2-3 0-16,2 0 2 0,-3-5 1 0,1-3 0 16,-1-2-1-16,1-2 0 0,-2-3 3 15,3-4 1-15,-1-1 0 0,-2-6 1 0,4-4 5 16,-2-1 1-16,-1-7-2 0,4-3-2 0,-2-3 3 16,1-2-2-16,-1-7 0 0,-1 0-2 0,1-2 2 15,0-3-1-15,-1-1-3 0,0-1-1 0,0 0-1 16,0 1-2-16,1 2 0 0,-3 2-2 15,-2 5 1-15,1 5 1 0,1 1 0 0,-3 6 1 16,2 2 0-16,-2 2 0 0,0 3-2 0,-2 2-8 16,2 5-23-16,-1 1-54 0,-1 1-56 0,0 5-73 15,-1 0-139-15,2 3-170 0,-1 2-283 0,-1-1-242 16,3 2-223-16,0 0-56 0,3 0 387 16,0-3 468-16</inkml:trace>
  <inkml:trace contextRef="#ctx0" brushRef="#br0" timeOffset="12971.92">10553 1806 100 0,'0'1'667'0,"0"2"452"15,-3 1 131-15,-1 3-122 0,0 5-361 0,-2 1-243 16,1 5-142-16,-1 3-78 0,-1 3-51 16,0 3-34-16,0 3-44 0,-1 3-69 0,2 0-42 15,0 2-22-15,1-2-13 0,4-1-11 0,-1-1-7 16,5-5-5-16,0-1-4 0,2-6-2 0,1-2 0 15,2-5 1-15,2-3 0 0,1-5 0 16,1-5 2-16,1-4-1 0,1-6 2 0,2-2 0 16,0-6 4-16,0-2-3 0,1-5 2 0,-1-1-1 15,-2 0-1-15,-1-2-2 0,-1 3-1 0,-2 0 3 16,-2 1-1-16,1 1 1 0,-4 3 0 0,1 1 0 16,-4 4 0-16,1 2-2 0,-1 1 0 15,-1 2 1-15,-1 5-1 0,0-3-1 0,0 5-1 16,0 2 0-16,0 2-3 0,-1 3-3 0,-1 3 0 15,1 2 1-15,-1 7-1 0,0 1 0 0,-1 3 1 16,0 6 0-16,-2 2 4 0,2 2 2 16,-3 7 2-16,1 1 1 0,2 5 5 0,-2 1 1 15,0 5-1-15,2 3-1 0,0 2-1 0,1 1-1 16,-2 1-4-16,4 1 0 0,0-2-3 0,4-2 0 16,-2-3-8-16,1-4-15 0,0-3-43 0,1-7-63 15,-3-5-57-15,1-4-103 0,-1-9-148 16,1-6-183-16,-2-5-266 0,2-9-216 0,1-6-187 15,0-6 109-15,1-7 428 0</inkml:trace>
  <inkml:trace contextRef="#ctx0" brushRef="#br0" timeOffset="13300.08">11007 1683 133 0,'-1'-20'758'0,"-2"7"483"16,-4 2 118-16,2 4-106 0,-3 1-386 0,-1 3-329 15,1 1-170-15,0 4-96 0,2-1-71 0,-2 3-71 16,3 4-52-16,0 1-31 0,1 2-21 0,0 2-11 16,3 4-4-16,1-1-5 0,1 3-2 0,1 4-2 15,1 0 1-15,2-1-3 0,1 2 0 16,2 1 3-16,-2-2-2 0,4 3 0 0,-2 0-1 16,1-1 1-16,-1 1 0 0,0 0-3 0,0 0 1 15,-2 2 0-15,-1-5 1 0,0 2-2 0,-2-1 2 16,-3 2 1-16,0-4-2 0,-3 2 1 15,-2-1-1-15,0-1 4 0,-5 1 0 0,0-4 1 16,-3 2-1-16,1-3 1 0,-1 0-1 0,0-4-1 16,-1 1-5-16,3-2-12 0,0-5-35 0,1-1-67 15,2-2-65-15,-2-4-130 0,3-1-185 16,1-1-307-16,2-4-296 0,1 1-210 0,2-2-93 16,1-3 380-16,1 0 547 0</inkml:trace>
  <inkml:trace contextRef="#ctx0" brushRef="#br0" timeOffset="13690">11271 1267 352 0,'5'-9'780'16,"-2"2"273"-16,-1 2 17 0,-1 5-257 0,1 2-257 16,0 2-194-16,0 5-65 0,0 6 20 0,1 5 2 15,0 3-28-15,-3 3-42 0,4 6-31 0,-1 2-44 16,-2 5-58-16,1 3-32 0,0 4-19 0,-2 3-9 15,0 5-13-15,-2 1-8 0,-1 6-8 16,1-2-6-16,-3 2-9 0,2 1-9 0,2 0-3 16,-1-4-2-16,0-3 0 0,2-2 1 0,0-6-9 15,2-5-16-15,0-4-48 0,-1-7-61 0,-1-4-55 16,2-6-85-16,-2-6-137 0,-2-7-163 0,1-4-196 16,-3-6-219-16,0-4-211 0,-1-7-17 0,-3-5 338 15,0-5 418-15</inkml:trace>
  <inkml:trace contextRef="#ctx0" brushRef="#br0" timeOffset="13887.61">11103 1727 309 0,'0'-10'728'0,"2"3"269"0,0 0 40 16,-1 3-279-16,4 1-257 0,1 3-200 0,1 2-106 16,2-1-48-16,2 2-24 0,-1 2-16 0,5-1-24 15,0 1-37-15,2 0-17 0,2 1-10 16,0-1-5-16,3 2-5 0,-1 0-2 0,1 2-5 15,2-1 2-15,-1 0-16 0,-2 3-60 0,1 1-98 16,-2 0-132-16,1 1-207 0,-3 4-283 0,0-1-229 16,0 2-48-16,-1 0 216 0,-1 1 364 15</inkml:trace>
  <inkml:trace contextRef="#ctx0" brushRef="#br0" timeOffset="14250.14">11717 1948 121 0,'-3'-6'733'0,"-2"2"490"0,-3 1 155 0,0 1-99 16,-3 2-389-16,2 2-327 0,-2 2-175 0,-3 2-98 16,-1 5-79-16,0 2-74 0,0 4-52 0,0 4-34 15,0 3-20-15,0 4-13 0,3 2-7 16,-2 5-4-16,6-2-3 0,0-1 0 0,3 3-2 16,1-3-1-16,2-2 0 0,4-6-1 0,2-3-3 15,1-6 2-15,5-4-1 0,2-4 2 0,1-7 0 16,4-7 0-16,1-6 0 0,2-8 1 15,4-4 0-15,-2-7-1 0,2-2 1 0,1-4 1 16,0 1 0-16,-1-1 1 0,-5 1-1 0,0 4 1 16,-6 3 2-16,-1 5 0 0,-4 2 0 0,-3 6-1 15,-2 4 0-15,-3 4-3 0,0 3 1 0,-3 3-3 16,-2 4-2-16,0 3 1 0,1 6 0 16,-4 2 2-16,3 2-2 0,-1 4-1 0,1 2 0 15,0 1-2-15,1 2-2 0,2 1-1 0,1 1-1 16,1 1-13-16,1 1-36 0,1-2-70 15,2 1-71-15,-1-4-138 0,2 1-205 0,0-4-310 16,3 0-297-16,1-3-205 0,1-1-41 0,1-3 443 16,3-2 539-16</inkml:trace>
  <inkml:trace contextRef="#ctx0" brushRef="#br0" timeOffset="14926.02">12147 1192 353 0,'0'-18'709'0,"0"7"310"15,0 1 73-15,0 3-263 0,0 0-230 0,-1 5-158 16,1 2-111-16,-2 4-39 0,2 5-13 0,0 6-21 16,0 5-19-16,0 6-17 0,2 3-24 0,-2 6-37 15,0 5-41-15,0 6-23 0,0 1-12 0,-2 8-8 16,-1 3-6-16,-2 4-8 0,0 5-8 0,-1 3-11 15,-2-1-11-15,4 2-9 0,-3-4-11 0,5-5-7 16,1-7-5-16,4-4-2 0,4-8-1 0,0-6-2 16,4-7 0-16,4-8 0 0,3-4 1 0,1-9 1 15,1-5 0-15,0-6 0 0,4-8 1 16,-4-4 1-16,2-5 0 0,-1-6 2 0,-2-2-1 16,0 0 1-16,-5-1 1 0,0 4 1 0,-2 1-1 15,-3 3 2-15,-3 4-1 0,-1 4 0 0,-2 3-1 16,-1 2-1-16,-1 6-2 0,-2 3-2 15,-1 7-1-15,-3 6 1 0,0 3 0 0,-2 7 2 16,1 3-2-16,-2 5 1 0,-1 0-1 0,2 4 1 16,1-4 0-16,1 3-7 0,1-3-14 0,1-2-32 15,3-1-76-15,0-8-83 0,0-3-154 16,3-4-222-16,1-7-318 0,-1-4-337 0,3-8-194 16,2-4 8-16,-2-9 543 0</inkml:trace>
  <inkml:trace contextRef="#ctx0" brushRef="#br0" timeOffset="15084.62">12468 1877 37 0,'0'-45'604'0,"0"4"547"0,-5 7 243 0,0 3-96 16,-1 7-355-16,0 6-349 0,0 3-217 0,-1 4-120 15,-2 4-84-15,4 4-66 0,0 1-50 16,2 6-32-16,3 2-13 0,0 1-9 0,2 4-17 0,3-1-55 16,1 1-54-16,3 1-99 0,-1-2-155 15,5 2-261-15,-1-2-310 0,4 4-246 0,0-2-184 16,3 0 171-16,0 0 531 0</inkml:trace>
  <inkml:trace contextRef="#ctx0" brushRef="#br0" timeOffset="15525.99">12916 1202 121 0,'-2'-13'354'0,"2"1"196"15,-1 2 189-15,1 4-63 0,-4 2-47 16,4-1-47-16,0 3-54 0,0 1-68 0,0 1-86 16,0 0-90-16,0 3-96 0,0 2-51 0,0 5-10 15,2 1 23-15,0 7 31 0,-1 5 9 0,1 4 9 16,-1 3-7-16,2 5-31 0,0 4-29 0,-1 3-34 16,-1 2-11-16,1 5-16 0,-2 2-12 0,-2 4-9 15,1 2-9-15,-2 3-10 0,-2 2-12 16,1 0-8-16,0 0-7 0,-1-4-6 0,2 1-1 15,2-5 1-15,-1-5-2 0,4-2-2 0,-1-8-5 16,1-4-20-16,-1-6-57 0,1-4-63 0,-2-6-78 16,0-6-157-16,-2-2-212 0,-1-6-303 0,0-5-251 15,-3-5-202-15,-3-2 23 0,0-8 500 16</inkml:trace>
  <inkml:trace contextRef="#ctx0" brushRef="#br0" timeOffset="15734.14">12631 1707 197 0,'5'-2'752'0,"0"4"366"0,2 4 47 0,0 1-138 15,2 2-443-15,2 1-277 0,3 1-126 0,2 2-62 16,3-2-22-16,3 0-12 0,3-2-21 16,2-1-24-16,5 0-10 0,1-2-10 0,2-3-13 15,3-1-7-15,0-2-4 0,1 0 4 0,-2 0-9 16,-2 0-63-16,-2-2-137 0,0-1-195 0,-4 1-284 15,-3 0-276-15,1 0-245 0,-4-1 26 0,-1 2 430 16</inkml:trace>
  <inkml:trace contextRef="#ctx0" brushRef="#br0" timeOffset="16113.99">13306 771 38 0,'0'-20'529'15,"0"4"423"-15,-2 1 199 0,2 3-61 0,-1 0-356 16,2 5-332-16,1 1-161 0,1 4-81 16,2 2-30-16,4 2-15 0,3 4 5 0,0 5 41 15,6 4-3-15,-1 5 27 0,0 3 9 16,2 5-2-16,-3 3-19 0,1 1-37 0,-2 1-25 0,0 4-33 15,-2 2-24-15,-3 2-10 0,2 4-2 0,-4 3 7 16,-3 4-1-16,0 0-2 0,1 5-1 0,-5 4 0 16,1 2-4-16,-4 4-10 0,-1 3-5 15,-3 3-2-15,0 3-6 0,-2 0-10 0,-2 4-4 16,0-3-4-16,-2 2 0 0,1-1 0 0,0-3 0 16,-2 0 2-16,1-1 0 0,-1-2 1 0,0-2-6 15,-1-2-11-15,1-4-16 0,-4-4-45 0,3-4-72 16,-2-4-74-16,-1-10-141 0,1-2-200 15,0-9-309-15,2-6-289 0,1-6-196 0,-1-6-47 16,3-4 453-16,-3-6 538 0</inkml:trace>
  <inkml:trace contextRef="#ctx0" brushRef="#br0" timeOffset="20095.93">19370 3182 147 0,'3'-6'364'0,"2"-1"164"16,-4 2 152-16,-1 3-105 0,3 0-60 0,-3 0-21 15,2 2-11-15,-2-1-19 0,2 1-38 0,0 0-89 16,-2 1-87-16,0 3-71 0,2 0-46 15,0 3-27-15,-2 6-32 0,1 2 1 0,2 4 52 16,1 7 29-16,-3 2 7 0,6 8 11 16,-3 3 4-16,4 8-8 0,-2 5-43 0,1 10-25 15,-1 4-8-15,-1 7-16 0,3 7-17 0,-5 5-3 16,0 11-5-16,-1 7-9 0,-2 4 4 0,0 7 2 16,-4 3 9-16,1 6-4 0,-4 7-4 15,0 6 3-15,-1 5-14 0,-1 6-9 0,-4 3-10 16,0 6-11-16,1 1 0 0,-1 4-4 0,3 1-4 15,-3 3-2-15,3-2 2 0,-1 4 3 16,0-3-3-16,1 2-2 0,2 0-2 0,-1-2 4 16,4-5-2-16,0-2 0 0,2-6-2 0,2-5 1 15,-1-8 1-15,0-9-4 0,2-10-2 16,0-8-3-16,0-9-5 0,0-9-6 0,-1-11-9 16,-1-6-16-16,-1-8-20 0,-3-8-48 0,0-7-69 15,-2-11-83-15,0-8-152 0,-5-10-216 16,2-11-314-16,-3-13-275 0,1-11-187 0,-1-13 60 15,-3-16 532-15</inkml:trace>
  <inkml:trace contextRef="#ctx0" brushRef="#br0" timeOffset="20854.31">19173 3169 32 0,'-4'4'303'0,"-1"-1"199"15,4-1 202-15,-1-1 61 0,0 2-127 16,1-3-77-16,1 0-56 0,-2 0-51 0,2 0-66 16,0-4-90-16,0-1-81 0,2-2-75 0,-1-2-51 15,4-4-28-15,4-5-6 0,3-4 19 16,2-3 33-16,5-5 43 0,1-3 30 0,7-4 3 15,-1-4-10-15,2-2-27 0,2-1-30 0,0 2-34 16,0 0-28-16,-1 3-15 0,-3 5-11 0,-4 3-3 16,-2 5-11-16,-5 6-9 0,-2 4-5 0,-1 5-2 15,-2 7-1-15,0 4 1 0,1 8 2 16,-3 8 4-16,-4 6 1 0,1 9-3 0,0 6 8 16,-1 7-3-16,-2 6-2 0,0 1 1 0,-1 6 0 15,1 0-33-15,1 3-75 0,-1-4-116 0,2 1-184 16,4 0-294-16,0-5-343 0,0-1-331 15,0-3-165-15,0-3 337 0,4-1 647 16</inkml:trace>
  <inkml:trace contextRef="#ctx0" brushRef="#br0" timeOffset="22540">19115 8318 305 0,'-3'4'527'0,"-5"-1"203"16,3 0 126-16,2 0-234 0,1-1-162 0,-1 0-75 15,3-2-35-15,0 2-46 0,0-1-59 0,0-1-68 16,0 0-64-16,0 2-47 0,3-2-35 16,2 1-16-16,0-1 16 0,4 0 18 0,3 0 14 15,0 0 11-15,4 0 5 0,3-1 3 16,2-1 3-16,2 1-6 0,6-1-6 0,1-1-12 16,3 2-2-16,3-1-6 0,2 1-21 0,3-1-20 15,0 1-5-15,1 1-1 0,3 1-6 16,-2 1-4-16,4 1-2 0,0 1-1 0,1-1 0 15,-2 3 5-15,3-1 3 0,-3-1 5 0,5 2 77 16,-1 1 55-16,1-1 20 0,4-2 4 16,-1 2-3-16,1 0-10 0,-1-1-57 0,2 1-44 15,-1-2-21-15,2 0-13 0,1 1-5 16,0-1-3-16,1-1-3 0,3 2 2 0,-2-1 0 16,5-1 1-16,-1 0-3 0,5 0 1 0,0 1-1 15,4-3-2-15,0 1-2 0,1-2-1 0,3 3 3 16,-1-3-1-16,3 0 1 0,1 0-1 15,3 0 0-15,3-3 0 0,0 3 0 0,4-1-1 16,1 0-1-16,0 1-1 0,-2-1 2 0,3 1 2 16,0 1 1-16,-1 0 0 0,5 3 1 15,1-2 1-15,-1 0-2 0,1 4-2 0,-2-1 0 16,1 1 1-16,-1 0 0 0,0-1 1 0,2 1-2 16,2 0 0-16,1 0 0 0,-1-2-2 0,-1 1 0 15,2 1 2-15,-4-1 2 0,2 0 1 16,-1-1 0-16,-1 0 0 0,1 1-1 15,-2 1-2-15,0-2-2 0,-4 1-1 0,-2-1 0 16,-2 0 3-16,-4 1 1 0,-2 1 2 0,1-1 1 16,-3 1-1-16,-3-2 0 0,2 0-3 0,-6 2-1 15,-2-1-2-15,1-3 1 0,-5 4-1 16,-1-3 2-16,-5-1 0 0,0-1 3 0,-3-1-2 16,-4 1 0-16,-3-1 2 0,-4 0 0 15,-3-1-1-15,-5 1 1 0,-3 0 1 0,-5-1 2 16,-7 1-1-16,-2-2 0 0,-7 2 23 0,-3 0 21 15,0-2 21-15,-4 1 18 0,-3-1 11 0,0 2 1 16,-4-1-19-16,0-2-20 0,-2 1-15 16,0-1-18-16,-2 1-11 0,0 0-5 0,-1-2-3 15,2 3-2-15,-1-2-1 0,1 1-2 16,0 1 0-16,3-2-2 0,-4 3 0 0,3-2-1 16,1 1-1-16,-2 1 0 0,2-1-1 0,-2 1 0 15,2 0 1-15,0-2-2 0,0 2 0 16,0-1 0-16,-1 1 0 0,1 0 1 0,-2 0-1 15,2 0 0-15,0 0 0 0,-1 0-3 16,1-2-8-16,0 2-10 0,-2 0-13 0,2-1-19 16,0-1-30-16,-2-1-47 0,2-2-50 0,-3 0-46 15,2-3-30-15,-1 1-19 0,-2-2 12 16,1-1 56-16,-2 0 67 0,1 0 61 0,0-1 35 16,-3 1 22-16,0 0 15 0,0 0 24 15,2 1 52-15,1 2 70 0,-1 1 60 0,0 0 27 16,1 1 1-16,0 1-16 0,3 1-39 0,-1 0-55 15,1 0-49-15,1 1-29 0,0 2-16 0,1 0-15 16,4 0-7-16,1 2-4 0,0-1 0 16,6 2 1-16,2 2 2 0,0-2 2 0,3 1 10 15,3 2 10-15,2 1 6 0,3-1 2 0,-2 1-1 16,3 1 2-16,-1-1-8 0,4 0-8 16,-6 2-4-16,2 0-3 0,-2-2 0 0,-3 4-1 15,1-1 1-15,-5-2 1 0,-1 3-1 16,-3-2 2-16,-4 1 0 0,1-1-1 0,-6 3 1 15,-1-1-2-15,-4 2 1 0,-3 1 0 0,-2-1-3 16,-5 4-1-16,-2 0-1 0,-3 2-9 16,-4-1-38-16,-1 1-73 0,-3 1-90 0,-4-4-174 15,2 2-297-15,1-3-328 0,0 1-330 0,2-2-180 16,2 0 191-16,0-2 670 0</inkml:trace>
  <inkml:trace contextRef="#ctx0" brushRef="#br0" timeOffset="23473.89">25914 9450 46 0,'7'-11'250'0,"-2"2"135"0,2 0 130 0,-2-1-75 16,3 0-76-16,-1 2-10 0,1-2 16 0,0 2 31 16,6-1 36-16,-3 0 20 0,7 1-19 0,-4 2-65 15,3 0-59-15,3 1-53 0,2 1-67 16,1 2 8-16,1 2-16 0,-2 2-12 0,3 4 16 15,-3-2-2-15,-2 7 8 0,-2-3-52 16,0 3-15-16,-5 2-4 0,-4 2-27 0,-1 2-9 16,-4 5-14-16,-4 0-9 0,-3 3-13 0,-3 5-11 15,-3 1-3-15,-6 0-6 0,0 3-7 16,-3 2 2-16,-2 1 0 0,-1 0-1 0,0 1-6 16,1-1-2-16,0-1-3 0,2 0-6 0,1-2-4 15,1-2-2-15,2-1-2 0,2 1-3 16,3-5 1-16,5-1-3 0,4-2 0 0,1-3-1 15,7-1 0-15,1-4 0 0,6-4-1 0,4-2 1 16,6-5-4-16,1-5-6 0,8-5-11 16,1-5-10-16,4-4-13 0,4-3-13 0,-2-4-7 15,2-1 1-15,1-1 3 0,-1-5 8 16,1 3 12-16,-6-3 13 0,0 3 12 0,-5 1 7 16,-1 4 5-16,-5 1 4 0,-6 2 1 0,-3 4-2 15,-1 4 0-15,-4 2 0 0,0 3 1 16,-5 4-1-16,0 2 3 0,-2 4 1 0,0 5 7 15,-1 2 4-15,0 5 2 0,-2 3 3 16,2 5-2-16,0 2 3 0,-1 1-7 0,2 4-3 16,1 0-3-16,1-1-1 0,0 0-1 0,2-2-2 15,2-5 1-15,2-4 0 0,0-2 1 16,3-9-1-16,3-4 3 0,0-6 0 0,2-6 0 16,1-6 1-16,2-7 0 0,-2-6 1 0,2-3 4 15,-2-2 5-15,1-9 4 0,-2 3 7 16,-5-6 2-16,4 0 8 0,-6-1-3 0,-4-3-1 15,1 2-3-15,-6-3-2 0,-3 2-1 0,-3 0-6 16,-3 1-2-16,-5 5-2 0,-2 3-1 16,-2 5-5-16,-9 7-4 0,-1 4-3 0,-6 10-2 15,-4 7-2-15,-1 9-3 0,-2 5 0 16,-1 8 0-16,2 1 1 0,3 5-2 0,1 2-1 16,5 3-1-16,1 1-8 0,5 3-17 0,1-3-42 15,4 2-78-15,2-3-114 0,4-2-190 16,1-2-298-16,4-5-341 0,3-3-332 0,2-3-129 15,1-4 337-15,2-6 663 0</inkml:trace>
  <inkml:trace contextRef="#ctx0" brushRef="#br0" timeOffset="23722.02">26899 9616 119 0,'-2'-3'867'16,"-1"3"629"-16,0 0 7 0,0 0-279 0,-4 3-412 15,6 2-351-15,-4-1-200 0,2 2-114 0,0 0-47 16,1 1-21-16,4 3-20 0,2-2-12 16,3 4-5-16,1-3-1 0,3 2-6 0,6-2-6 15,4 1-3-15,1-2-1 0,7-3-11 16,1 1-5-16,1-3-4 0,2-1 0 0,1-4-1 16,0 0-2-16,-1-1-4 0,-1-1-27 0,-1 2-80 15,-4-5-100-15,-6-1-177 0,1-1-290 16,-6-1-339-16,1-1-368 0,-5 0-165 0,-3-6 239 15,-3 3 671-15</inkml:trace>
  <inkml:trace contextRef="#ctx0" brushRef="#br0" timeOffset="24653.94">19730 1326 394 0,'3'0'808'0,"0"1"231"0,1 0-6 16,-4 3-273-16,1 0-255 0,-1 5-168 0,3 3-92 16,-3 2-14-16,2 4-8 0,0 1-38 0,-2 5-43 15,1 1-35-15,-1 3-31 0,0 0-25 0,2 1-20 16,-2-1-10-16,1 1-6 0,-1-1-2 0,2-3 0 15,1 1-10-15,-3-2 1 0,1-1 4 0,2-4-6 16,-1 0-9-16,0-5-29 0,-1 1-29 16,1-5-81-16,-4 0-169 0,1-3-233 0,-3-5-286 15,0 2-252-15,-4-4-198 0,0-1 152 0,-2-4 510 16</inkml:trace>
  <inkml:trace contextRef="#ctx0" brushRef="#br0" timeOffset="24899.02">19496 1165 4 0,'5'-4'415'0,"0"1"327"0,1 3 207 0,-2 0 13 16,5 3-312-16,0 3-265 0,5 1-151 0,1 2-69 16,3 2-32-16,4 1-16 0,-1 1 62 0,6 0-6 15,0 0-10-15,3 0-11 0,0 2-10 0,2-1-8 16,-2-1-59-16,0 1-36 0,0-2-16 0,-4 0-7 15,3 1-6-15,-2-1-2 0,-3-1-3 16,-1-1-3-16,1 2-5 0,-5 0-22 0,-2-1-88 16,-4 1-147-16,0-2-240 0,-9 1-280 0,-2 1-273 15,-2 0-200-15,-6 0 156 0,-4 0 471 0</inkml:trace>
  <inkml:trace contextRef="#ctx0" brushRef="#br0" timeOffset="25111.7">19490 1932 33 0,'3'18'362'0,"2"-4"231"0,1 0 160 15,5-2 111-15,2 0-223 0,2-1-132 16,3-3-80-16,2 2-26 0,4-3-21 0,0-1-71 16,6-1-97-16,0-4-80 0,3 1-37 0,3-4-40 15,-1 1-24-15,2-4-16 0,-1 0-6 0,1-1-3 16,2 0-6-16,-4 2-46 0,-4-2-140 0,2 3-238 15,-4 0-277-15,-2 2-271 0,-6-1-260 16,-1 2-19-16,-6 2 458 0</inkml:trace>
  <inkml:trace contextRef="#ctx0" brushRef="#br0" timeOffset="26766.1">1056 5517 312 0,'5'3'1169'15,"1"-1"428"-15,-3 0-167 0,2 3-285 0,-2-2-464 16,-3-3-280-16,0 0-178 0,0 0-81 16,0 0-38-16,0 0-34 0,0 0-25 0,0 0-20 15,0 0-14-15,6 0-9 0,-6 0-4 16,5 2 0-16,3-2-2 0,-2 1 0 0,-6-1-1 15,5 1-2-15,0 1-21 0,0 1-67 16,-5-3-73-16,3 4-155 0,1 2-281 0,-4 0-315 16,-3 2-352-16,0 0-228 0,2 3 55 15,-3-3 644-15</inkml:trace>
  <inkml:trace contextRef="#ctx0" brushRef="#br0" timeOffset="27186.12">1791 5539 172 0,'3'-3'1010'0,"0"2"579"0,-1-2-87 0,2 1-294 15,-4 0-436-15,0 0-324 0,0-1-212 0,0 2-97 16,0-3-46-16,-2 3-29 0,2-2-25 0,0 3-18 16,2-3-13-16,-2 3-9 0,2-2-2 0,1 2-3 15,2-5-2-15,0 4-17 0,3-2-61 0,-1 0-68 16,0 0-126-16,-1 1-188 0,1 1-310 0,-1-2-330 16,3 3-244-16,-2 0-99 0,-3 0 396 0,1 2 573 15</inkml:trace>
  <inkml:trace contextRef="#ctx0" brushRef="#br0" timeOffset="27577.99">2874 5359 62 0,'5'-6'666'16,"1"5"628"-16,-3-3 179 0,0 3-181 0,0 0-389 16,-1 1-363-16,1 0-196 0,-3-2-140 15,2 2-71-15,0-2-48 0,-1 2-36 0,-1 0-26 16,0 0-15-16,0-1-6 0,2 1-8 0,-2-1-58 16,1 1-69-16,-1-2-148 0,0 2-255 0,0 0-300 15,-1 3-356-15,-2 2-260 0,-4 1-6 16,-1 1 590-16</inkml:trace>
  <inkml:trace contextRef="#ctx0" brushRef="#br0" timeOffset="28212.04">1119 6404 170 0,'3'7'339'0,"0"-3"152"0,-3-4 90 0,0 0-69 16,0 0-82-16,8-1-68 0,-2-2-35 15,4-2-26-15,-1-3-63 0,1 1-74 0,1 0-52 16,1-2-31-16,0 0-16 0,-1 2-29 16,3-3-15-16,-3 4-9 0,3-1-21 0,-3 5-63 15,-3-3-104-15,-3 4-163 0,3 1-269 0,-2 1-193 16,-1 4-75-16,-2-3 131 0,-6 6 279 0</inkml:trace>
  <inkml:trace contextRef="#ctx0" brushRef="#br0" timeOffset="28446.14">1753 6344 84 0,'8'-5'686'0,"-3"0"489"0,-4-1 139 0,1 3-82 16,2 0-328-16,-2 2-338 0,3 1-184 0,-4-2-93 16,1 2-63-16,1-2-72 0,-3 2-67 0,2 0-45 15,1 0-29-15,-1 0-14 0,-1 0-7 0,2 2-9 16,-1-2-35-16,4 2-57 0,-3-1-53 0,0 0-121 16,2 3-160-16,0-2-223 0,0 3-280 15,2-3-229-15,0 5-162 0,1-1 239 0,0 0 459 16</inkml:trace>
  <inkml:trace contextRef="#ctx0" brushRef="#br0" timeOffset="28674.94">2662 6336 88 0,'16'0'669'0,"-5"3"458"15,0-3 126-15,-3 0-140 0,0-3-387 0,-2 3-346 16,2-5-186-16,-2 1-91 0,1-1-44 16,-1-2-22-16,3 1-17 0,-2-3-13 0,-1 1-8 15,2 1-12-15,3 1-68 0,-5-4-140 0,2 5-186 16,-1 0-284-16,-1-2-269 0,2 3-232 0,-5 3 32 16,-3 1 415-16</inkml:trace>
  <inkml:trace contextRef="#ctx0" brushRef="#br0" timeOffset="29239.85">1211 7228 18 0,'0'0'477'15,"1"5"421"-15,-1-5 247 0,0 0-12 0,0 0-331 16,0 0-312-16,0 0-190 0,0 0-109 16,0 0-67-16,0 0-49 0,0 0-34 0,0 0-20 15,11-2-12-15,-3-1-5 0,2 2-4 16,2-2-2-16,4 0-26 0,-2-1-92 0,-1 2-127 15,-5 0-173-15,3 2-291 0,0 2-269 0,2-1-197 16,1 4 111-16,-4-1 377 0</inkml:trace>
  <inkml:trace contextRef="#ctx0" brushRef="#br0" timeOffset="29465.05">1954 7275 111 0,'7'-1'773'0,"-2"1"536"0,-3-2 77 16,1 0-210-16,-3 2-380 0,0 0-328 0,-1 0-171 15,-1 0-98-15,2-1-52 0,0 1-29 0,0-2-31 16,0 2-40-16,0 0-30 0,2-1-15 0,-1-1-17 16,1 2-52-16,1-1-51 0,-1-1-88 0,1 1-134 15,0-1-180-15,1 1-311 0,1 1-244 16,-2 1-215-16,2 1 43 0,0-1 418 0,-2 2 440 0</inkml:trace>
  <inkml:trace contextRef="#ctx0" brushRef="#br0" timeOffset="29693.02">2828 7188 80 0,'25'-3'667'0,"-4"2"472"0,-4-1 121 16,-4 0-142-16,-2 2-384 0,-3-1-350 16,0 0-196-16,-3-1-91 0,1 0-45 0,-2 0-26 15,1-2-9-15,0-1-10 0,0 1-4 0,-2-1-3 16,2 1-24-16,-1 0-98 0,1-2-168 0,-2 1-294 16,-1 2-265-16,1-1-266 0,-3 4-152 15,-3 0 277-15,0 1 504 0</inkml:trace>
  <inkml:trace contextRef="#ctx0" brushRef="#br0" timeOffset="30305.92">1255 8047 22 0,'8'0'467'0,"0"2"407"0,1-2 257 0,-3 0 11 16,-6 0-332-16,0 0-259 0,0 0-105 15,0 0-70-15,0 0-60 0,0 0-62 0,0 0-48 16,0 0-52-16,0 0-73 0,0 0-49 0,0 0-25 16,0 0-11-16,-1-2-5 0,4 1-16 15,2 1-46-15,3-2-40 0,3 1-67 0,-2-1-119 16,-2 2-150-16,-1-1-204 0,5 1-249 0,0 1-235 16,5-1-106-16,-2 2 235 0,-3 2 411 0</inkml:trace>
  <inkml:trace contextRef="#ctx0" brushRef="#br0" timeOffset="30521.89">1928 8128 202 0,'7'3'860'0,"-6"-2"417"0,1 1 5 15,-2 0-196-15,-2-2-425 0,2 2-279 0,2-2-128 16,-2 0-65-16,3 0-30 0,-3 0-27 0,2 0-30 15,-2 0-45-15,3 0-37 0,0-2-31 0,-1 2-50 16,4-2-38-16,-2-1-67 0,3 0-120 0,1-1-149 16,-2 2-225-16,5 1-257 0,-1-1-237 0,1 2-75 15,1 0 268-15,1 0 418 0</inkml:trace>
  <inkml:trace contextRef="#ctx0" brushRef="#br0" timeOffset="30749.97">2798 8066 218 0,'14'-3'984'0,"-1"3"506"16,-5 0-57-16,0 0-274 0,-3-2-465 0,-1 2-304 16,-1-2-194-16,-1-1-94 0,-1 0-52 15,1-1-26-15,-2-1-16 0,0 1-3 0,2-1-5 16,-1-1-5-16,1 1-32 0,1-1-49 0,-1 1-68 15,-1 0-137-15,1 2-189 0,-2 2-309 16,0 1-273-16,0 0-222 0,-3 3-14 0,-2 0 427 16,0 3 482-16</inkml:trace>
  <inkml:trace contextRef="#ctx0" brushRef="#br0" timeOffset="31243.95">1283 8841 10 0,'16'-3'508'15,"3"0"488"-15,-6 1 224 0,-1 1-69 0,-4-1-345 16,-6 1-302-16,-2-2-211 0,0 3-92 0,2 0-41 16,1 0-29-16,2 0-26 0,-2 0-27 0,0 0-24 15,1 0-30-15,-2 0-20 0,1 0-11 0,-1 0-5 16,-1 3-22-16,4-2-28 0,0 1-64 0,0 1-116 15,-2-1-139-15,0 2-220 0,0 0-268 0,5 1-244 16,0 1-73-16,0 1 255 0,-2 1 397 0</inkml:trace>
  <inkml:trace contextRef="#ctx0" brushRef="#br0" timeOffset="31484.48">1963 8982 119 0,'8'0'810'0,"-1"-2"600"0,-3 2 53 15,2 0-248-15,-3-1-425 0,1 1-346 0,-1-3-189 16,-1 3-118-16,-1 0-57 0,-1 0-28 0,2 0-19 16,-2-2-19-16,1 2-13 0,1 0-7 0,1-5-1 15,2 3-9-15,1 1-44 0,-1-3-46 16,1 1-76-16,1 0-141 0,1 2-176 0,-1-1-315 15,3 2-246-15,0 2-214 0,0-1 28 0,1 2 415 16,-1 0 440-16</inkml:trace>
  <inkml:trace contextRef="#ctx0" brushRef="#br0" timeOffset="31723.87">2904 8967 48 0,'22'-6'602'0,"-3"1"483"0,-5 2 165 16,0-1-113-16,-6-1-370 0,-1-1-333 15,-1 0-170-15,-1 0-53 0,1 0-17 0,-1 0-7 16,-4 2-8-16,1-1-17 0,0-1-36 0,-1 1-44 16,-1 2-36-16,-1-1-26 0,-1-1-48 15,2 3-58-15,-3-2-63 0,0 3-140 0,-2 1-185 16,-1 0-307-16,1 1-270 0,0 4-229 0,-1 0-59 15,-1 0 441-15,-5 0 492 0</inkml:trace>
  <inkml:trace contextRef="#ctx0" brushRef="#br0" timeOffset="32251.95">1350 9660 341 0,'11'2'819'16,"3"-2"294"-16,-3 0 7 0,-1 0-296 0,-3 0-314 16,-2 0-246-16,0 0-138 0,0 0-67 0,0 0-36 15,-2-2-14-15,4 2-11 0,-2-2 0 0,2 1 2 16,1-1 0-16,1 1 5 0,4-2-4 0,-2 3-5 15,3-2-78-15,-1 2-105 0,1 0-126 0,0 2-165 16,3-2-285-16,1 3-229 0,4 0-2 0,0 0 212 16,0 1 314-16</inkml:trace>
  <inkml:trace contextRef="#ctx0" brushRef="#br0" timeOffset="32446.11">2166 9729 315 0,'12'1'588'0,"-2"-1"199"0,-2 2 78 0,-1-2-254 16,0 0-174-16,-2 0-102 0,-1 0-49 16,0 0-27-16,-1 0-33 0,0 0-48 0,-1 0-59 15,-1 0-51-15,2 0-34 0,0 0-17 0,2 0-6 16,-2 0-30-16,2 0-69 0,0 1-94 0,0-1-119 16,1 2-186-16,0 0-282 0,2-2-190 0,0 4-15 15,3-4 207-15,2 2 305 0</inkml:trace>
  <inkml:trace contextRef="#ctx0" brushRef="#br0" timeOffset="32578.99">2743 9730 132 0,'23'3'347'16,"-5"1"151"-16,-1 0 104 0,-1-1-183 16,-2 2-187-16,-1-1-110 0,-2 0-85 0,0-1-105 15,-3 0-206-15,1 0-178 0,-1-1-74 0,-3-2 26 16,0-2 121-16</inkml:trace>
  <inkml:trace contextRef="#ctx0" brushRef="#br0" timeOffset="33070.01">3696 9724 161 0,'0'-6'749'0,"0"1"404"0,-3 3 62 0,0-3-149 15,-2 0-438-15,2 0-315 0,-3-1-159 16,4-1-82-16,-3-1-79 0,2-1-110 0,-2-6-140 16,2 4-196-16,0-3-290 0,1 0-259 0,-1 1-136 15,-3-4 156-15,1 0 382 0</inkml:trace>
  <inkml:trace contextRef="#ctx0" brushRef="#br0" timeOffset="33278.91">3669 9021 67 0,'0'-17'625'0,"0"4"467"0,-5-2 144 15,2 6-122-15,-3-2-377 0,-2 2-347 0,2 2-194 16,-1-1-96-16,1 1-52 0,0 0-59 0,-2 1-97 16,2-1-148-16,-1 1-235 0,1 1-282 0,-2-1-260 15,2 0-145-15,-1-1 162 0,1-2 433 16</inkml:trace>
  <inkml:trace contextRef="#ctx0" brushRef="#br0" timeOffset="33511.41">3573 8211 86 0,'-2'-10'655'0,"1"5"459"0,-3-1 130 15,1-1-125-15,-2 3-390 0,1 0-320 16,1 1-190-16,0 0-94 0,-1 0-43 0,3 0-31 15,-1 0-20-15,2 0-22 0,0 0-28 0,-1-2-95 16,1 0-145-16,0 3-200 0,0-2-290 0,0 2-273 16,0-2-209-16,-2 0 124 0,2 1 435 0</inkml:trace>
  <inkml:trace contextRef="#ctx0" brushRef="#br0" timeOffset="33871.11">3669 7135 219 0,'4'3'839'0,"-4"-1"391"0,-2-1 14 0,0 0-172 16,-1 3-447-16,0-1-299 0,1-2-142 0,1 1-66 15,-1-1-41-15,-1-1-21 0,3 1-23 16,-2-1-27-16,2 0-28 0,0 0-51 0,-3-1-115 15,3 0-153-15,-3-1-210 0,0-1-278 0,2 0-263 16,-1 0-133-16,0 0 242 0,-1-1 425 0</inkml:trace>
  <inkml:trace contextRef="#ctx0" brushRef="#br0" timeOffset="34183">3690 6404 33 0,'1'-2'450'0,"-1"2"337"0,0-2 221 0,0 0 34 16,0 2-345-16,-1 0-268 0,1-1-163 15,-2 0-86-15,2 1-66 0,-2-2-93 0,1 0-128 16,-1 1-145-16,1-2-228 0,-2 0-270 0,0 2-225 16,1-2-68-16,-1-2 213 0,0-1 350 0</inkml:trace>
  <inkml:trace contextRef="#ctx0" brushRef="#br0" timeOffset="34390.94">3802 5676 257 0,'3'-15'617'0,"-6"0"258"0,2 0 80 15,-1 1-254-15,-1 1-262 0,-2 1-207 0,2-3-126 16,0 1-121-16,-1-1-128 0,1 1-177 0,0 0-275 16,-1 0-204-16,2 2-93 0,-3 0 127 0,2 3 277 15</inkml:trace>
  <inkml:trace contextRef="#ctx0" brushRef="#br0" timeOffset="34920.94">4513 5523 23 0,'2'-1'550'0,"4"1"480"0,-4 0 198 16,1-2-90-16,-1 2-356 0,-1 0-342 0,1 0-223 16,-2 2-108-16,0-2-54 0,2 1-41 15,-2 0-85-15,-2 3-139 0,2 0-199 0,-3 2-285 16,1 4-265-16,-1 1-215 0,-2 2 68 0,0 1 407 16</inkml:trace>
  <inkml:trace contextRef="#ctx0" brushRef="#br0" timeOffset="35197.91">4493 6334 74 0,'3'0'635'16,"-1"2"477"-16,-1 1 152 0,1-3-120 16,-2 0-392-16,0 0-317 0,2 0-198 0,-2-3-102 15,1 1-57-15,-1-1-33 0,2 0-24 0,-1-2-16 16,1 3-15-16,2-2-22 0,-4 2-85 16,2-2-142-16,-2 3-201 0,0 1-285 0,0 0-270 15,0 5-217-15,-2 1 107 0,0 1 436 16</inkml:trace>
  <inkml:trace contextRef="#ctx0" brushRef="#br0" timeOffset="35454.98">4499 7000 309 0,'0'3'620'15,"-1"0"221"-15,-1 0 66 0,2-1-264 0,-1 0-271 16,-1 1-174-16,2-2-92 0,0-1-83 16,0 0-90-16,0 0-121 0,0 1-190 0,0-1-255 15,0 4-167-15,0-2-19 0,-2 4 167 16,2 0 256-16</inkml:trace>
  <inkml:trace contextRef="#ctx0" brushRef="#br0" timeOffset="35852.99">4518 7757 437 0,'0'4'920'15,"-3"-2"274"-15,-1 1-30 0,-1-2-318 16,2 1-328-16,-1-2-232 0,3 3-117 16,-1-3-67-16,-1 0-41 0,3 2-27 0,-2 0-18 15,2 0-27-15,0 0-81 0,0 3-130 0,-3-1-152 16,3 2-257-16,-2 2-281 0,1-1-231 0,-1 4 11 15,2-1 342-15,-1 2 389 0</inkml:trace>
  <inkml:trace contextRef="#ctx0" brushRef="#br0" timeOffset="36285.89">4503 8587 447 0,'1'0'978'0,"-2"-1"274"16,-3-1-50-16,3 2-246 0,-2 0-310 0,1 0-220 15,0 0-116-15,2 2-69 0,-3-2-45 0,3 0-62 16,-2 1-66-16,2-1-60 0,0 1-74 16,0 3-65-16,-1-2-130 0,1 5-179 0,-2 2-307 15,1 0-294-15,-2 3-237 0,1 1-107 16,1 2 381-16,-1 0 532 0</inkml:trace>
  <inkml:trace contextRef="#ctx0" brushRef="#br0" timeOffset="36681.94">4556 9426 544 0,'-1'0'1228'0,"-3"0"248"0,1 3-187 16,-3-2-301-16,0 1-423 0,-1-1-221 16,1 1-141-16,0 0-67 0,-2-1-31 0,3 0-35 15,2-1-57-15,0 2-84 0,-2-2-96 0,3 2-173 16,1-2-292-16,-1 2-315 0,2 2-327 0,-2-2-187 16,1 4 167-16,-1 0 635 0</inkml:trace>
  <inkml:trace contextRef="#ctx0" brushRef="#br0" timeOffset="37498.19">3098 10699 305 0,'2'-9'632'0,"-2"5"276"0,0-1 117 15,0 4-249-15,-2 2-201 0,2 0-150 0,-4 5-104 16,2 2-72-16,1 3-61 0,-1 6-59 0,1-1-49 16,-1 6-32-16,2 0-18 0,0 8-11 0,0-2-10 15,0 4-2-15,-2-1-5 0,2 3-3 16,-3 1 1-16,1-2-2 0,-1 0-7 0,0-2-47 15,-3-1-113-15,-2-3-158 0,2-2-298 0,-4-2-268 16,2-3-248-16,-3-4-54 0,-2-4 325 0,-2-2 449 16</inkml:trace>
  <inkml:trace contextRef="#ctx0" brushRef="#br0" timeOffset="37748">2945 11303 60 0,'8'15'518'0,"-3"-1"360"16,1 1 164-16,1 0-37 0,0-1-330 16,-2 4-269-16,0 0-134 0,1-2-65 0,1-1-36 15,0 0-23-15,0-3-43 0,1-1-42 0,0-3-26 16,2-1-18-16,0-2-5 0,1-3-3 0,0-4-2 16,2-2-3-16,-1-4-6 0,1-5 2 0,-2-1 3 15,3-5 3-15,-4-1 0 0,4 0 5 16,-3 0-2-16,-1-1-14 0,-1 3-51 0,-1 2-99 15,-3 2-121-15,-2 1-143 0,0 6-241 0,-1 2-269 16,-2 0-160-16,0 5 87 0,-2 2 297 0,-1 4 328 16</inkml:trace>
  <inkml:trace contextRef="#ctx0" brushRef="#br0" timeOffset="38814.1">2983 12111 202 0,'-8'9'459'0,"-1"2"194"0,-2-3 110 0,-2 1-195 15,-3 2-175-15,-1-1-74 0,-1 1-15 0,-2-1 4 16,-1-1-8-16,-1 0-26 0,0-1-42 0,0-1-57 16,-1-1-49-16,2-1-37 0,0-2-26 15,0 0-16-15,2-2 1 0,2 1 0 0,1-1-8 16,-1-1-9-16,6-1-3 0,0-2-3 0,0 0-15 16,3-3-9-16,1-3-2 0,1 1 0 0,0-4-2 15,4 0-1-15,1-1-1 0,2-2 1 16,1 0 0-16,4-1-3 0,0 0 2 0,1-1-2 15,4 2 3-15,1-2-2 0,3 3 0 0,2 2-1 16,2 2-2-16,3 1 1 0,2 4 0 0,1 3 2 16,0 3 2-16,1 3 2 0,2 5 2 15,1 2-4-15,-1 2 0 0,-1 1 1 0,2 3-2 16,-1-2 2-16,-1 1 1 0,-2-2 4 0,-1-1 1 16,0 0 3-16,-4-3 0 0,1-3 0 0,-2-3 3 15,-2-2 2-15,-1-2 3 0,-2-4-1 16,-3-1 2-16,-1-3 1 0,-1 0 2 0,-4-5-3 15,0 1 7-15,-4-3 7 0,-1 1 6 0,-1 0 4 16,-4 0 0-16,-3 0-3 0,0-1-11 0,-3 4-8 16,-3-3-8-16,0 4-9 0,-4-1-3 0,1 3-1 15,-2-1 1-15,0 5-4 0,0 2-9 16,0 4-31-16,1 5-86 0,1 1-124 0,1 4-158 16,1 3-293-16,2 3-261 0,0-1-177 0,4 1 92 15,2-3 360-15</inkml:trace>
  <inkml:trace contextRef="#ctx0" brushRef="#br0" timeOffset="39689.94">4833 7495 125 0,'5'5'311'16,"0"1"131"-16,1-2 124 0,3 2-161 15,1-1-97-15,1 1-29 0,1-4-17 0,3 1 23 16,0 1-8-16,0-4-32 0,5 0-46 0,-1 0-42 16,0-2-26-16,2-1-48 0,1 0-33 15,-3-1-14-15,1-1-9 0,-4 2 0 0,2-2-7 16,-6 2-55-16,2 1-90 0,-7-1-129 16,1 3-273-16,-5 0-223 0,-3 0-135 0,0 0 65 15,-3 0 252-15</inkml:trace>
  <inkml:trace contextRef="#ctx0" brushRef="#br0" timeOffset="39961.98">4988 7449 78 0,'8'3'265'15,"3"-2"123"-15,-2 2 122 0,1 0-117 16,4-1-104-16,-1 4-35 0,2-4-1 0,-2 1 17 15,2 3 2-15,0-4-23 0,1 1-35 0,1 2-36 16,1-2-40-16,-4 1-39 0,3 1-40 16,-4-1-21-16,0 0-11 0,-1 3-7 0,-2-3 50 15,-2 2 42-15,-1 0 19 0,-2 4 12 16,-1-4 0-16,-3 4-2 0,-1 2-49 0,-3 0-39 16,-2 1-27-16,0 0-52 0,-4 2-94 0,1-2-126 15,-3 1-206-15,0-3-273 0,0 1-212 0,1-2-63 16,-2 0 192-16,2-3 333 0</inkml:trace>
  <inkml:trace contextRef="#ctx0" brushRef="#br0" timeOffset="40733.94">5889 7269 154 0,'5'-2'485'0,"1"1"248"0,-4-1 140 16,-1 4-109-16,2-1-185 0,-3 2-117 0,-3 3-71 15,2 1-39-15,-5 2-37 0,1 2-48 16,-3 3-64-16,-2 2-64 0,-4 2-49 0,0 2-25 15,-5 1-19-15,0 0-16 0,-5 1-14 16,-1-1-8-16,-2-1-2 0,-1-1-10 0,-4-1 0 16,0-3 1-16,1 0 0 0,-1-1-1 0,2-4 2 15,5-2 5-15,4-1 0 0,4-4-6 16,2-3-4-16,6-2 3 0,4 0-4 0,4-3-2 16,4 1 1-16,5-1 1 0,4 1 3 0,6 1-2 15,4 0 4-15,5 1 2 0,3 0 0 16,3 2 7-16,2 0-2 0,3 0 2 0,4 0-2 15,-2-2-4-15,0 0 3 0,0 0-1 0,-1-3 1 16,-3-1-1-16,-3-1 0 0,-3 0 4 16,-3-2-3-16,-2-1 0 0,-5-2 3 0,-3 0 0 15,-2-1 1-15,-5-1 4 0,-4-2 0 16,-1 2-1-16,-5-1-1 0,-3 1 0 0,-2 0 0 16,-4 1-3-16,-4 3-2 0,0-1-3 0,-4 2-1 15,-1 2-5-15,1 2-14 0,-3 3-18 16,-1-1-72-16,-1 6-134 0,0-1-192 0,1 4-290 15,1 2-262-15,1 3-235 0,1-3 40 16,1 1 423-16</inkml:trace>
  <inkml:trace contextRef="#ctx0" brushRef="#br0" timeOffset="55433.95">22132 4390 101 0,'1'0'286'0,"1"2"133"0,-1-2 75 16,1 0-96-16,0 0-90 0,-2 0-39 0,1 0-4 15,-1 0 10-15,0 0 9 0,0 0 10 16,0 0-3-16,0 0-9 0,0 0-18 0,0 0-19 16,2 0-24-16,-2 0-30 0,0 0-37 0,1 0-29 15,-1 1-32-15,0-1-22 0,0 2-24 16,0-2-18-16,0 3 6 0,0 0 1 0,0 1 0 15,0 1 4-15,0 2 1 0,0-1 4 0,0 2-18 16,0 1-10-16,0-1-4 0,0 1-5 16,0 2-8-16,0 0-2 0,-1-1-1 0,-1 2 5 15,2 2 5-15,0-1 8 0,-1 1 12 16,1-1 9-16,0 2 4 0,-2 0-6 0,2 1-4 16,-2-2-3-16,2 3 11 0,0-1 16 0,-1-1 25 15,1 1 17-15,0 2 5 0,-2-2-5 16,2 0-17-16,0 1-15 0,-1-2-24 0,1 2-19 15,0-2-8-15,-2 1-3 0,2-2-2 0,-3 2-5 16,3 0-4-16,0-1-1 0,0 0 2 16,0 1-4-16,0-2 0 0,0 3 0 0,0-2 2 15,0-1 1-15,0 2 4 0,0-1 2 16,0 0 0-16,0 0-1 0,0-2 2 0,0 3-4 16,0-3-3-16,0 1 1 0,0-1-3 0,0 0 2 15,0 0-1-15,0-1 1 0,0 2 0 16,0-2 1-16,0 0-1 0,0 2 0 0,0-3 1 15,3 0-2-15,-3 1 4 0,2-1-2 16,-2-1 1-16,0-1-2 0,1 0 1 0,-1 0 1 16,0-1-2-16,0 0 1 0,0-1 3 0,0 4 1 15,-1-4 1-15,1 2-1 0,0-2-1 0,-2 1 0 16,2 0 1-16,-3 2-1 0,3-3-3 16,-1 1 4-16,-1 1 0 0,0 1-4 0,2-1 0 15,-3 0-1-15,3 2 1 0,-1-3-4 16,1 3 3-16,-4 0 5 0,4-1-2 0,-1 1-2 15,1-1 1-15,-2-1 1 0,2 2 0 0,0-3-7 16,0 3 6-16,-1 0-1 0,1-1 0 16,0-1 1-16,0 2-1 0,0-1 5 0,0-1-5 15,0 0 0-15,0 2 0 0,0-3-1 0,0 0 3 16,0 1-5-16,-2 2 1 0,0-2 5 16,2-1 1-16,-1 3 0 0,-1 0 2 0,1-1 2 15,-3 1-3-15,2-1-2 0,0 1 2 0,0-1-4 16,-1 1-4-16,3-2-2 0,-1 0 3 15,-1 1-2-15,0-2-2 0,2 2 4 16,-1-2 2-16,-1 2 5 0,1-1 0 0,1 0-2 16,-2 0 2-16,0 2 1 0,1-2-2 0,-1 0-5 15,0 1-3-15,2-1 2 0,0 2-4 0,-1-2-1 16,-1 2 0-16,2-3 3 0,0 3 4 16,-1-2 0-16,1 1 5 0,0 1 0 0,-3-1-3 15,3-1-1-15,-2 2-2 0,2-2 1 16,0 1-4-16,-1 1-2 0,1-1 3 0,0-1 1 15,0 2 1-15,-2 0-1 0,2-1 5 0,0 0-2 16,0 2-2-16,0-1 1 0,0-3-2 0,0 3 0 16,-1-1-3-16,1 1 3 0,0 0 2 15,0-1 2-15,0 2-2 0,0-2 1 0,0 1 2 16,0 2 2-16,0-3 0 0,0 0-3 16,0 2 1-16,0 0 1 0,-2 0-1 0,2 0 0 15,0 2-4-15,0-2 2 0,-2 0 0 0,2 0-2 16,0 1 1-16,0-1-2 0,-1 2 2 15,-1-1-1-15,2 1 2 0,0-1 0 0,0 2-1 16,-1-2 3-16,1 1-3 0,0 1 1 16,0-1-1-16,0 0 2 0,-2 0 3 0,0 0-2 15,2 1-2-15,0-2 0 0,0 0 1 0,0 0-3 16,-1 0-3-16,1 1 2 0,0-2 1 16,0 1 1-16,0 1-1 0,0 0 1 0,-2-1 0 15,0 0-1-15,2 1-1 0,0-1 0 16,-1 2 1-16,1-2 1 0,-2 3-3 0,2-3 1 15,0 2 2-15,-1-2 0 0,1 1 0 0,-3 0-2 16,3-1 2-16,-2 1 1 0,2-1 0 0,0 1 2 16,0-3 3-16,0 2-2 0,0-1-2 15,2 0-1-15,-2 0 2 0,3-2-2 0,-3 2-3 16,0-1 0-16,1-1 1 0,-1 1 2 16,0-2-1-16,0 1 3 0,0-1 2 0,0 4 0 15,0-3 1-15,0 0-3 0,0 1-1 0,0-1-3 16,0 0-3-16,0 1 1 0,0 2 2 0,0-1 0 15,0-2-2-15,0 2 5 0,0-1 1 16,0 2 0-16,-1-1-3 0,1-1 3 0,0 2-1 16,0-1-5-16,0 0 2 0,-3 1 0 15,3-1 3-15,-2 1-5 0,2-2 4 0,0 1 3 16,-1 0 0-16,-1-2-2 0,2 2-3 0,0 0 6 16,0 0-3-16,-1-2 1 0,1 2-4 15,0-2 0-15,-2 2 0 0,0 0-1 0,2 1-2 16,0-3-1-16,0 3 2 0,-1-2 3 15,-1-1 0-15,2 2-2 0,0-2 1 0,-1 1 2 16,1 0 0-16,0-1 0 0,-2 2-1 0,2-2 0 16,-2 1 5-16,1 2-6 0,1-3 2 15,-2-1-2-15,0 1 1 0,2-2 0 0,-1 2-4 16,1-2 2-16,-2-1 0 0,1 1 1 0,1 3 1 16,0-4 3-16,-3 0-1 0,1 0 3 15,2 0-1-15,-3-1 0 0,3 1-2 0,-1-1-4 16,1 0 2-16,0-1-3 0,-2 1 0 0,2-1-1 15,-2 1 4-15,2 0 2 0,0-1-2 16,0 1 1-16,0 0 3 0,0-1-2 0,0 1-4 16,-1-2 0-16,1 2 2 0,0 0 0 15,0-1-2-15,-2 0 2 0,2-1 1 0,-2 3-1 16,2-1 1-16,0 0 0 0,-1 0-1 0,-1 1 1 16,2 0 1-16,0-1-1 0,-1-1-1 0,-1 2 2 15,0-1 1-15,2 0 0 0,-1 0-1 16,-1 1 1-16,2-1 1 0,0 0-1 15,0-1 0-15,-1 1-5 0,1-2 1 0,0 0 0 16,0 0-3-16,0 0-2 0,0-1 1 0,-2 2 1 16,2-2 3-16,-3 0 0 0,3 1 4 0,0-1 3 15,-1 1 1-15,1 0-2 0,-2-2 0 16,2 3-2-16,0-1-4 0,0-2-2 0,-1 3-2 16,1-1 2-16,0 2 0 0,-2 0 1 15,2 0 2-15,-2 1 0 0,2 0 4 0,0-1-1 16,0-1-2-16,0 1 3 0,0-2 0 0,-1 2-3 15,1-1-2-15,0-1 0 0,0 0-2 16,0-1-2-16,0 0 0 0,0 2 1 0,0-3-1 16,0 0 3-16,0 2 1 0,0 0 1 15,0 0 0-15,0 0 5 0,-2 1-2 0,2 1-2 16,-2 0 0-16,2 2-1 0,0-2 0 0,-1 1-2 16,-1 1-1-16,2-2 4 0,0 1 2 0,0-1-2 15,0 1 3-15,0 0-3 0,0-1 0 16,0-2-1-16,0 1-2 0,0-1-2 0,0-2-1 15,0 4 3-15,0-4-4 0,0 1 1 16,0 1 3-16,0-1-1 0,0-2 3 0,0 2 0 16,0-1 2-16,0 1-1 0,2 0-1 0,-2-1 0 15,1 0 0-15,-1 2 1 0,0-2 0 16,0 1 2-16,0 1 1 0,0 1 2 0,0 0-1 16,0-1-1-16,0 2-2 0,0 0-1 15,-1-2-2-15,-1 2-1 0,2 1-3 0,0-1 3 16,0 0 0-16,0 0 2 0,0 0 0 0,0-2 0 15,0 0 0-15,0 1 2 0,0-2-1 16,0 0 1-16,0 2-2 0,0-4 0 0,0 2 0 16,0-1-3-16,0-1 1 0,0 2 1 15,0-1 0-15,0-1 1 0,0 3 0 0,0-3 0 16,0 1 0-16,0 1-2 0,0-3 1 0,0 2 1 16,0 0 0-16,0-2 3 0,0 0-1 0,0 3 3 15,0-3-2-15,0 1 0 0,0-1-4 16,0 0-3-16,0 2 1 0,0-2-1 0,0 1 2 15,0 1-2-15,0 1 4 0,0 0 3 16,0 1 0-16,0 1-2 0,0-1 4 0,0 0-3 16,0 1 1-16,-1 0-3 0,1-2 0 0,0 1 0 15,0-1-3-15,0 0 1 0,0-2-2 16,0 1 1-16,0 1 0 0,0-2 0 0,0-1 5 16,0 3-1-16,0-2-1 0,0 0 3 15,0 0-2-15,0-1 0 0,0 3-1 0,0-3-1 16,0 0 1-16,0 0 1 0,0 0-1 0,0 0 3 15,0 0-1-15,0 0 1 0,0 0 4 16,0 0 2-16,0 0 4 0,0 0 2 0,0-3 3 16,-2 2-1-16,0 0-5 0,2-3-3 15,0 2-5-15,-1-2-34 0,-1 3-57 0,1-2-63 16,-4 0-164-16,0 2-285 0,1 1-304 0,-1 0-292 16,-2 2-204-16,3 3 80 0,-6 1 612 0</inkml:trace>
  <inkml:trace contextRef="#ctx0" brushRef="#br0" timeOffset="57903.98">22396 2539 36 0,'3'0'270'15,"-1"-1"150"-15,1 1 132 0,0-2-58 0,-2 1-119 16,2-1-61-16,-3 1-2 0,2 1 40 0,0-2 38 16,-2 1 25-16,1 1-3 0,-1 0-38 0,0-2-54 15,0 1-64-15,0-1-49 0,0 2-33 16,0 0-22-16,0 0-8 0,0 3-2 0,-1-1-7 16,1-1-11-16,-2 4-24 0,0-1-22 0,-2 5-27 15,-2 3-19-15,-1 5-10 0,-1 2-8 16,-3 2-1-16,-1 3 0 0,-1 2 14 0,-3 2 16 15,0-2 2-15,-3 5 5 0,1-2 2 0,-2-1-2 16,2-1-15-16,-3-1-13 0,0-2-10 0,-1 0-5 16,0-3-1-16,1-1-1 0,3-6 10 15,-2 0 5-15,2-4 4 0,0-3 2 0,1-1-2 16,1-2-2-16,0-4-6 0,1-4-6 0,2 2-4 16,0-4-2-16,2-2-1 0,1-1-1 0,1-1-3 15,3 0 1-15,1-3-4 0,2 2 0 16,1 1-8-16,2 1-7 0,3 2-4 0,1 1-4 15,2 1-1-15,3 1-2 0,4 2 9 0,3 2 6 16,-2 2 16-16,5 2 7 0,-1 1 5 0,4-1 1 16,-1 2 1-16,4 0-3 0,-2 0-10 0,4-2-4 15,1 1-1-15,1-2 2 0,3-3 0 16,-2-4 2-16,3-1 3 0,-2-4 1 0,3-1 1 16,-4-5 11-16,-2-1 10 0,-1-2 9 0,-3-1 10 15,-7 3 12-15,0-3 6 0,-5 3-4 0,-6-1-3 16,0 1-9-16,-9 0-10 0,0-2-11 0,-7 3-10 15,-2-2-7-15,-9 2-6 0,-4 0-8 0,-5 0-5 16,-3 2-10-16,-4 3-17 0,-1 5-36 16,1 3-77-16,-1 4-157 0,-2 3-270 0,3 6-299 15,1 3-359-15,2 3-372 0,0 0-12 0,4 4 724 16</inkml:trace>
  <inkml:trace contextRef="#ctx0" brushRef="#br1" timeOffset="73987.96">10049 5646 280 0,'3'0'609'0,"-3"0"243"0,0 0 107 0,2 0-214 15,-2 0-188-15,3-2-133 0,-3 0-74 16,0 1-45-16,0-2-51 0,0-1-57 0,1-1-68 16,-1-1-54-16,2-3-33 0,-1 0-10 0,3-3 3 15,-1-2 16-15,0 0 31 0,2-1 11 16,1-3 2-16,0-3-11 0,1 0-9 0,-1-2 8 15,2-2-1-15,1-1-1 0,-2-1 1 16,1-1 1-16,-2 2-7 0,2-2-23 0,1-1-24 16,-1 2-8-16,-1 4-5 0,-1-2-8 0,0 4-2 15,-1 5-1-15,-2 3-1 0,0 0 5 16,-1 4 5-16,1 1 3 0,-1 4-1 0,-2 0 1 16,2 0-4-16,-1 3-10 0,1 0-9 0,-1 2-1 15,4 2 0-15,-1 1-1 0,1 6 5 16,2-1 1-16,-1 6 1 0,5 0 0 0,-1 4-2 15,-1 2-1-15,3 5-1 0,0-1 3 16,-1 4 2-16,1 1 3 0,-2 0 3 0,2 2 5 16,-2-1 0-16,-2-1-2 0,2-1-1 0,-1-1-5 15,0-1-1-15,-2-3-2 0,2-4-2 16,-3-1-1-16,2 0 0 0,-1-6 3 0,-2 1-2 16,-2-4 0-16,3-2 2 0,-3-2 1 0,0-1 0 15,-1-2-13-15,-2-2-43 0,3-5-53 16,-3 2-56-16,0-5-104 0,0-4-151 0,0-2-187 15,-3-2-260-15,3-1-231 0,-2-3-180 16,1 0 138-16,-1-4 421 0</inkml:trace>
  <inkml:trace contextRef="#ctx0" brushRef="#br1" timeOffset="74395.89">10500 5088 82 0,'6'-2'343'0,"-1"1"174"0,-2 2 124 15,3 2-98-15,0 5-227 0,2 2-113 0,0 4-20 16,0 4 16-16,2 0 24 0,-1 4 8 16,2 2-1-16,-1 2-38 0,-1-1-47 15,1 2-47-15,2-3-33 0,-2 0-15 0,1-2-10 16,0-3-9-16,-1-4-6 0,0-2-5 0,0-4 0 16,1-1 51-16,0-6 56 0,-3 0 33 0,3-5 16 15,-3-4 0-15,1-4-5 0,-1-3-46 16,-1-5-46-16,-1-2-18 0,0-1-10 0,-1-2 1 15,-2-1-1-15,-3 0 8 0,0-1 8 16,-1 0-3-16,-3-2 3 0,-2 3 7 0,-3-1 9 16,-1 1 24-16,1 3 20 0,-4-1 2 0,0 7-9 15,-1 1-15-15,0 3-17 0,-2 6-31 16,0 5-30-16,-2 3-18 0,1 4-7 0,-1 5-6 16,0 4 1-16,4 2-2 0,1 5-3 0,1 0 0 15,4 3 1-15,1 5 1 0,4 1-2 16,3 0 3-16,2-1 3 0,1 2 2 0,2-2-24 15,1-2-45-15,2-1-48 0,3-3-37 0,0-3-70 16,0-5-111-16,2 1-112 0,0-6-102 16,1-3-212-16,0-4-242 0,3-1-120 0,-1-4 128 15,0-3 326-15,0-2 326 0</inkml:trace>
  <inkml:trace contextRef="#ctx0" brushRef="#br1" timeOffset="74782">10926 4986 256 0,'0'-8'486'0,"-1"7"174"15,1 1 89-15,0 7-202 0,0 2-149 0,1 7-84 16,3 3-32-16,0 1-22 0,1 6-22 0,0 3-37 16,4-1-20-16,-1 2-29 0,0 0-23 0,3 1-10 15,0-5-9-15,-1 2-31 0,2-6-35 16,-2-3-18-16,1-2-9 0,1-3-8 0,-2-3-1 15,1-6-1-15,0-5-1 0,0-3 5 0,-1-6 0 16,1-5 4-16,-2-2 1 0,1-5 1 16,-1-3 7-16,-1-2 11 0,0-1 11 0,-1-1 8 15,-1-2 3-15,-2 0 3 0,-2 0-3 16,-2-2-12-16,0-2-13 0,-2-1-7 0,-2 1-5 16,-4 1-2-16,0-2 4 0,-2 5 10 0,-2 4 2 15,1 5-2-15,-4 4-2 0,0 5-4 16,-4 4-4-16,1 8-10 0,0 6-9 0,0 6 2 15,-3 4-2-15,4 6-1 0,1 3-6 16,2 2-2-16,6 2-6 0,0-1-16 0,3 2-35 16,4-3-90-16,1 0-122 0,1-1-159 0,3-2-287 15,2-2-267-15,2-3-195 0,1 1 84 16,2-3 367-16</inkml:trace>
  <inkml:trace contextRef="#ctx0" brushRef="#br1" timeOffset="75379.94">11396 4740 16 0,'-2'-5'364'0,"-2"2"256"0,-1 3 180 15,2 0 70-15,-2 4-290 0,2 4-181 0,2 5-71 16,-1 3-21-16,2 3-9 0,2 5-16 16,1 5-42-16,0 2-53 0,3 4-53 0,0-1-48 15,1 2-29-15,1-1-29 0,2-4-15 16,0-2-6-16,1-4-4 0,2-3 0 0,-2-3 3 15,5-7 1-15,-4-3 0 0,4-6 2 0,0-5 2 16,-2-3-1-16,0-7-1 0,-1-4 2 0,-2-4 1 16,0-3-3-16,-3-1-1 0,1-5 2 15,-5 3 2-15,-3-2 1 0,-1 0 2 16,-3 3 2-16,-6-1-2 0,-1 2-1 0,-1 0-1 16,-4 1-6-16,0 2-7 0,-4 3-4 0,2 4 3 15,-1 0-3-15,-2 3 1 0,4 5 0 0,-3 3 0 16,3 5 4-16,2 4-7 0,0 3-21 15,1 4-74-15,0 4-118 0,4 1-142 16,1 2-265-16,0 4-278 0,3-1-227 0,2 2-4 16,2-2 310-16,-1 3 394 0</inkml:trace>
  <inkml:trace contextRef="#ctx0" brushRef="#br1" timeOffset="76131.96">11750 5061 127 0,'0'0'354'15,"0"0"170"-15,-3-2 144 0,3-1-129 16,0-1-108-16,0-1-54 0,0-1-25 0,0 0-9 16,0-3-11-16,3 0-31 0,-1-3-28 0,-1 0-32 15,2-2-29-15,-1-2-28 0,1 1-28 16,0-4-28-16,2 1-29 0,-1 1-18 0,0-1-12 16,2 2 3-16,-3 1 12 0,2 1 13 15,-1 2 14-15,0 3 9 0,-2 0-4 0,1 3-18 16,0 0-22-16,-1 3-21 0,-2 1-23 0,3 0-20 15,-2 0-13-15,1 2-3 0,-1 2 4 16,3 1 16-16,1 1 12 0,-1 5 7 0,3 2 5 16,0 2 14-16,0 1 6 0,-1 5-12 15,2-1-4-15,-1 3-5 0,0-1-5 0,0 0-12 16,-1-3-10-16,0-1-4 0,2 1-6 0,-3-6-2 16,1-1 0-16,-1-1 1 0,0-3 0 0,0-1 0 15,1-4 4-15,-2-2 2 0,1-4 1 16,0-4 0-16,0-3 0 0,1-3 1 0,0-3-2 15,1-3-2-15,-2 0-3 0,-1 0 1 16,0 0 1-16,-3 2-4 0,2-1 2 0,-3 3 1 16,0 0-1-16,0 3 0 0,-1 3 1 0,-1 1-2 15,2 3 2-15,0 1-2 0,0 4-2 16,0 0 0-16,0 4-4 0,-1 3 1 0,1 5-2 16,0 1 1-16,1 4 2 0,-1 2-1 15,3 2 2-15,-1 4-1 0,2-1 3 0,1 0 0 16,-2 3 0-16,2-3 0 0,2 0-2 0,-1-2-26 15,1-3-67-15,0-1-76 0,1-5-154 0,-2-1-286 16,2-3-321-16,-2-1-324 0,2-6-206 16,-1 0 96-16,-2-3 619 0</inkml:trace>
  <inkml:trace contextRef="#ctx0" brushRef="#br1" timeOffset="77448">12229 4989 110 0,'2'0'333'0,"-2"1"154"0,0-1 124 15,2 0-144-15,-1-1-140 0,-1-2-72 0,0 3-32 16,0-5-11-16,3 1 4 0,-3-4 7 16,2-1 2-16,2-1-5 0,-2-2 4 0,1-4 4 15,2-2-3-15,0-1-14 0,0-2-16 16,1-3-21-16,0-1-25 0,0-2-22 0,2 0-19 16,-3 0-13-16,2 0 2 0,0 2 20 0,-2 0 30 15,1 2 21-15,-1 0 5 0,-1 3 4 0,-1 2-18 16,-2 0-27-16,2 3-31 0,-3 2-23 15,0 1-17-15,0 1-17 0,0 4-9 0,0-1-8 16,0 4-6-16,0-1-10 0,0 3-7 16,0-2-4-16,0 3-4 0,0 0-4 0,0 1-2 15,0 0 1-15,0 1 0 0,2 0 1 0,-1 4 1 16,2 4 1-16,-1 0 0 0,3 1 0 0,-2 5 6 16,2 3 0-16,1 2 1 0,0 1 1 15,1 1 1-15,-1 3 0 0,1 0-3 0,-1-1 1 16,3 2 0-16,-2-4 0 0,-1-1-1 15,2 0 1-15,1-3 0 0,-2-2-1 0,-1-1 0 16,2-3 1-16,0-4 1 0,-4 3-2 0,1-5 2 16,0-2 0-16,0 0 2 0,-2-2 0 15,3-4 1-15,-3 0 2 0,0-3-2 0,2-4-1 16,-2 0-2-16,2-4 1 0,-1-1 0 16,-1-2-2-16,1 1 2 0,1-4-1 0,-2 1-1 15,0-1-1-15,-1 1 0 0,-1 0 0 0,1 1-2 16,0 4 2-16,-2-2 2 0,1 3 2 0,-1 3-2 15,0 0 2-15,0 1-1 0,0 3 1 16,0 1-1-16,0 1-4 0,0 0-1 0,0 1-4 16,0 2-2-16,2 0 0 0,-2 2 1 0,2 1-1 15,-1 2 4-15,2 3 2 0,2 3 2 0,-1 3 0 16,0 0 2-16,1 4 2 0,-1 3 0 16,0 0 0-16,0-1-2 0,2-1 1 0,-1 0 1 15,0 2-1-15,1-6-2 0,1-1 0 16,0-2-1-16,1-1-1 0,-1-6 1 0,1 1-1 15,3-4 1-15,-2-6 0 0,1-3 3 0,2-2 1 16,-1-7-2-16,-1-2 2 0,2-3-1 16,1-4-2-16,-3 0 0 0,2-2 1 0,-2-1 1 15,1 2-1-15,-3-1 1 0,-2 1 1 16,2 1-1-16,-3 1 0 0,1 1 0 0,-3 5 1 0,0 2-1 16,-1 2 1-16,1 3 1 0,-1 5 3 15,-1-3 0-15,1 5-4 0,-2 1 1 0,2 0-4 16,-1 3 0-16,1 3-4 0,-1 3-1 15,1 1-1-15,2 6 1 0,0 0 1 0,-1 2 1 16,0 3 1-16,2 2 1 0,-2 0 2 16,0 0 1-16,2 1-1 0,-2 0 0 0,3 0 0 15,-3 0 0-15,1-1-2 0,0-2 0 0,1 0-8 16,-1-2-46-16,0-1-70 0,2-1-126 0,-1-2-217 16,-2 2-300-16,2-4-344 0,0 2-307 15,-2-2-110-15,0-1 444 0,2 1 654 0</inkml:trace>
  <inkml:trace contextRef="#ctx0" brushRef="#br1" timeOffset="79496">9516 7071 90 0,'0'6'649'0,"3"1"449"0,-1-5 125 16,-2 4-120-16,2-5-386 0,-1 0-317 15,1 2-182-15,-1-3-85 0,1 0-45 0,0 2-24 16,0-2-22-16,0 0-17 0,1 0-12 16,0 0-4-16,-1 0-2 0,1-2-3 0,0 2-4 15,1 0 1-15,-1 0-1 0,-2 0-2 16,1-3 2-16,1 3 0 0,-3 0-9 0,3 3-43 15,-6-1-138-15,3 2-210 0,-5 2-284 0,2-1-274 16,-2 5-249-16,1 0-43 0,-1-2 436 16</inkml:trace>
  <inkml:trace contextRef="#ctx0" brushRef="#br1" timeOffset="79883.03">9913 7086 76 0,'2'2'605'0,"-1"2"428"16,-1-4 146-16,2 1-89 0,-1-1-376 15,1-1-314-15,-2 1-182 0,3-4-86 0,0 2-45 16,-1 0-30-16,4-4-25 0,0 2-18 0,2-1-9 15,0 1-30-15,0-1-112 0,0 2-163 16,0 0-294-16,-3 2-262 0,1 2-254 0,0 2-115 16,-1 1 309-16,-2 2 467 0</inkml:trace>
  <inkml:trace contextRef="#ctx0" brushRef="#br1" timeOffset="80358.98">10771 6976 73 0,'2'-6'609'0,"1"2"438"0,-1 1 146 16,-1 0-93-16,1 0-378 0,-2 1-334 0,0 1-180 16,2 0-86-16,-2 1-46 0,0 0-30 0,0 0-20 15,0 0-12-15,1 0-6 0,-1 2-23 0,0 3-107 16,-1-1-162-16,-1 6-295 0,-3-3-259 15,2 3-262-15,-5 1-134 0,1 3 280 16,-5 0 487-16</inkml:trace>
  <inkml:trace contextRef="#ctx0" brushRef="#br1" timeOffset="80808.3">9676 7711 249 0,'0'2'733'0,"0"-2"326"15,0 0 50-15,0 1-218 0,0-1-356 0,0 2-251 16,0-2-141-16,0 0-67 0,2 0-37 0,-1 0-16 16,2 0-15-16,-1-2-7 0,2 2-2 0,1-1 0 15,-2 1 1-15,2-2-25 0,0 2-84 16,0 2-112-16,0-1-149 0,-1 3-292 0,-1 0-245 16,2 2-147-16,0-1 120 0,0 3 325 15</inkml:trace>
  <inkml:trace contextRef="#ctx0" brushRef="#br1" timeOffset="81046.14">10134 7810 107 0,'2'-3'682'16,"1"2"439"-16,-3-2 108 0,-1 0-117 15,1 2-394-15,-2-3-331 0,2 3-171 0,2 0-84 16,-2-1-45-16,1 0-32 0,-1 1-27 0,3-2-11 16,-1 1-13-16,4 1-12 0,-1-1-38 15,-2 1-114-15,2 0-156 0,-2-1-269 0,2 0-276 16,0 4-268-16,1 0-126 0,-2-2 292 16,4 1 464-16</inkml:trace>
  <inkml:trace contextRef="#ctx0" brushRef="#br1" timeOffset="81240.55">10691 7724 121 0,'14'1'662'0,"-6"2"408"0,0-2 106 16,-2 1-117-16,-1 0-413 0,1-2-318 0,-3 2-165 15,-1-2-77-15,0 1-42 0,-1-1-20 16,-1 0-16-16,2-1-63 0,-2 1-127 0,0-2-172 15,0 2-291-15,0 0-256 0,-2 0-215 0,-3 2 24 16,-1-1 364-16</inkml:trace>
  <inkml:trace contextRef="#ctx0" brushRef="#br1" timeOffset="81581.85">9684 8314 376 0,'9'4'715'16,"-4"-2"214"-16,1 0 29 0,-1 0-302 0,0-1-294 15,1-1-191-15,-1 0-90 0,0 0-42 16,-1 0-19-16,3-1-8 0,-2 1-3 0,2-4 1 16,1 3 0-16,-1 0-63 0,1-3-103 0,2 3-151 15,-2-2-279-15,2 3-209 0,1 0-127 16,-2 0 113-16,1 3 286 0</inkml:trace>
  <inkml:trace contextRef="#ctx0" brushRef="#br1" timeOffset="81767.87">10199 8320 85 0,'11'4'608'15,"-5"-3"403"-15,1 0 141 0,-4 1-99 16,2 1-398-16,-2-3-319 0,0 1-179 0,2 0-81 15,-1 1-42-15,1-2-18 0,0 2-10 16,3-2-4-16,0 0-70 0,0 0-131 0,1-2-196 16,-1 2-279-16,3-2-242 0,0 2-188 0,-1 0 105 15,4 2 380-15</inkml:trace>
  <inkml:trace contextRef="#ctx0" brushRef="#br1" timeOffset="81924.87">10841 8304 212 0,'0'6'809'0,"-3"2"374"16,-2-1 23-16,-6 0-162 0,2 1-459 0,-3-2-328 15,0-2-221-15,1 1-195 0,1-4-193 16,-2-1-306-16,2 0-277 0,1 0-204 0,-1-3 66 16,2 1 370-16</inkml:trace>
  <inkml:trace contextRef="#ctx0" brushRef="#br1" timeOffset="82449.06">9755 8803 357 0,'8'2'684'16,"-2"-1"214"-16,2 0 45 0,0 1-291 0,0-2-294 15,-2 0-183-15,5 0-85 0,-1-2-39 0,-1 1-21 16,5 1-11-16,-1-3-4 0,0 1-5 0,3 1-77 16,-2 1-131-16,3 1-302 0,0 1-221 15,-2 2-155-15,-1 2-35 0,0 2 238 16</inkml:trace>
  <inkml:trace contextRef="#ctx0" brushRef="#br1" timeOffset="82625.86">10280 8953 45 0,'11'3'600'0,"-1"0"474"16,-1 0 170-16,-3 1-114 0,-1-3-365 0,-2 0-355 15,0 0-208-15,-1-1-100 0,2 0-51 0,1 0-28 16,0 0-11-16,1-2-26 0,2-2-68 15,0 0-115-15,3 0-141 0,-1-2-245 0,2 1-277 16,1-1-234-16,3 1-30 0,-2 1 285 16,5 0 388-16</inkml:trace>
  <inkml:trace contextRef="#ctx0" brushRef="#br1" timeOffset="82746.94">10716 8929 48 0,'19'4'245'15,"-5"0"113"-15,-1-1 120 0,1 0-103 16,-2-2-130-16,0 1-84 0,-3-2-45 0,0 0-28 15,0-3-74-15,-3 0-152 0,-1-2-222 0,1-2-101 16,-1-1-13-16,-3-4 74 0,-1-2 132 16</inkml:trace>
  <inkml:trace contextRef="#ctx0" brushRef="#br1" timeOffset="83296.94">11274 7134 313 0,'2'0'843'0,"1"0"330"15,0 0 13-15,-1 0-268 0,0 0-338 16,-2 0-256-16,2 1-146 0,-2 2-70 0,-2 1-45 16,0 3-27-16,0 3-18 0,1 0-25 0,-4 5-98 15,2 0-161-15,-2 1-275 0,0 0-270 16,-1 2-266-16,-2 3-183 0,0-1 217 0,0 1 500 16</inkml:trace>
  <inkml:trace contextRef="#ctx0" brushRef="#br1" timeOffset="83503.11">11224 7847 180 0,'-2'8'996'0,"-2"0"545"0,0-3-70 16,1-1-278-16,-2-1-427 0,0 0-335 0,2-3-206 15,-1 1-95-15,1-1-50 0,1-1-33 16,2-1-25-16,0 0-15 0,0 0-57 0,2-1-62 15,-1 2-95-15,1-1-149 0,2 2-227 16,-1 2-328-16,-3 0-275 0,2 3-198 0,-4 1 114 16,-1 3 510-16</inkml:trace>
  <inkml:trace contextRef="#ctx0" brushRef="#br1" timeOffset="83737.02">11261 8266 338 0,'-3'8'1185'0,"-1"-1"386"0,-1-1-171 16,0 0-292-16,1 0-478 0,-1-1-299 0,1-2-174 16,3 0-80-16,-1 0-43 0,-2-2-22 15,4 1-12-15,3-2-18 0,-2 0-56 0,2 2-55 16,1-2-108-16,-1 0-158 0,-1 2-232 15,-1 2-316-15,2-2-233 0,-1 4-158 0,-2 0 228 16,0 2 485-16</inkml:trace>
  <inkml:trace contextRef="#ctx0" brushRef="#br1" timeOffset="83996.97">11288 9007 538 0,'-6'5'1537'0,"0"-1"206"16,0 1-333-16,-1-1-353 0,-2-1-463 0,4 0-320 15,-3-2-141-15,3-1-66 0,2 0-33 16,0-1-19-16,1-4-23 0,2 0-53 0,0-1-80 15,0-3-165-15,0 2-275 0,3-3-310 0,-3 3-375 16,2 1-313-16,-2 4 29 0,-2-3 722 0</inkml:trace>
  <inkml:trace contextRef="#ctx0" brushRef="#br1" timeOffset="105608.74">21439 8372 156 0,'0'2'289'0,"0"0"107"16,2-2-35-16,0 0-98 0,-2 3-89 0,1-2-66 15,-1-1-42-15,2 2-22 0,-1-2-19 0,-1 0-13 16,2 1-8-16,1-1 2 0,-2 0 2 16,-1 0 17-16,2 0 17 0,-1 0 9 0,1 0 8 15,0 0 23-15,-2 0 14 0,1 0-7 16,1 0-9-16,0 0 8 0,-2 0 25 0,0 0-12 16,1 0-8-16,-1 0-5 0,0 0-9 0,2 0-17 15,-2 0-28-15,1 0-16 0,-1 0-5 16,0 0-4-16,2 0 57 0,0 0 37 0,-2 0 17 15,1 0 11-15,-1 0 2 0,0 0 1 0,0 0-51 16,2 0 1-16,-2 0 1 0,1 0-1 16,-1 0-3-16,0 0-5 0,0 0-3 0,0 2-34 15,0-2-19-15,2 0-9 0,-2 0-5 16,3 0-3-16,-3 0 4 0,0 0-6 0,1 0 2 16,-1 0-2-16,0 0 2 0,2 0-3 0,-2 0 2 15,0 0-1-15,0 0 2 0,0 0 0 16,1 2-1-16,-1-2 79 0,0 0 45 0,2 0 19 15,0 0 8-15,-1 0 0 0,-1 1-1 16,4-1-67-16,-4 0-40 0,0 0-21 0,1 0-14 16,-1 1-1-16,3-1-6 0,-3 0-3 0,2 0-2 15,0 2 3-15,-2-2-1 0,1 0-2 16,1 0 0-16,-1 0 3 0,-1 0 0 0,2 0-3 16,-2 2-1-16,2-2 4 0,-2 0-2 0,0 1 0 15,2-1-1-15,-2 0 4 0,2 0 2 16,0 0-4-16,-2 0 3 0,0 0-3 0,1 0 4 15,-1 0-3-15,3 0-1 0,-3 0-1 0,2 1-1 16,0-1 2-16,-1 0 0 0,-1 0-1 16,2 2-1-16,-1-2 2 0,1 0-2 0,0 0 1 15,-1 2-4-15,1-2 3 0,-1 0 2 0,1 0-3 16,1 0 1-16,2 0 1 0,-4 0-1 0,2 1 2 16,1-1 0-16,-1 0 3 0,2 0-4 15,-4 1 1-15,4-1-2 0,-2 2 2 0,3-2 2 16,-3 0-2-16,1 0 4 0,0 0-2 15,0 0 4-15,1 0-3 0,-2 0 1 0,1 0 1 16,-1 0-3-16,0 0 20 0,1 0 16 0,-3-2 7 16,2 2 3-16,-1-1 4 0,-2 1 5 15,3 0-17-15,-3-1-17 0,2 1-9 0,-2 0-6 16,2 0-4-16,-2 0-5 0,1 0-1 16,-1-2 4-16,2 2-2 0,-2 0-1 0,1 0 1 15,-1 0 3-15,0 0 0 0,2 0-2 0,1 0 0 16,-3 0 2-16,0 0-1 0,0 0-2 15,0 0 1-15,0 0-1 0,0-2 2 0,1 2 2 16,-1 0-2-16,0 0-2 0,2 0-3 16,-1-1 0-16,1 0-1 0,0 1-2 0,-1 0-1 15,1 0 8-15,0 0-1 0,-1-2 3 0,2 2-2 16,-1 0 0-16,0 0 2 0,-1 0-3 0,2 0 0 16,2 0 0-16,-4 0 2 0,1 0 0 15,-1-2 0-15,1 2 1 0,0 0-2 16,1 0-3-16,-1 0 0 0,-1 0 0 0,1 0 2 15,-1 0-3-15,3 0 3 0,-3 0 0 0,1 0 3 16,-1-1 1-16,3 1-1 0,-2 0-2 0,0 0 2 16,0 0 2-16,-1 0-6 0,2 0-1 15,-1 0 1-15,0 0 1 0,-1-1-3 16,2 1-1-16,-1-2 4 0,0 2 0 0,-1 0 0 16,1 0 0-16,-1 0 2 0,1 0 2 0,0 0-4 15,0 0 2-15,0 0-1 0,0-2-1 0,-2 2-1 16,1 0-1-16,1-1 0 0,-1 1 1 15,-1 0 1-15,4 0-1 0,-4 0-3 0,1 0 6 16,1 0-1-16,-1 0-1 0,1 0-4 16,0 0 2-16,-2 0 2 0,0 0-1 0,1-2 3 15,-1 2 1-15,0 0-1 0,2 0-1 0,-2 0-1 16,1 0 0-16,-1 0-1 0,0-1 0 16,2 1 4-16,-2 0 0 0,0-3-1 0,2 3 2 15,-1 0-1-15,2 0-3 0,-1 0-3 16,-1-2 4-16,-1 2 1 0,2 0-2 0,-1-2-1 15,1 2 1-15,0 0 3 0,-2 0-2 0,1 0-1 16,1-3 4-16,-1 3 0 0,-1 0 1 16,2-1-5-16,0 1 1 0,-1-1 0 0,-1 1-4 15,2 0-3-15,0 0 3 0,-2 0 1 16,1 0-1-16,-1-1 1 0,2 1 0 0,-1 0 2 16,-1 0-4-16,0 0 4 0,3-3 0 0,-1 3 0 15,-2 0 2-15,1 0 1 0,-1 0 1 16,2 0-1-16,-1 0-1 0,-1 0-3 0,2-1 1 15,0 1 0-15,-2 0 0 0,1 0 1 16,-1 0-1-16,2-1 4 0,-2 1 1 0,1 0-1 16,-1 0-4-16,2 0-2 0,-2 0 0 0,0 0 1 15,3 0-3-15,-3 0 3 0,0 0 5 16,4 0 1-16,-4 0-3 0,1-2-2 0,-1 2 1 16,2 0-1-16,-1 0 0 0,1 0-1 0,1 0 2 15,-3 0 5-15,1 0-6 0,1 0 3 16,-1-2-1-16,-1 2 0 0,4 0-1 0,-4 0-3 15,0-1 0-15,1 1-2 0,-1 0 3 16,0 0-5-16,2 0 4 0,0-1 2 0,-2 1 3 16,1-2 3-16,-1 2-4 0,0-2 3 0,2 2-5 15,-1 0 3-15,-1-1 1 0,2 0 0 16,0-1-2-16,-1 1-2 0,-1-1 1 0,2 1-2 16,-1-1-1-16,1-1-1 0,-2 0-1 15,3 1 2-15,-2 1 0 0,-1-2 2 0,0 2 0 16,2-2 0-16,-1 2 6 0,-1-1 1 0,0-1-3 15,2 2-1-15,0-1 3 0,-1-1-4 16,-1 0-2-16,2 0-1 0,0 1 3 0,-1 1 2 16,-1-2-4-16,2 1 2 0,-1 0-3 15,1 2 1-15,-2-3-1 0,2 3 0 0,-2-1-2 16,0 0 2-16,1 1 3 0,-1-1-2 0,0 1-1 16,2-3 1-16,-2 3 0 0,1-1 0 0,-1 0-1 15,0-1 2-15,2 0-2 0,1 1 1 16,-2-2 2-16,-1 1-2 0,2 0-1 15,-1-3 2-15,1 2 4 0,-2 0-4 0,2-2-2 16,-1 3 5-16,1-1-2 0,0-1 0 0,-2 0-1 16,1 2 1-16,1-3-3 0,-1 2 1 0,-1-2-1 15,4 1 1-15,-4 0-2 0,1 1 2 16,-1 0 2-16,3-2 0 0,-3 0 3 16,2 2-5-16,0-1 1 0,0 1 2 0,0 0 2 15,0-2-5-15,-1 2 0 0,-1-1 0 0,2 1 1 16,-1-1 0-16,1 0-1 0,0 0 4 0,-2 1-3 15,0 0 0-15,0-2 1 0,1 1-1 16,-1 0 0-16,0 0 0 0,0-1-1 16,0 1 0-16,0-2 0 0,-1 2 0 0,1-1 0 15,0-1 0-15,0 1 0 0,-4 0 3 0,4-1 27 16,-1 2 28-16,-1-3 13 0,1 3 11 0,1-2 6 16,-2 2-2-16,0-2-22 0,0 1-25 15,2 0-16-15,0-1-9 0,-2 2-6 0,2-2-3 16,-2 1-4-16,2-1 1 0,-1 1 2 15,-1 0-1-15,2-1-4 0,0 0 3 0,-1 0-2 16,1-1 0-16,0-1 0 0,0 2-1 0,1-3 1 16,-1 1-1-16,0-1 3 0,2 0 2 15,-1 0-4-15,1 1-1 0,0-2 0 0,-2 1-5 16,2-1 0-16,2 2-1 0,-4 0 2 16,1 0 2-16,1 1 4 0,-1-3-1 0,3 3 2 15,-3-1 0-15,1 1-1 0,-1-1 1 0,-1 2-3 16,4 0 1-16,-4 0-3 0,1 0 2 0,1 1 0 15,-1-1-2-15,1-2 1 0,0 1-1 16,-1-3 2-16,2 3-1 0,-1-2 0 16,-1 1 2-16,2-1 1 0,-3 2 1 0,2-2-1 15,0 0 2-15,-1-2-1 0,-1 3-2 0,2-1-2 16,-1 1 2-16,1 0-1 0,0 0 2 0,-2 1 1 16,1 0 0-16,-1-1 3 0,2 1-2 15,-2 0 0-15,2 2-4 0,-2-1 0 0,0-1 1 16,1 2-2-16,-1-2 2 0,0 3 2 15,0-1 3-15,0-2-2 0,0 1-1 0,2-1-2 16,-1-1 1-16,-1 0-1 0,3 2-5 0,-1-4 3 16,-2 3 6-16,0-1-1 0,1-1 1 15,-1 1 0-15,3-2-1 0,-3 3-2 0,0-1-1 16,2 1 5-16,-2-1-1 0,2 1-8 16,-2-3 3-16,1 4 0 0,-1 1 0 0,0-1-5 15,2 0 1-15,-2 0 2 0,1 0 0 0,-1-2 0 16,2 2 3-16,-2-1 3 0,2 2-3 0,-2 1 0 15,0-2 3-15,0-2-1 0,0 2-4 16,0-1 2-16,0 1 1 0,0-2 2 0,0 1-3 16,0 0 4-16,0 1 2 0,0-1-4 15,0 1 0-15,-2-1 3 0,0-1-3 0,2 2-4 16,0-1 3-16,-1 1-2 0,1 0 4 0,-2 0-5 16,2-2 3-16,0 2-1 0,-1-1 0 15,1 2 0-15,-2-2-5 0,2 0 4 0,-2-1 0 16,2 0 1-16,0 1-2 0,0-1 0 15,0 1 0-15,-1-3 1 0,-1 2-4 0,2 1 0 16,0-1-2-16,0 0 3 0,-1 1 1 0,1 0 3 16,0-1 1-16,0 1 1 0,0-1-2 15,0-1 0-15,0 1 2 0,0 1-1 0,1-3 0 16,-1 3 2-16,0 0 1 0,0-2-1 16,2 0-7-16,-1 2-2 0,-1-2 6 0,2 1-4 15,0 0 2-15,-2-1-3 0,1 0 5 0,2-1-3 16,-1 1-3-16,0 0 6 0,-2-1 0 0,1 1-1 15,3 0-1-15,-3-1-1 0,2 0 2 16,-1 1-4-16,1 0 1 0,-2-2 8 0,2 3 0 16,-1-3-1-16,0 2 4 0,-1-2-5 15,1 1 3-15,0 2-6 0,-2-2 2 0,1 0 3 16,-1 0-8-16,3 1 4 0,-3-3 4 0,0 3-2 16,2 2-1-16,0-2 2 0,-2 0-2 15,1 0 2-15,-1-1-6 0,2 2 3 0,-1-1 0 16,-1 1-1-16,2-1 2 0,1 2-4 15,-3-2 2-15,1 0 5 0,1 2-4 0,-2-2 0 16,1 1-2-16,-1 1 1 0,0 1 1 0,2-1-3 16,0 0 2-16,-2-2-2 0,1 1 2 15,3 0 1-15,-3-2 6 0,-1 3-3 0,2-1-2 16,-1-3 0-16,3 3 0 0,-3-1-4 16,1-2-3-16,-1 2 3 0,4 1 1 0,-4-2 0 15,1 1 3-15,-1-4 2 0,3 2-1 0,-1 1 0 16,-1-1-1-16,-1 2 1 0,1-2-2 0,-1 3 0 15,1-3-2-15,0-1-1 0,-1 2 3 16,1 1 1-16,-2 0 2 0,1 2 18 0,-1-2 12 16,0 1 4-16,0 3 4 0,0 1-1 15,-1-2-2-15,1 2-15 0,0 0-11 0,0 1-5 16,0 0-5-16,0 0-3 0,0 0 0 0,0 0-3 16,0 2 1-16,0-2 0 0,1 0 1 15,-1 0-1-15,2 0-1 0,0-2 1 0,0 1 0 16,-2-3 0-16,4 5-1 0,-3-4 0 15,1 4 1-15,-1-3-1 0,1 3 5 0,0 0-3 16,-2-1 2-16,0 2 0 0,1-1 0 0,-1 0 2 16,0 1-4-16,2 0 1 0,-2-1-1 15,1 2 1-15,-1-2 0 0,0 1-2 0,2 1 1 16,0-1 1-16,-2-1-1 0,0 1 0 16,1 1-1-16,1-2 1 0,-1 1-2 0,1 1 3 15,0-2 0-15,-1 1 2 0,2-1 1 0,-1 2 0 16,-1-1 1-16,2-1-3 0,1 1-2 0,-3-1-3 15,2 2 0-15,-3-1 0 0,4-1-4 16,-4 2 2-16,1 0 1 0,-1 0 1 0,2 0 0 16,-2 2 4-16,2-2 1 0,-2 1 2 15,0 1 0-15,1-1 2 0,-1 2 1 0,0-1-2 16,2 1 3-16,-2 1-1 0,1-1 0 0,-1 2-2 16,0-1 0-16,0 0-3 0,0 0-1 15,3 0 0-15,-3 1 0 0,2-2 1 0,-2 1 3 16,0 0 1-16,0 3-3 0,0-4-1 15,0 3 6-15,0-2-2 0,0 1-2 0,0-1 1 16,0 1 4-16,0-2-4 0,1 1-3 0,-1 0 0 16,0 1-2-16,0 0-1 0,0-1-1 15,0 1 3-15,0-1 1 0,0 0 0 0,0 1 0 16,0 1 5-16,0-1-1 0,0-1 0 16,0 2 3-16,0-1-4 0,0 1-1 0,-1-2-2 15,1 2 0-15,0-1 0 0,-2 2-2 0,2-1 2 16,-3-1 1-16,3 0 0 0,0 4 1 0,-1-3 0 15,-1-1-1-15,2 3 1 0,-1-2 3 16,1 1-3-16,0-1-2 0,-2 0 0 0,2 1 3 16,-2 0-1-16,2-1-1 0,0 1 4 15,0-1-4-15,-1 0-1 0,1 0-1 0,0 2-4 16,0-2 0-16,0-2 0 0,0 3 0 0,0-1 2 16,0 0 1-16,0 1 2 0,0 1 0 15,0 1 0-15,0-3 2 0,0 1-1 0,0 0 0 16,0 2-1-16,0-1-2 0,0-1 0 0,0 2 2 15,0-1-1-15,0 0 0 0,0 0 0 16,0 0 4-16,0 1-3 0,0 0 0 0,0 0-1 16,0-1-1-16,0 0 1 0,0 2 0 0,0-2-1 15,0 2 2-15,0-2-1 0,0 1 1 16,0 0 2-16,0 0-3 0,0 0 1 16,-2-1-2-16,2-1 2 0,-2 1 0 0,2 1-1 15,0-3 1-15,0 1 0 0,0 1 0 0,0-1 0 16,0 1 3-16,-1-1-1 0,-1 1 0 0,2 3 1 15,-1-3 0-15,1 1 3 0,-2 0-5 16,0 2-1-16,1-3 2 0,1 2-2 0,-2-1 1 16,2 2-1-16,-1-3 0 0,1 1 2 15,-2 2-1-15,2-2 2 0,-3-1-2 0,2 2-1 16,1-1-1-16,-2-1 2 0,2 2 1 0,-2-1-2 16,2-2 2-16,0 2-2 0,-1 0 2 0,-1-1-3 15,2 0 0-15,0-1 1 0,-1 4 1 16,1-4 4-16,0 0-2 0,0 1-1 0,0-1-1 15,0 1 2-15,0-1-4 0,0-1 0 16,0 0 2-16,0 0-1 0,0 1-1 0,0-1-3 16,0 0 5-16,0 0-4 0,0-2 2 0,0 2 1 15,0-1 1-15,0 0-1 0,0 0-1 16,0 1 2-16,0-2-2 0,-2 2 0 0,2 0 3 16,0-1 1-16,-2 1-1 0,2-1-3 15,0 2 4-15,0-1-1 0,-1-2-2 0,1 2 1 16,0-1 0-16,0 1-1 0,-2-2 0 0,2 2-1 15,0 0-1-15,0-1 2 0,-1-1-1 16,1 1 2-16,0 1 0 0,0-1-2 0,0 2 3 16,0-1-4-16,0 0 3 0,-2 0-1 15,2 0 0-15,-2-1 0 0,2 2-4 0,0-1 3 16,0 0-1-16,0-1 0 0,0 1 2 0,0 0 0 16,0-1 1-16,0 0 0 0,0-1-4 0,0 1 3 15,0 1-1-15,-1 0 0 0,1-2 3 16,0 0-1-16,0 1-1 0,0-1 2 0,-2 3-3 15,2-3 1-15,0 2-3 0,-1 1 2 16,1-4 0-16,0 4 3 0,0-3-4 0,0 2 1 16,0-1 4-16,0-1-3 0,0 1-1 0,0 1-2 15,0-2 5-15,0 2-1 0,0-1-4 16,0-1 3-16,0 0 1 0,0 1-1 0,0-1-2 16,0 1 1-16,0-1 0 0,0 0 3 15,-2 0-1-15,2-1 0 0,-2 0 2 0,2 2 0 16,0-1-1-16,0 0-4 0,0 0 3 0,0 1-3 15,0 0-2-15,0-1 2 0,0 1-1 0,0 0 1 16,2-1 1-16,0 1 0 0,-2 1-1 16,0-1-1-16,1-1 0 0,-1 0 1 0,0-1-2 15,2 2 2-15,-2-2 1 0,1 1 1 16,-1 0 4-16,0-2 1 0,2 3-3 0,-2-3 0 16,2 1 3-16,-2 1-2 0,0-1-3 0,1 0-2 15,-1 1 2-15,0 1 0 0,0-1-3 16,0 0 3-16,2 1 0 0,-2-1 0 0,0 3 3 15,0-3-1-15,1 2 0 0,-1 0-1 16,0-1 3-16,0 1 0 0,2-1-4 0,0 2 1 16,-2-1-1-16,0 0 0 0,0 0-3 0,0-1-2 15,0-2 2-15,1 2 4 0,-1 0-2 16,0-1 0-16,0 1 1 0,0-2 0 0,2-1 0 16,-1 0-2-16,-1 2 2 0,0-2 0 0,0 3 0 15,0-3 2-15,0 3 2 0,0-2-1 16,0 2 2-16,0 1-1 0,0-2-2 0,0 1 0 15,2 1-3-15,-2-1 1 0,0 2-2 0,0-1-1 16,0 2 2-16,0-2-1 0,0-2 0 16,0 1 1-16,0 0 1 0,0-2 0 0,0 2 3 15,0-2 0-15,0 1 1 0,0-1-2 16,0 0 1-16,0-1 1 0,0 3-4 0,0-3-1 16,0 2 0-16,0-2 1 0,0 2-2 0,0-2-1 15,0 3 3-15,0-1 0 0,0 1 1 16,0 1 0-16,0-2 0 0,0 0-1 0,0 1 0 15,0 0 2-15,0-1-3 0,0 0 0 16,0 0-1-16,0 0 1 0,0 0 1 0,0 0-3 16,0-2 1-16,0 1 2 0,0 1 0 0,0-1 0 15,0-2 1-15,0 2-1 0,0 2 4 16,0-2-1-16,0 1 1 0,0 1-1 0,0 1 2 16,0-2-2-16,-2-1-4 0,2 2 0 0,0 1-1 15,0-2 0-15,0 2 0 0,0 1 0 16,-1-1 1-16,1-2 1 0,-2 2 0 0,2 0 2 15,0 0 0-15,0 0-1 0,0 0 3 0,0-2-3 16,0 2-1-16,0-1-3 0,0-1 1 16,0-1-1-16,0 1-1 0,0 0 3 0,0-2 2 15,0 2 0-15,0-2-1 0,0 1 0 16,0-1 2-16,-1 0 2 0,1 1-4 0,0-2 0 16,0 1 4-16,0-1-3 0,0 1-1 0,0 1-3 15,0-2 2-15,0 1 0 0,0 1-1 16,0 2 1-16,0-3 1 0,0 1-2 0,0 1 1 15,0-1 0-15,0 1 1 0,0 0 0 16,0-1-2-16,0 1 2 0,0 0 0 0,0-2 2 16,0 2 0-16,0 2-2 0,0-1 2 0,0-1-1 15,0 2 0-15,0-1 0 0,0-1-1 0,0-1 0 16,0 0 0-16,0-1-2 0,0-1 0 16,0 2-1-16,0-2 0 0,0 1-1 0,0-1 4 15,0 0 1-15,0 1 0 0,0 0-1 16,0-1 0-16,0-1 3 0,0 2-3 0,0-1-1 15,0 1 2-15,1-1-1 0,-1-1 1 0,0 2-4 16,0 1 5-16,0-2 1 0,0 0-3 16,0 1-1-16,0 1 1 0,0-2 2 0,2 1-5 15,-1 0 2-15,-1-1-2 0,0 0 2 16,2 3 0-16,-2-2 0 0,2 3 1 0,-2-3-3 16,0 2 2-16,1 1 0 0,-1-1-1 0,0 1 0 15,3 0 0-15,-3-1 0 0,2 0 1 0,-1 1 1 16,-1-1-1-16,2-1 0 0,-1 2 1 15,-1-3-1-15,2 2-1 0,0-2 1 16,-2 2 1-16,1-3 0 0,-1 0 0 0,0 3 0 16,2-3 0-16,-1 0 0 0,-1-1-4 0,0 3 2 15,0-3 0-15,2 2 1 0,0-2 0 16,-2 2 0-16,1-2 0 0,-1 3 0 0,2-3 1 16,0 1-1-16,-2-1 0 0,1 2 2 0,1-2 0 15,-2 0 0-15,1 1 2 0,2-1 0 16,-1 2-1-16,-2-2-2 0,1 2-1 0,1-1 1 15,-1 2 0-15,3-1-2 0,-4 0 5 0,1 2 2 16,1-3-1-16,-1 2 1 0,3 0-4 16,-3-1 0-16,1 3-2 0,0-2-3 0,-1 0 3 15,1 0-2-15,-1 0 3 0,2 0 2 0,-1-1 1 16,-1-1-1-16,-1 2-1 0,3-1-1 16,-3-1-1-16,2-1 2 0,0 1-3 0,-2-1 3 15,1 3 1-15,1-3-1 0,-1 1-1 16,-1-1-3-16,2 0 4 0,1 0-2 0,-1 0 2 15,0 0 0-15,-1 0 3 0,2 0 1 0,-3 0-3 16,5 0 1-16,-4 0-3 0,1-1 0 16,-1 1 4-16,3 0-1 0,-3-3 1 0,1 3-2 15,1 0-1-15,-1 0 0 0,-1 0-2 16,3-1 1-16,-3 1 0 0,-1 0 0 0,3 0 0 16,2 0 0-16,-2 0 0 0,0 0 0 0,0 0-1 15,1 0-1-15,-3 0 4 0,4 0-1 16,-2 1 0-16,2-1-1 0,-1 0 2 0,0 3-1 15,0-3-1-15,0 0 0 0,-3 1 0 0,2-1 0 16,1 0 0-16,-1 0 1 0,2 0-1 16,-4 1 0-16,4-1 0 0,-2 0-1 0,0 1 2 15,0-1 0-15,0 0-1 0,1 0 2 0,-3 0 0 16,2 0 1-16,-1 0-3 0,4 0 1 16,-4 0 0-16,1 0-1 0,0 0 2 0,0 0-4 15,0 0 4-15,1 0-2 0,-3 0 2 16,4 0-2-16,-2 0 3 0,2 0 2 0,-4 0-5 15,2 0-1-15,2 0 0 0,-2 0 2 0,1 0-1 16,-1-1-3-16,0 1 5 0,0-1 1 16,3 1 0-16,-1 0-2 0,-2-1-1 0,2 1 2 15,0 0 0-15,-2 0 3 0,5 0-1 0,-4 0 0 16,1 0 1-16,0 0 17 0,2 0 8 16,-3 0 5-16,4 1 2 0,-3-1 2 0,0 0-1 15,1 0-15-15,-1 1-11 0,0-1-6 0,1 1 0 16,-2-1-1-16,3 0-1 0,-2 3 0 15,-1-3 2-15,1 2 0 0,1-2-3 0,-3 0 1 16,2 0 1-16,0 0 6 0,-2 2 6 0,2-2 2 16,-2 0 3-16,3 0 2 0,-1 0-2 15,-2 3-5-15,4-3-6 0,-4 0-2 0,2 0-2 16,1 0 7-16,0 0 3 0,1 0 2 16,-3 0-1-16,3 0 1 0,0 0-1 0,0 0-5 15,1 0-5-15,0 0-1 0,2 0 0 16,-1-3-2-16,-1 3 0 0,2 0-1 0,-2-2 0 15,0 2 0-15,0 0-1 0,2-2 0 0,-6-1-1 16,1 3 0-16,2 0 0 0,-4-1-1 16,0 1 0-16,0 0-1 0,2 0 1 0,-4 0-1 15,2 0 1-15,-1 0-1 0,0 0 0 0,-1 0 0 16,-1 0 1-16,2-1 0 0,-1 1-1 16,1 0 0-16,0-1 0 0,-2 1-1 0,1-3-1 15,-1 3-3-15,0-1-17 0,0 1-60 0,0-1-80 16,-1-1-171-16,-3 0-279 0,1 1-322 15,-2 1-375-15,-1 1-278 0,-3 1 75 16,-2 1 740-16</inkml:trace>
  <inkml:trace contextRef="#ctx0" brushRef="#br1" timeOffset="107007.9">23451 5170 372 0,'-8'9'737'0,"0"-3"325"16,1-1 98-16,1-3-324 0,1 0-247 0,1-2-139 16,2-2-77-16,0 1-60 0,2-5-54 15,2-1-34-15,0-5-27 0,2-1-36 0,2-6-42 16,1 0-31-16,-1-5-24 0,4-2-13 16,1-4-9-16,-2-2-1 0,4-4-9 0,-1 3-8 15,0-5-5-15,0 3-6 0,-1 1-3 0,-1 4 1 16,-2 3 4-16,-1 3 9 0,-2 6 7 0,2 3 5 15,-6 3-1-15,3 3-6 0,-3 3-7 16,1 4-8-16,-2 4-7 0,1 7-4 0,-1 3-1 16,2 4-1-16,1 7 1 0,-2 3 0 15,4 2 1-15,-2 1-1 0,2 5-1 0,2 1 0 16,-1 1-1-16,1-3-1 0,0 4-2 0,-1-3 0 16,1-2 0-16,2-1 1 0,-1-4-1 15,-2-1-2-15,4-5 1 0,-1-2 0 0,-1-2 0 16,0-2-2-16,0-5-11 0,1-1-25 15,1-4-69-15,-2-4-70 0,1-4-136 0,2-4-195 16,-2-4-307-16,1-4-327 0,0-2-224 0,1-2-86 16,0-3 432-16,-1-1 559 0</inkml:trace>
  <inkml:trace contextRef="#ctx0" brushRef="#br1" timeOffset="107337.83">23869 4863 220 0,'2'-8'573'0,"-4"6"270"0,2 2 181 0,-3 4-137 16,3 5-226-16,-1 3-172 0,1 6-99 15,1 1-55-15,-1 4-76 0,3 0-79 0,1 2-54 16,0-1-41-16,1 0-27 0,3-2-25 16,-2-2-14-16,4-4-6 0,1-1-4 0,-2-3 16 15,3-3 28-15,1-3 19 0,0-4 9 0,3-4 2 16,-2-5 3-16,3-4-14 0,0-2-26 0,1-5-20 16,-3-6 8-16,2 1 3 0,-2-2 6 15,-2-2 9-15,-1 0 10 0,-4 2 6 0,-2 0-10 16,-3-2-7-16,-5 2-10 0,-2 2-9 0,-2-2-12 15,-4 1-4-15,-1 3-6 0,-5 1-1 16,2 5-3-16,-4 2-3 0,2 4-1 0,-2 6-2 16,0 4 0-16,-1 7-3 0,0 4 0 0,2 4 2 15,-1 7 1-15,1 2-2 0,6 5 0 16,1 4 0-16,1-2 0 0,4 5-4 0,2-2-23 16,3 0-53-16,2-2-61 0,3-2-100 15,1-2-159-15,3-4-264 0,3-6-305 0,1-3-256 16,5-7-179-16,1-4 176 0,1-7 544 0</inkml:trace>
  <inkml:trace contextRef="#ctx0" brushRef="#br1" timeOffset="107669.84">24390 4740 182 0,'9'-15'625'16,"-2"3"338"-16,-5 4 111 0,-2 6-178 0,0 2-269 15,-2 6-218-15,-2 3-143 0,1 8-66 16,2 1-36-16,-1 7-36 0,0 1-37 15,2 4-30-15,2 0-22 0,0 2-17 0,2-4-8 16,4 2-7-16,0-5-6 0,2-1-2 0,4-7 1 16,-2-3 1-16,6-6-1 0,-2-2 3 0,2-6-1 15,-1-4 1-15,1-4-3 0,-2-5 0 16,2-3 1-16,-6-5-3 0,2-2 8 0,-2-1 2 16,-4-4 27-16,-1 2 53 0,0 1 50 15,-6-1 29-15,-2-2 6 0,-4 2-4 0,-2-1-25 16,-5-1-45-16,1 1-39 0,-6 0-26 0,0 1-16 15,-1 4-8-15,-3 2-6 0,2 8-4 16,-3 3-7-16,0 8-1 0,0 4 0 0,1 5-3 16,-1 7-20-16,4 1-54 0,3 4-48 0,0 4-90 15,3 2-140-15,2 1-188 0,4 4-297 16,1-2-225-16,2 4-198 0,0-1 79 0,6-1 415 16</inkml:trace>
  <inkml:trace contextRef="#ctx0" brushRef="#br1" timeOffset="108265.84">24824 4579 287 0,'2'2'565'0,"0"1"209"0,-2-1 90 16,0 3-222-16,0 1-171 0,-2 6-86 16,0-1-38-16,1 4-21 0,-1 3-28 0,1 2-59 15,1 2-62-15,1 0-63 0,1 2-46 0,1-1-31 16,2 1-17-16,1-5-10 0,3 1-6 0,1-5-4 15,1-2 1-15,2-4-3 0,1-3-2 16,2-6 5-16,0-4 5 0,3-7 3 0,-1-4-1 16,0-3 6-16,1-6 9 0,-3 0 11 15,-1-3 20-15,-3 0 54 0,-3 2 44 0,-1-3 16 16,-5 4 0-16,-5 1-12 0,-2-1-25 0,-7 3-43 16,0 0-35-16,-7 3-19 0,2-1-16 15,-2 6-5-15,-3 2-10 0,0 6-8 0,1 2-1 16,1 3-8-16,-2 6-2 0,4 3-9 15,1 4-37-15,2 3-37 0,3 3-41 0,1 3-64 16,3 0-113-16,0 4-138 0,6 1-150 0,1 0-253 16,1 2-237-16,6-1-88 0,-1 2 202 0,3-4 391 15</inkml:trace>
  <inkml:trace contextRef="#ctx0" brushRef="#br1" timeOffset="108825.89">25313 4746 54 0,'2'-2'502'0,"-2"2"402"0,1 0 233 16,-1-2-38-16,0 2-342 0,0-1-275 0,2-2-173 16,-2-1-103-16,1-2-71 0,3 0-44 15,-1-3-28-15,3 0-13 0,2-3-7 0,-2-2-5 16,2-1-2-16,4 0 12 0,-2-1 32 16,1-1 35-16,2 3 22 0,-5-2 12 0,-2 4 8 15,2 2-13-15,-2 1-29 0,-3 3-35 0,1 1-27 16,-3 2-16-16,2 2-15 0,-3 2-13 15,0 4-5-15,2 3-3 0,-2 2 0 0,-2 5 0 16,2-1 0-16,0 5 1 0,0 2 2 16,-1 0-3-16,-1 2 2 0,2-2-1 0,2-1-1 15,-1 1-1-15,1-2 0 0,1-3 0 0,-1-1-2 16,1-3 2-16,0-3 0 0,3-2 2 16,1-2 3-16,-1-5-1 0,1-4 1 0,3-3-3 15,0-3 1-15,1-5-5 0,3-2 0 16,-3-3-1-16,3 3 1 0,-1-3 4 0,-2 2 0 15,-1 1 1-15,-1 1 1 0,-2 4-3 0,-3 0 1 16,1 4-3-16,0 0-3 0,-2 3-1 0,-2 4 1 16,-1 1 2-16,0 4-1 0,0 2 2 15,0 4 0-15,-1 1 1 0,-1 3 0 0,1 0-11 16,1 2-41-16,-2-1-58 0,2-2-57 16,0 2-102-16,2-1-158 0,-2-1-216 0,1-2-264 15,1-2-225-15,-1 1-165 0,3-2 160 0,0-2 457 16</inkml:trace>
  <inkml:trace contextRef="#ctx0" brushRef="#br1" timeOffset="109505.83">25753 4720 13 0,'1'-3'332'0,"2"-1"262"0,1 0 267 0,-2-2 105 15,2 0-180-15,-1-5-177 0,-2 3-124 16,4-4-82-16,0 0-62 0,1-1-48 0,2 0-40 16,2-4-16-16,-2 3-29 0,0-1-24 0,2 0-36 15,-2 1-34-15,2-3-32 0,-1 4-31 0,-1 1-13 16,-1 2-9-16,-1 1-6 0,-1 2-7 15,-1 1-9-15,1 1-5 0,-2 1 0 0,1 2-3 16,-3 1 1-16,1 2-4 0,1 1 5 0,-1 2 3 16,-1 4 0-16,1-1-1 0,-1 4 3 15,-1 0 0-15,2 4-1 0,-2-1-3 0,0 1 2 16,0 3-1-16,0-1-2 0,3 0 1 0,-3 0-3 16,0-2 1-16,1 0 0 0,2-2 0 15,-3-2-1-15,4 0-2 0,1-3 2 0,-2-4 1 16,2-1 5-16,3-3-4 0,-1-1 4 15,1-3 1-15,0-3 1 0,5-1-3 0,-4-3-3 16,4 1-1-16,-1-2 1 0,1-1-1 0,0 3 2 16,-1-3-1-16,0 5 2 0,-2-3 0 15,-1 3-1-15,-1 2-1 0,1 2-2 0,-5-1 0 16,3 2-3-16,-2 0 0 0,0 2 1 16,-1 1-2-16,2 1 1 0,-1 2 1 0,-2 0 2 15,2 2 0-15,0 1 3 0,0 1 2 0,0 0 1 16,1 2-4-16,-2-2 2 0,1 1 0 0,2-1-4 15,1-1-1-15,1-2 2 0,2-1 4 16,3-2 1-16,0-2 0 0,4-3 1 0,1-4-2 16,3-2 1-16,1-3-1 0,2-3-2 15,-2 1 2-15,2 0-2 0,1 1 0 0,-3 1-2 16,-2 1-3-16,-2 3-1 0,-5 3 0 0,2 2 0 16,-5 2 1-16,0 2 0 0,-5 5 6 0,1 0 1 15,-2 5 0-15,-2 1 1 0,-2 4-1 16,-1 1 1-16,0 2-3 0,0-1 1 0,0 2-14 15,0-1-61-15,2 0-69 0,-2-2-141 16,0 1-234-16,2-2-311 0,2-2-343 0,-1 2-249 16,0-3-56-16,2 0 534 0</inkml:trace>
  <inkml:trace contextRef="#ctx0" brushRef="#br2" timeOffset="136845.96">7971 12131 198 0,'5'-5'834'0,"0"1"448"16,-2 3 91-16,0 0-121 0,-1-1-427 0,0 0-298 16,0 2-146-16,0 0-86 0,0 0-77 0,-1 0-70 15,-1 0-50-15,2 0-34 0,-1 0-26 16,-1 0-15-16,0 0-10 0,0 0-6 0,0 0-4 16,0 0-4-16,0 2-5 0,-3 1-23 15,2 0-59-15,-3 4-79 0,0-1-158 0,-1 4-281 16,2 1-320-16,-2 2-371 0,0 2-280 0,0 0 48 15,-2 3 695-15</inkml:trace>
  <inkml:trace contextRef="#ctx0" brushRef="#br2" timeOffset="137021.98">8055 12480 407 0,'6'10'1101'0,"-2"-1"345"0,-3 0-55 15,-1-1-238-15,0-2-502 0,0 0-250 16,-3 0-139-16,1-1-80 0,-1-1-69 0,0-1-49 15,3-1-33-15,-3 2-19 0,3-3-14 16,-1 2-47-16,1 0-72 0,0 2-111 0,-2-1-165 16,2 2-288-16,0 2-332 0,-1 1-303 0,-1 0-155 15,0 0 276-15,-1 1 591 0</inkml:trace>
  <inkml:trace contextRef="#ctx0" brushRef="#br2" timeOffset="137178.85">8079 12840 373 0,'3'7'696'16,"0"-1"214"-16,-1-1 72 16,-2-1-277-16,1-1-273 0,-1 0-169 0,0-1-91 0,0 0-47 15,-1 0-68-15,1-2-104 0,-2 2-127 16,2 0-142-16,0 1-279 0,2-1-235 0,-1 1-141 16,-1 0 82-16,3-1 284 0</inkml:trace>
  <inkml:trace contextRef="#ctx0" brushRef="#br2" timeOffset="137351.81">8281 12883 194 0,'8'-1'462'16,"0"1"196"-16,-2-1 107 0,-3 1-212 0,2 0-226 16,-3-3-158-16,1 3-76 0,2-1-45 15,-2-2-18-15,2 1-11 0,1-2-31 0,0 1-66 16,-1-1-103-16,2-1-257 0,-3 2-179 0,4 0-88 15,-2 0 66-15,-1 0 188 0</inkml:trace>
  <inkml:trace contextRef="#ctx0" brushRef="#br2" timeOffset="137516.85">8550 12837 67 0,'6'2'275'0,"-4"-2"129"16,3 0 104-16,-2-4-130 0,0 2-155 15,-1-3-103-15,1-1-56 0,1-2-28 0,0-3-26 16,-1-1-36-16,-2-1-54 0,3-1-97 0,-3-2-125 16,2 1-115-16,-3-2-10 0,2 1 70 15,-2 0 115-15</inkml:trace>
  <inkml:trace contextRef="#ctx0" brushRef="#br2" timeOffset="137687.91">8594 12434 23 0,'2'-8'284'0,"0"0"192"0,-1 1 201 16,-1-1 42-16,0 2-80 0,0 0-85 16,0 0-79-16,0 0-71 0,0 0-78 0,0-1-86 15,0-1-88-15,0-1-69 0,0-3-45 0,-1 0-75 16,-1-1-120-16,0-2-145 0,1 0-270 16,-2-1-252-16,-1-2-209 0,-2 3 4 0,0-4 293 15,0-2 357-15</inkml:trace>
  <inkml:trace contextRef="#ctx0" brushRef="#br2" timeOffset="137848.91">8512 12047 455 0,'-3'0'949'15,"-2"2"280"-15,1-2-22 0,0 0-267 0,-1-2-309 16,2 2-213-16,-3 0-123 0,3-1-72 16,0 0-53-16,1 1-64 0,-1 0-66 0,0-2-76 15,1 2-67-15,-1-2-126 0,-2 2-173 0,-1-1-304 16,2 1-297-16,-3 0-240 0,1 0-128 15,-2 1 345-15,-3-1 531 0</inkml:trace>
  <inkml:trace contextRef="#ctx0" brushRef="#br2" timeOffset="138055.91">8196 12102 368 0,'5'-2'674'0,"-2"0"209"0,3 0 100 15,-1 0-252-15,-2-1-253 0,3 2-161 0,-1-2-81 16,0 1-39-16,4 0-63 0,-2 0-60 16,1-1-32-16,1 0-17 0,0 0-8 0,3 1-5 15,-1 1 0-15,0 1-33 0,-2 1-84 16,-1 2-133-16,0 2-211 0,-2 2-275 0,-1 2-243 16,-3 2-117-16,-2 0 174 0,-2 4 375 0</inkml:trace>
  <inkml:trace contextRef="#ctx0" brushRef="#br2" timeOffset="138220.79">8283 12409 356 0,'0'7'690'0,"-2"-1"229"16,-1 0 38-16,1-1-248 0,-1-2-309 0,3 0-177 16,-3-1-89-16,3-2-48 0,0 0-35 0,0 0-92 15,0 0-105-15,0-2-121 0,0 2-208 16,0 0-252-16,2 0-171 0,-1 2 23 0,-1 2 216 15,2 3 281-15</inkml:trace>
  <inkml:trace contextRef="#ctx0" brushRef="#br2" timeOffset="138371.79">8324 12639 249 0,'2'8'447'0,"-2"1"157"0,1-4 47 0,-1 0-234 16,0-1-195-16,2 1-112 0,-2-2-61 0,4-3-60 15,-2-1-80-15,1-3-161 0,0 0-216 0,2-1-106 16,-2-6 1-16,1 1 112 0,0-3 171 16</inkml:trace>
  <inkml:trace contextRef="#ctx0" brushRef="#br2" timeOffset="138550.99">8375 12375 16 0,'-2'-5'258'0,"2"1"153"0,-2 2 141 0,2 2-28 16,0-2-134-16,-1-1-128 0,1 3-85 0,0-1-50 16,0 1-35-16,0 0-38 0,0-1-32 0,1 0-33 15,1-2-50-15,0 1-73 0,-1-2-117 16,2-2-226-16,-1 2-108 0,1-3 10 0,-1-2 118 16,1 0 168-16</inkml:trace>
  <inkml:trace contextRef="#ctx0" brushRef="#br2" timeOffset="138709.75">8444 12323 212 0,'-1'13'491'0,"-3"-3"199"16,0 1 102-16,0-2-213 0,-2 3-256 0,2-3-162 16,2 0-87-16,-1-3-76 0,3 0-91 15,1-2-162-15,1-1-258 0,1-2-148 0,0 3-48 16,0-4 113-16,2-2 205 0</inkml:trace>
  <inkml:trace contextRef="#ctx0" brushRef="#br2" timeOffset="140183.98">8857 11545 286 0,'3'2'600'0,"-2"-1"226"0,1-1 118 15,1 2-174-15,-3-2-197 0,0-2-131 0,0 1-72 16,0-3-35-16,0-2-40 0,0-3-49 0,2 1-32 16,-2-6-9-16,3-1-12 0,-3-3-17 15,3-2-20-15,-1-3-24 0,0-4-31 0,1-2-34 16,-2-1-13-16,4-2-7 0,-4 2-4 15,2 1-4-15,-1 0-1 0,-2 3 7 0,2 4 0 16,-1 3 3-16,-1 4 4 0,0 1-1 0,0 2-2 16,0 5-10-16,0 1-7 0,0 1-10 0,0 1-8 15,0 3-8-15,0-1-6 0,0 2-4 16,0 0 0-16,2 4-2 0,1 2 0 16,0 5 2-16,1 2 1 0,2 4 0 0,0 0 2 15,2 5 0-15,-2 0 1 0,2 1 1 0,0 2 0 16,0 0 0-16,0 0 0 0,-2 0 0 0,4-1-1 15,-4 0 0-15,2-1-1 0,-2-2 1 16,2-2 0-16,0 1-1 0,-2-4 1 0,1 0-2 16,2-4-1-16,-3 1-10 0,1-3-17 15,-1-1-42-15,1-3-69 0,-1 0-72 0,-3-3-122 16,2-3-165-16,-2-1-251 0,0-3-274 0,2-5-212 16,0-1-120-16,-2 0 267 0,1-6 492 0</inkml:trace>
  <inkml:trace contextRef="#ctx0" brushRef="#br2" timeOffset="140538.03">9153 11181 347 0,'3'-5'685'0,"-2"2"224"15,1 2 45-15,2 2-261 0,0 4-225 16,0 1-134-16,1 4-59 0,0 3-33 16,3 2-20-16,1 4-37 0,2 0-53 0,-1 1-56 15,2-1-36-15,0 2-23 0,2-2-10 0,-2-3-6 16,1-2-1-16,1-1 0 0,-1-4 0 0,-1-5 7 15,1-2 13-15,-1-4 5 0,0-2 4 16,-4-5 6-16,2-5-1 0,-3-1 2 0,0-4 0 16,-3-3 20-16,0 0 46 0,-3 0 50 15,1-1 31-15,-4 0 6 0,-3 2-9 0,-1 4-24 16,-2-3-43-16,-6 3-42 0,1 1-30 0,-4 0-15 16,1 2-9-16,-3 4-7 0,-3 0 0 15,4 3-3-15,-2 2-4 0,1 5-5 0,3 5-2 16,1 3 0-16,0 4-7 0,4 3 2 15,0 4-2-15,3 4 0 0,3 2 1 0,4 2 1 16,1 2 2-16,1-1-10 0,4 1-42 0,0-4-56 16,3 1-62-16,4-5-115 0,1-4-163 15,4-2-219-15,-2-5-261 0,4-4-222 0,0-5-127 16,1-3 223-16,2-6 444 0</inkml:trace>
  <inkml:trace contextRef="#ctx0" brushRef="#br2" timeOffset="140863.79">9579 10980 256 0,'2'-4'506'0,"-2"6"188"15,-2 1 130-15,2 6-191 0,-1 4-161 0,1 4-107 16,1 4-64-16,1 5-36 0,3 2-48 16,1 3-28-16,3 5-42 0,1 0-30 0,1 0-16 15,3 1-8-15,-1-7-15 0,4 0-38 0,-1-6-24 16,3-7-7-16,0-5 0 0,0-5 2 15,-2-9 0-15,1-4 4 0,-1-6 3 0,-1-6 3 16,-3-4-3-16,-2-6 0 0,-3-2 0 0,-1-2 2 16,-5-2 13-16,-2 0 16 0,-5 1 33 0,-2 2 27 15,-3-2 11-15,-3 7 2 0,-6-2-12 16,1 2-15-16,-2 2-32 0,-2 2-25 0,0 4-14 16,3 4-10-16,-3 5-13 0,2 7-12 15,0 9-2-15,2 5-6 0,2 7-27 0,0 7-24 16,6 4-34-16,1 3-91 0,3 2-132 0,3 2-161 15,4 1-275-15,1 0-256 0,4 1-179 16,0 0 120-16,4 0 380 0</inkml:trace>
  <inkml:trace contextRef="#ctx0" brushRef="#br2" timeOffset="141749.85">9997 11271 111 0,'1'2'361'0,"2"0"178"15,-1-1 140-15,-2 1-110 0,3 0-115 0,-3-2-62 16,2-2-16-16,-1 0 17 0,1 1 11 16,0-3-24-16,-1-1-50 0,1-2-60 0,0-2-55 15,1-4-49-15,0-2-43 0,1-1-25 0,-1-1-10 16,2-3 6-16,-2-2 16 0,2 0 4 0,0 0-5 16,-2 1-13-16,3 1-11 0,-3 1-9 15,1 2-12-15,-3 3-5 0,1 1-2 16,1 4 6-16,-3 3-3 0,3 0-14 0,-3 2-14 15,2 1-8-15,-2 3-8 0,2 0-9 0,-1 4-3 16,2 3-4-16,3 4 1 0,-3 4 1 0,4 1-2 16,-1 3 0-16,1 2 1 0,2 2-2 15,-1-1 1-15,0 0-3 0,0 0 1 0,3-2-2 16,-3-2-1-16,0-2 1 0,1-4-1 16,-1 0 0-16,0-4 0 0,0-2 3 0,0-3 4 15,-2-3 2-15,2-4 1 0,-1-3 4 0,-1-6 0 16,3-2 0-16,-1-4-1 0,0-3-2 15,0-2-1-15,-2-1-2 0,-1 1 2 0,0 0 0 16,-2 1-3-16,0 3 2 0,-1 0 0 16,-1 2 0-16,-1 4 1 0,0 2-1 0,0 1 2 15,0 3 0-15,0 4-2 0,0 0-2 0,0 1-3 16,0 6-3-16,0 3-3 0,2 1-2 0,-2 7 2 16,4 0 1-16,-2 7 1 0,1 0 1 15,0 5 1-15,2 1 3 0,0 1 0 0,1 1-2 16,2-2-12-16,0-2-51 0,0-1-57 15,0-4-90-15,-2-1-152 0,2-2-242 0,0-6-308 16,0 0-258-16,0-5-195 0,-2-3 103 0,2-2 514 16</inkml:trace>
  <inkml:trace contextRef="#ctx0" brushRef="#br2" timeOffset="142533.87">10511 11170 49 0,'0'3'546'16,"0"2"442"-16,0-2 210 0,-2 0-56 16,2-2-364-16,-1-1-287 0,-1 0-182 0,2-1-91 15,0-2-62-15,0-3-43 0,3-1-16 16,-1-5-2-16,1-4 12 0,3-3 5 0,-1-1 2 16,1-5 1-16,-1 0-6 0,3-2-20 0,1-1-21 15,-2 0-10-15,1 1-7 0,-2 0-7 0,3 3-8 16,-1 0-8-16,-3 2-9 0,2 4-6 15,-3 2-1-15,2 3 0 0,-3 0-3 0,-1 5-1 16,1 1 1-16,-1 2-5 0,1 2-2 16,-3 1-4-16,3 0 1 0,-1 4 3 0,0 3 4 15,1 5 7-15,0 0 6 0,3 7 10 0,-3 1 2 16,2 5-1-16,0 3-1 0,-2 2-5 16,3 0-5-16,0 1-8 0,-1 0-4 0,0 1-1 15,1-3-3-15,2-2-1 0,-2-2-1 16,2-6 0-16,-1-2-1 0,-1-3-1 0,2-3 0 15,1-5 2-15,-1-2 2 0,-1-5 2 0,2-6-1 16,-1-6 3-16,0-3-1 0,0-7 0 16,3-1-2-16,-3-4-2 0,0 2 0 0,3 0 0 15,-5 1-1-15,2 2 0 0,-3 6 0 16,0 1 0-16,-2 5 0 0,1 0-1 0,-1 6-1 16,-1-1-1-16,1 4 0 0,-1 4 0 0,1 1 1 15,2 4 3-15,0 3 1 0,0 5 1 0,1 2 1 16,0 4 0-16,0 1-2 0,-1 2 1 15,3 2-1-15,0 0-1 0,0 1-1 0,0-5 0 16,1 0 0-16,-1-4-3 0,2-2 0 16,-1-3 1-16,4-7 1 0,-2-8 1 0,3-5 1 15,-1-5 1-15,2-10 0 0,1-7-3 0,3-3 0 16,-1-7 0-16,2 1-2 0,-1-3 2 0,0 2 0 16,-2 5 1-16,0 2-1 0,-2 6 1 15,-2 3-1-15,-1 4-2 0,-2 6-2 16,-2 1 1-16,0 8 0 0,1-1 2 0,-2 7 0 15,-1 7 1-15,-1 3 1 0,0 3 0 0,-1 7 0 16,2 5-1-16,-2 1-9 0,0 4-38 0,1 2-78 16,0 0-130-16,1 2-237 0,0 0-302 15,1-3-361-15,3 1-362 0,-3-4-95 0,1 0 519 16,-2-5 705-16</inkml:trace>
  <inkml:trace contextRef="#ctx0" brushRef="#br2" timeOffset="163129.76">21202 8337 173 0,'0'-2'271'0,"-1"2"58"15,1-2-22-15,-2 2-55 0,2-1-45 16,0 0-25-16,0 1-7 0,0 0 8 0,0-2 18 15,0 2 17-15,0-1 20 0,0 1 22 0,0 0 25 16,0-2 22-16,0 2 3 0,0 0 0 16,0 0-9-16,0 0-22 0,0 0-36 0,0 0-39 15,0 0-42-15,0 0-34 0,0 0-36 0,0 0-27 16,0 0-15-16,0 0-7 0,0 0-8 16,0 0-8-16,0 0 0 0,0 0-4 0,2 0-6 15,-2 0-7-15,0 0-2 0,1 0-2 16,-1 2-5-16,0-2-2 0,0 0-1 0,3 0-3 15,-1 0 0-15,-2 0 1 0,0 0 0 0,0 0 1 16,1 1 0-16,-1-1 2 0,3 0 1 16,-1 2 0-16,0-2 0 0,-1 0-3 0,2 0-1 15,-1 0 4-15,1 0 0 0,1 0 0 16,-3 0-2-16,2 0 4 0,2 0 0 0,-1 0-5 16,0 0 4-16,-1 0-4 0,0 1 3 0,2-1 2 15,-2 0-1-15,2 0 3 0,1 0-2 16,-1 0 0-16,-2 0-2 0,0 1-1 0,2-1 1 15,-2 0-2-15,0 0-2 0,3 0 3 16,-3 0 2-16,2 0-2 0,-1 0 1 0,-1 0 2 16,0 0 0-16,0 0-5 0,0 0 2 0,1 0 1 15,-2 0 3-15,3 0-4 0,-2 0 3 16,-1 0 2-16,1 0-4 0,-1 0-1 0,1 0 0 16,-1 0 2-16,1 0-1 0,0 0 1 15,-3 0 0-15,3 0 1 0,0 0-1 0,-1 0-4 16,-1 0 1-16,2 0 2 0,-1 0 1 0,0 0-1 15,-1 0-1-15,2 0 1 0,-1 0 0 16,0 0-1-16,-1 2-2 0,3-2 4 0,-3 0 2 16,1 0-3-16,-1 0 0 0,2 0 5 15,-1 0-2-15,-1 0-2 0,2 0-4 0,-1 0 4 16,0 0-2-16,-1 0 0 0,2 0-2 0,-1 0 2 16,0 0 2-16,-1 0-1 0,1 0-1 0,1 0 1 15,-1 0 0-15,2 0-1 0,-2 0 1 16,-1 0 0-16,2 0 0 0,-1 0 1 15,0 0-2-15,-1 0 6 0,1 0-6 0,-1 0 1 16,1 0 1-16,1-2-2 0,-1 2 3 0,0 0-7 16,1-1 5-16,-2 1-1 0,4 0 1 0,-4-1 0 15,2 1-4-15,1 0 3 0,-3 0-1 16,3 0-1-16,-3 0-4 0,2-2 2 16,1 2 3-16,-3-1 1 0,2 1-1 0,-1 0 3 15,2-2 5-15,-1 2-1 0,1-1-2 0,-1 0-3 16,0 1 3-16,0-2-2 0,1 0-6 0,0 0 4 15,0 0 0-15,2-2 3 0,-2 0-3 16,0 1 2-16,0-1 5 0,1 2-2 16,-2 0-1-16,2-2-3 0,1 2 5 0,-1-2-6 15,-2 1-3-15,4 0 2 0,-4 0 0 0,0 0 2 16,5 0-1-16,-5 0 0 0,2-1 2 0,-2 1 2 16,2-1-3-16,-4 0 2 0,4 0 0 15,-2-1 2-15,2 3 1 0,-4-3-6 0,2 0 1 16,2 1 13-16,-2-1 54 0,-1 0 48 15,1 2 30-15,1-2 16 0,-1 1 2 0,0 0-13 16,0 0-44-16,0-2-37 0,-2-1-27 0,3 2-17 16,-3-1-8-16,1-1-7 0,0-1-6 15,-1-1 0-15,2 1-2 0,-1 1 2 0,1-3 1 16,-1 2-1-16,-1-2 0 0,4 2-2 16,-4-1 0-16,1 0-1 0,-1 1-1 0,1 0-1 15,1-2 3-15,-1 3 0 0,0-1-1 0,-1 0-2 16,2 0-1-16,1 1 2 0,-3-1-2 15,2-1 2-15,-1 0 0 0,2-1 2 0,-2 2 1 16,1-1 1-16,0 0-2 0,1 0 1 16,-3-2-1-16,2 3 0 0,-1-3-1 0,1 1 0 15,-1 0 7-15,-1 1 7 0,1 0 1 0,0 0 2 16,0-1 0-16,0 1-1 0,0 0-5 0,-1-2-7 16,1 2-3-16,-1 0-2 0,3 0 1 15,-4 0 0-15,1 2-1 0,1-2-1 0,-1 2 1 16,1-2 1-16,0 2-1 0,-1 0-2 15,1-2 1-15,-1 0-1 0,1 2 2 0,1-3-1 16,0 1 3-16,-1-2 0 0,-1 3 1 0,2-3 1 16,-1-1-1-16,0 2-2 0,-1-2-1 0,-1 1 1 15,2-1 0-15,-1 1-1 0,1 0 1 16,0 0-1-16,-1 1 1 0,1 1 0 0,0 0-1 16,-2 1 1-16,1 1 1 0,1-3-1 15,-1 3 1-15,2-1-1 0,-1 1 1 0,-2 0-2 16,1-2-1-16,2 0 1 0,-1 2 1 0,0-4 0 15,1 1 1-15,-2-1 2 0,4 0-1 16,-1 1 0-16,-3-2-2 0,2 2-1 0,2-2-1 16,-2-1 1-16,2 1 0 0,-4 2 0 15,3-2 1-15,-3 0 1 0,2 2 0 0,1-1-3 16,-3 0 3-16,2 1 0 0,-1 1-1 0,1 0-1 16,-2 0 3-16,2 0 0 0,-3-1-2 15,4 2 2-15,-3-1-2 0,-1 1 0 0,2-1-2 16,0 2 1-16,-1-1-1 0,2-1-2 15,-1 2 3-15,0-3 0 0,-1 2 0 0,1 0 0 16,-1 1 0-16,4-3 3 0,-4 2-2 0,1-3-1 16,1 3 0-16,-1-2-1 0,1-1 0 0,0 1-2 15,0 1 2-15,1 0-2 0,-1-1 1 16,0 1 1-16,1 0 0 0,-2-1 0 0,1 1-1 16,-1 0 1-16,1 2 2 0,-1-2-1 15,-1 2 3-15,2 1-2 0,-1-2 1 0,0 2 0 16,-1 0-2-16,1 0 0 0,-1 1 0 0,-1-1 0 15,2-1 0-15,0 1 0 0,-1 0 0 16,-1 0-1-16,3 0 1 0,-1 2 0 0,-1-2 0 16,2 0-1-16,-3-1 1 0,4 1-1 15,-3-3 0-15,4 3-1 0,-2-1 0 0,1-1 1 16,-3 1 1-16,2 1-1 0,3 0 2 0,-3 0-1 16,1 0-2-16,-3 0 4 0,2 2-1 0,1 0-1 15,-3 0-1-15,3 2-1 0,-4-2 1 16,1 3-3-16,2-3-3 0,-1 2 3 15,1 2 0-15,-2-2 2 0,-1 2-2 0,3 0 1 16,-1-3 1-16,0 3 0 0,-2-2-1 0,1 2-1 16,1 0 1-16,0 0 0 0,-1 0 0 0,2 0 1 15,-3 2 0-15,4-2 0 0,-3 0 1 16,1 3 1-16,-1-3 1 0,4 2 1 0,-4-2-2 16,1 2 1-16,-1 2-1 0,3-3 1 15,-3 0-2-15,3 2 0 0,-3-1 1 0,2 0 3 16,-1 1-2-16,0 0-2 0,-1-1 1 0,2 0 0 15,-1 0-2-15,1 1 1 0,-2-2 1 16,2 2 1-16,-1 0 0 0,1 0 0 0,-1 0 0 16,0 0 2-16,-1 0-3 0,1 0 1 15,-1 1 1-15,3 1-1 0,-3 0 2 0,1-1-1 16,-1 1 1-16,-1 0-1 0,4-2 1 0,-2 4 0 16,-2-3-2-16,4 4 1 0,-4-4-1 0,1 2 0 15,1 0 1-15,-1 0-2 0,-1 0 0 16,2 0 1-16,0 0 0 0,-2 0 1 0,1 2 0 15,-1-3-1-15,2 2 3 0,-1-1-1 16,-1 1 0-16,4 0-3 0,-4 0 1 0,0-2-1 16,1 1 0-16,-1 1-1 0,3-2 0 0,-3 2 0 15,4-2 0-15,-4 1 1 0,1-2 0 16,2 0 0-16,-1 2 0 0,-1-1 2 0,2-1 0 16,-1 1-3-16,0 1 2 0,-1-2 0 15,2 2-1-15,1-1 0 0,-3 1 0 0,3 1 3 16,-3-3-1-16,2 2-1 0,2 1 2 0,-4-1-1 15,1 1 0-15,1-1-2 0,-1 0 2 0,-1 2-2 16,2-1 3-16,-1-1-1 0,0 0 0 16,-1 0 1-16,1 2-2 0,0-3 3 0,-1 3 0 15,1-3 0-15,-1 1 0 0,2 0-1 16,-1 0-1-16,-1-2-1 0,1 2-1 0,-1-2 0 16,1 3 0-16,0-3 3 0,-1 2-1 0,-1-2 0 15,2 2 1-15,-1-1 0 0,1 1-1 16,-2-1 0-16,2 1-1 0,-1-2 0 0,1 2-1 15,0 0 0-15,-1 0 1 0,2 0 0 16,-1 0-1-16,1 0 0 0,-2-1-1 0,2 2 0 16,-1-1-1-16,0 0 0 0,-1 0 2 0,1 0 2 15,0-1 0-15,-1 1 0 0,2-2 0 0,1 2-2 16,-3-2 0-16,-1 1-1 0,3 0 0 16,2 0 1-16,-4-1-1 0,1 3 3 0,-1-3-1 15,3 3-1-15,-3-1 0 0,1 0 3 16,0 0 0-16,-1 0-3 0,2-1 2 0,-1 3-2 15,0-2 1-15,-1 0 0 0,1 2-1 0,-1-2 0 16,3 1 2-16,-4 1 1 0,2-2-1 16,0 0 0-16,0 0 0 0,-1 0 0 0,-1-1-1 15,3 1 0-15,-3 1-1 0,2-3-1 16,0 0 0-16,-1 0 3 0,1 3 1 0,-1-3 0 16,1 2 0-16,0-2 1 0,-2 2-2 0,1-2 0 15,1 1-1-15,-1-1-1 0,-1 2 1 16,4-2 0-16,-4 2 0 0,1-1 0 0,-1 0-1 15,5-1 1-15,-5 1-1 0,1 1 0 0,-1-1 2 16,3-1-1-16,-3 0 1 0,2 1-2 16,0-2 1-16,-1 2 2 0,-1-1-3 0,3-1 2 15,-1 1-2-15,0 0 1 0,-1 3-1 0,2-3 0 16,-3 1-1-16,2-1 1 0,0 2 1 16,-1-2 0-16,4 2 1 0,-4-1 0 0,1 1-1 15,-1-1 0-15,1 1 0 0,0-2 0 16,-1 2 0-16,2 0-1 0,-1 0 2 0,0 0 0 15,-1 0 0-15,3 0 1 0,-3-1 0 0,1 2 0 16,-1-1-1-16,4-1-1 0,-4 1-1 16,1 0 0-16,-1-2-1 0,3 1-2 0,-3 1 2 15,-1-2 0-15,2 1 1 0,-1-2-1 16,1 1 1-16,0 1 0 0,-2-2 0 0,1 1 1 16,1-2-1-16,0 3 0 0,-2-2 0 0,1 0 0 15,1 1-1-15,-1-1 1 0,-1 0 1 16,5 0 0-16,-5 1 0 0,1 0-1 0,-1 0 0 15,3-1 0-15,-3 1 0 0,2 0 0 0,0-1-1 16,-1 2 1-16,1 0 0 0,0-2 0 16,-1 1 1-16,1 0 1 0,-1 0 0 0,1 1 0 15,0-2 0-15,-2 2-1 0,1-1 0 0,2 0-1 16,-3 0-1-16,5 1 0 0,-4-2-1 16,1 2 0-16,-1-1 1 0,1 0 2 0,0-1 0 15,-1 2 1-15,3-1-1 0,-3 2 2 0,2-1-2 16,1 1-1-16,-3 0 0 0,2-1 2 15,1-1-1-15,-2 3-1 0,2-2 0 0,-3 1 1 16,2-1 1-16,1 0-1 0,-3-1 1 16,2 1 0-16,1 0-1 0,-3-1-1 0,2 0-1 15,1 1 1-15,-2-2-1 0,0-1 0 0,0 3 1 16,-1-2 0-16,2 0 2 0,-3-1-2 16,4 0 0-16,-3-2 1 0,1 4-1 0,-1-2 0 15,1-2 1-15,0 3-1 0,-1-3 2 16,2 3-1-16,-1-2 2 0,0 1-1 0,-1 0-2 15,4-1 1-15,-4 2 2 0,2-1-1 0,1 0-2 16,-1 0 1-16,0 1 0 0,0-1 0 16,1 0-1-16,-3 1 1 0,2 0 0 0,2 0 1 15,-2 0 0-15,0 0 0 0,0 0 0 16,0 0 0-16,1 2 2 0,-3-3-1 0,4 2 1 16,-2-2-1-16,2 1 1 0,-4 1 2 0,2 0-3 15,1-1 0-15,1 2 1 0,-4-2 0 0,2 0 0 16,1 0 0-16,-3 0 1 0,2 0-2 15,2 0-1-15,-4-1 1 0,2 0-2 0,2 1 2 16,-1 0-2-16,-3 0 2 0,2-1-1 0,2 1 0 16,-2-1 1-16,2 2 0 0,-1-2 1 15,0 2-1-15,-1-2 1 0,0 2-1 0,2-2 1 16,-2 1-1-16,4 1 0 0,-3-1 1 16,1 1-1-16,0 0 1 0,-1-2-1 0,1 2 1 15,2-2-1-15,-1 2 1 0,-2-3 0 16,3 2 0-16,-1 0 3 0,-1-2-1 0,4 2 1 15,-2-1 2-15,-1-1-1 0,1 1-1 0,2-1-1 16,-1 1-1-16,-2-1-1 0,4-1 0 16,-1 2-1-16,-1-1-1 0,2 1 1 0,-1-1-3 15,-1 0 2-15,0-1-1 0,1 2 0 0,1 0 0 16,-1-1 0-16,-1 2-1 0,3-1 0 16,-3 0 0-16,2 2 0 0,-1-2 0 0,2 1-1 15,-1 1 1-15,-2 0-1 0,1-1-1 0,-1 2 0 16,-2 0-2-16,2-1-9 0,-2 0-28 15,-1 1-84-15,-2-1-128 0,-1-1-237 0,0 2-302 16,-2-4-365-16,0-1-404 0,1-1-93 16,1-5 535-16,3-3 727 0</inkml:trace>
  <inkml:trace contextRef="#ctx0" brushRef="#br2" timeOffset="164387.97">23466 6831 99 0,'0'4'435'0,"0"-1"307"0,-1 0 247 15,1-2-42-15,0 3-217 0,0-3-163 0,0-1-120 16,0 1-53-16,0-1-41 0,1 0-49 16,-1 2-40-16,3-4-33 0,-3 1-31 0,4-4-48 15,0-2-39-15,1-3-33 0,1-4-20 16,2-4-9-16,2-4-8 0,2-4-3 0,-1-2-4 15,2-4-1-15,3 0 0 0,-2-4-6 0,0 1 0 16,-1 0-2-16,3 1-4 0,-5 5 3 16,-1-1 3-16,-1 5 4 0,-3 5 8 0,1 2 8 15,-3 5 1-15,0 2-3 0,-3 4-5 16,4 0-9-16,-4 3-11 0,-1 2-12 0,2 2-5 16,-1 4-3-16,-1 5-3 0,2 4 1 0,0 5-1 15,-1 5 2-15,2 2 0 0,-3 2-1 16,4 4 1-16,-3 3-1 0,1 1 1 0,-1-1-1 15,1 0-2-15,0 1 1 0,-1-1-2 16,2-2-1-16,0-4 1 0,0 0 0 0,2-5-1 16,3-2 1-16,-1-2 1 0,3-1-2 0,-2-6-2 15,4-2-11-15,0-4-13 0,1-5-19 16,1-2-38-16,0-5-69 0,4-6-64 0,-4-2-80 16,3-4-113-16,-2-3-134 0,0-1-120 0,0-4-57 15,-1-1-113-15,-2 2-96 0,0-1 24 16,0 1 145-16,-2 2 259 0,-4-1 261 0,5 2 200 15,-5 1 164-15,2 1 175 0,-3 4 205 16,3 2 181-16,-5 2 52 0,-2 3-34 0,3 3-73 16,-3 2-86-16,1 2-108 0,0 4-112 0,-2 4-74 15,1 4-20-15,1 5-5 0,-1 3-14 16,3 4-17-16,-3 1-19 0,2 3-35 0,3 1-48 16,-1-2-43-16,2 2-21 0,-1-3-13 0,4-3-6 15,-1-1-3-15,2-5 0 0,0-4 3 16,3-1 4-16,1-7 3 0,0-3 2 0,1-6 1 15,2-5 8-15,-4-4 6 0,2-3 6 0,-2-1 7 16,-2-4 7-16,0-1 10 0,-6 0 1 16,2 1 0-16,-7-2-3 0,-1 1-7 0,-3 2-7 15,-3-2-12-15,-4 0-7 0,1-1-12 16,-7 0-5-16,3 4-2 0,-4 2-4 0,3 3-2 0,-5 5-1 16,1 6 0-16,1 5-3 0,-2 5 0 15,2 8-1-15,-1 4 2 0,2 3-2 0,2 5-1 16,3 5 3-16,5 2-3 0,-1 2-5 15,6 0-22-15,2-1-63 0,2-1-68 0,2-4-114 16,5-3-171-16,2-6-265 0,3-1-324 16,4-8-246-16,0-3-146 0,3-7 249 0,1-4 551 15</inkml:trace>
  <inkml:trace contextRef="#ctx0" brushRef="#br2" timeOffset="164701.67">24377 6572 241 0,'14'-22'620'15,"-3"1"384"-15,-1 2 180 0,-4 2-213 16,-1 3-143-16,0 4-156 0,-4 4-157 0,2 2-136 15,-3 4-99-15,-1 4-78 0,-1 6-91 0,1 6-58 16,-1 2-27-16,0 6-15 0,2 1-5 16,0 4-2-16,4 2-2 0,-3 0-1 0,6 1-3 15,0-2 0-15,4-1-1 0,2-4-1 0,3-4 2 16,3-2-1-16,-2-8 1 0,4-2 3 16,1-6 4-16,0-4 0 0,0-7 1 0,0-2 1 15,1-6 1-15,-5-4-2 0,3-1-2 0,-5-3 1 16,-1-2 0-16,-3-1 0 0,-6 1 4 15,-1-4 0-15,-2 1 0 0,-6-3-1 0,-2 1-2 16,-1-1-1-16,-4 0 0 0,-2 3-3 16,-3 3 0-16,0 2-2 0,-5 6 0 0,-2 5-3 0,-1 6-2 15,-4 6-1-15,1 7 0 0,1 5-1 16,0 4-12-16,3 2-58 0,4 5-59 0,3-1-100 16,2 3-161-16,2 1-276 0,5 1-317 15,1-1-250-15,3 4-175 0,2-4 214 16,3 2 556-16</inkml:trace>
  <inkml:trace contextRef="#ctx0" brushRef="#br2" timeOffset="165415.84">25091 6610 158 0,'2'0'417'0,"-2"0"195"0,2-1 144 0,-1-2-134 16,2-3-122-16,2 0-72 0,0-2-25 0,3 0-5 15,0-4-22-15,0-4-49 0,1 1-66 0,0-3-59 16,3-2-48-16,-3 2-26 0,4-1-6 16,-4 1 8-16,1 2 23 0,-2 1 14 0,-2 6 10 15,0-2-12-15,-2 4-20 0,-1 2-25 16,-2 1-34-16,1 2-28 0,0 2-20 0,-2 3-16 16,-2 5-10-16,2 2-7 0,-2 5-1 15,1 5 0-15,-1 2-1 0,2 2-3 0,-1 2 2 16,1 1-1-16,0-3-2 0,1 2-2 0,1-6-1 15,1 1 1-15,0-4-1 0,3-2 0 16,1-3 0-16,1-5 4 0,0-2 1 0,2-5 5 16,2-5 2-16,3-5-1 0,0-3 2 0,2-7-1 15,1-3-2-15,-1-1-2 0,-3-3 0 16,2 2-1-16,-3 1 0 0,-4 1 1 0,0 1 0 16,-2 4-2-16,-1-1 0 0,-2 6 0 15,0 2-1-15,1 1-1 0,-4 4-3 0,1 2-1 16,-1 2 0-16,1 4 0 0,0 1-1 0,-2 4 1 15,0 5 4-15,0 2 1 0,0 1-2 0,0 3-2 16,0 1 3-16,0 1-5 0,0-1-25 16,1 1-59-16,-1-3-53 0,3 2-84 0,-1-4-150 15,1-2-228-15,-1 1-291 0,3-4-237 16,1-2-200-16,-2-2 66 0,3-2 479 0</inkml:trace>
  <inkml:trace contextRef="#ctx0" brushRef="#br2" timeOffset="165985.93">25615 6572 345 0,'0'4'762'0,"1"-2"325"0,-1-1 67 0,0-1-300 16,2 0-276-16,-2-1-199 0,2-5-133 15,-1 2-86-15,2-5-48 0,2 0-28 0,2-3-3 16,2-3-2-16,0-3 3 0,1-1-3 0,1-1-10 15,2 1 25-15,-4 0 10 0,4 0 11 16,-4 2 4-16,-1 3 8 0,1 2 0 0,-2 1-29 16,-2 3-27-16,0 1-24 0,-2 3-15 15,0 2-14-15,1-1-8 0,-2 3 2 0,1 3 4 16,-1-1 0-16,1 6 2 0,-1 2 0 0,-1 2 1 16,2 0-6-16,-1 2-5 0,0 3-2 15,1 0-1-15,-2 1-3 0,3-2 0 0,0 2-2 16,1-2 0-16,-2-1 1 0,2-2-3 15,1-1 2-15,1-5 3 0,0 0 0 0,4-3 1 16,-1-3 0-16,2-4 0 0,1-5 0 0,1 0-3 16,2-6 2-16,1-1-1 0,1-1 0 0,-1-1 1 15,1 1-1-15,-2-1-1 0,-2 4-3 16,-2 1 1-16,0 1-2 0,-4 2 1 0,-1 3 1 16,1 3-1-16,-1 2 2 0,-2 2 5 15,-1 2 4-15,2 5 2 0,-1 0-1 0,-2 3 5 16,1 3-3-16,-1-1-4 0,2 2-1 0,-2-1-3 15,4 1-3-15,0-4-1 0,-1 2 1 16,2-4-1-16,4 0 1 0,1-6 3 0,5-2 0 16,-1-5 0-16,5-4-1 0,2-3 1 15,3-5-2-15,-2-2 0 0,4 0-1 0,-1-1-1 16,1 0-1-16,-4 3 1 0,0 3 0 0,-3 2-3 16,-3 4 1-16,-2 4 1 0,0 4-1 15,-5 5-8-15,-2 4-30 0,-2 7-68 0,-5 2-65 16,-2 3-133-16,-1 1-199 0,-3 4-311 15,3 1-310-15,-1-2-220 0,-3 2-95 0,4-1 422 16,-1-3 569-16</inkml:trace>
  <inkml:trace contextRef="#ctx0" brushRef="#br3" timeOffset="176117.82">9178 14365 113 0,'1'1'658'0,"1"-1"418"0,-2 2 133 0,0 0-98 16,0-2-389-16,-2 0-276 0,2 1-128 0,0-1-62 16,0 1-48-16,0-1-44 0,0 2-36 15,0 0-50-15,0-1-39 0,0 2-26 0,0 0-25 16,0 5-46-16,0-1-48 0,0 1-111 0,0 1-159 15,-1 1-268-15,-1 1-291 0,2-1-238 16,0 1-145-16,0-2 276 0,0 2 491 0</inkml:trace>
  <inkml:trace contextRef="#ctx0" brushRef="#br3" timeOffset="176291.89">9282 14533 48 0,'6'-1'546'0,"-3"-1"428"0,1 2 196 15,-1 0-51-15,-1-2-365 0,-1 1-310 0,-1 1-191 16,2 0-96-16,-1-1-51 0,-1 1-46 0,2-2-27 16,-2 0-16-16,3 2-37 0,0-2-100 15,-1 0-141-15,1-1-198 0,-2 2-287 0,1-1-269 16,1 2-177-16,-3-1 160 0,2-1 407 16</inkml:trace>
  <inkml:trace contextRef="#ctx0" brushRef="#br3" timeOffset="176503.84">9320 14430 65 0,'-6'-6'322'0,"3"1"179"0,-4 1 161 15,1-1-37-15,-1 1-132 0,3 0-74 0,-4-1-30 16,3 1-29-16,0 2-41 0,2 0-58 16,0-3-68-16,1 4-76 0,-1 0-55 0,3-1-36 15,-1 2-22-15,-2 0-12 0,6-2-4 16,-2 2 3-16,1-1-21 0,-1 1-50 0,1 0-65 15,0-1-69-15,1-1-81 0,-2 0-92 0,3 1-85 16,-1 0-101-16,0-1-122 0,0 0 6 16,2 1 109-16,-1 0 177 0</inkml:trace>
  <inkml:trace contextRef="#ctx0" brushRef="#br3" timeOffset="177183.89">10123 14035 372 0,'0'4'708'16,"-1"-3"263"-16,-1 0 103 0,2-1-265 0,0 0-249 16,-2-1-162-16,2-2-92 0,-2-3-78 0,0-3-66 15,2-5-50-15,0-1-26 0,0-4-4 16,0-6 1-16,2-2 6 0,0-4-4 0,0-2 32 15,-2-3 12-15,3-3-2 0,-3-3-3 16,0 2-8-16,0 1 2 0,0 1-31 0,0 3-11 16,0 4-13-16,-1 3 0 0,-1 4 2 0,0 4-1 15,2 5-7-15,-2 3-8 0,0 1-9 16,2 4-12-16,-2 3-12 0,2 0-7 0,2 2-8 16,-2 2-2-16,4 4-3 0,-2 4-1 15,1 4 1-15,2 3-1 0,1 4 1 0,-1 2 1 16,3 3 0-16,1 3 0 0,-1 3 1 0,1 1 1 15,0 3 1-15,0-1 1 0,-1 1 2 0,0-1 0 16,1 0 0-16,-1-3-1 0,1-2-2 16,1-1-1-16,-2-2 1 0,0-6-3 15,0 2-15-15,1-8-47 0,-2 0-67 0,-1-4-87 16,-1-5-147-16,2-2-228 0,-3-5-317 0,1-5-287 16,-2-2-202-16,0-4 45 0,-1-4 501 0</inkml:trace>
  <inkml:trace contextRef="#ctx0" brushRef="#br3" timeOffset="177483.96">10386 13573 55 0,'11'6'481'15,"-5"4"323"-15,2 3 187 0,0 5 63 0,4 3-314 16,-2 2-264-16,0 2-121 0,2 2-69 16,-1 0-46-16,2 0-72 0,-2-2-62 0,3 1-42 15,0-6-32-15,-1-2-18 0,1-4-7 16,2-4-2-16,-2-6-1 0,1-4 0 0,-1-4 3 15,-1-7 2-15,-2-4-6 0,-1-6-2 0,-1-3 0 16,-3-5 3-16,-3 1 8 0,0-4 39 16,-3 2 59-16,-3 1 41 0,-2-2 14 0,-1 3 2 15,-5 2-14-15,-5 0-32 0,-1 3-42 16,-1 1-35-16,-2 3-21 0,1 1-13 0,0 6-4 16,0 6-7-16,1 5-7 0,1 5-3 0,4 6-2 15,-1 6-25-15,5 4-53 0,2 5-48 16,2 0-95-16,2 2-150 0,2 0-193 0,2 1-289 15,2 2-235-15,2-3-198 0,2 1 115 0,2 0 445 16</inkml:trace>
  <inkml:trace contextRef="#ctx0" brushRef="#br3" timeOffset="178183.77">10878 13759 78 0,'3'2'428'0,"-2"-1"272"0,1 1 159 0,-2-2-63 16,4 0-209-16,-4 0-153 0,2-2-95 15,1-2-44-15,0-2-19 0,1-2-36 0,0-5-37 16,0-2-53-16,2-2-47 0,0-2-27 0,-1-2-21 16,1-2-11-16,1 2-8 0,-1-1-5 15,0 2-8-15,0 4-2 0,-1 0-2 0,-2 6 3 16,1 1-3-16,-3 3 2 0,3 2-1 15,-3 4 3-15,2 2-3 0,2 3-7 0,-1 6 17 16,1 2 30-16,0 3 12 0,0 2 9 0,3 3-2 16,1 1 0-16,-1-1-16 0,0 0-31 0,1-3-16 15,1-2-12-15,-2-3-3 0,2 0 2 16,0-6-5-16,-2-1 4 0,2-6 8 0,-1-4 5 16,1-4 2-16,-1-6 0 0,-1-2-2 15,2-5-2-15,-2-4-3 0,0 0-6 0,-1 0 2 16,0 1-2-16,-1 2-2 0,-1 2-1 0,-2 5 0 15,0 3-1-15,-1 3-1 0,2 3 2 16,-1 6-2-16,-1 2-2 0,-2 4-3 0,3 6 6 16,-1 2-1-16,1 4-1 0,0 5 2 15,-1 0-36-15,4-1-41 0,-1 1-55 0,-1-3-127 16,0 0-177-16,-1-3-306 0,2-3-255 0,1 2-230 16,-1-4-67-16,1-2 388 0,0-1 480 0</inkml:trace>
  <inkml:trace contextRef="#ctx0" brushRef="#br3" timeOffset="178673.76">11403 13675 373 0,'0'3'866'0,"-2"-1"286"16,2-1-6-16,-2 1-289 0,2-2-331 0,0 0-245 15,2-2-127-15,0-1-59 0,1-3-39 0,3-4-20 16,-2-2-14-16,3-4-2 0,1-2-8 16,0-1 1-16,1-3 4 0,1-1 3 0,-2-1 4 15,1 2 3-15,-1 0 7 0,0 4 3 16,-2 4-6-16,2 1-3 0,-2 1 7 0,-1 5 48 16,2 3 52-16,-2 2 28 0,2 4 11 0,-1 4 11 15,-1 3-12-15,0 4-44 0,2 4-46 16,0 2-28-16,-1 1-16 0,-1 1-17 0,3-1-10 15,0 0-6-15,0 0-3 0,0-4-3 16,0-2-3-16,3-3 1 0,-2-3 2 0,1-4 1 16,0-4 3-16,2-4 2 0,-1-6 2 0,3-7 0 15,-1-3-1-15,3-6-1 0,0-4 0 0,-1-2-3 16,1 1-1-16,1 1 1 0,-2 1-3 16,0 4-3-16,-5 5-1 0,1 4 1 0,0 4 1 15,-3 2 3-15,0 6 11 0,1 2 15 16,-1 6 7-16,0 3 12 0,0 2 4 0,0 5-5 15,2 2-6-15,-1 4-11 0,-1-1-9 0,3 3-10 16,0-1-6-16,2-1-3 0,0-2-2 16,-1 0-1-16,4-3 0 0,-2-3-13 0,0-2-48 15,1-4-76-15,-1-1-142 0,-3-2-247 16,3-3-312-16,-3-3-360 0,1-2-318 0,0-1-53 16,-3 1 588-16</inkml:trace>
  <inkml:trace contextRef="#ctx0" brushRef="#br3" timeOffset="182478.3">20563 8118 60 0,'-1'3'271'0,"1"0"148"0,-2-2 141 15,0 0-90-15,2 1-93 0,0 1-31 0,0-3-1 16,0 1-4-16,0-1-13 0,0 2-30 0,0-2-49 15,0 0-62-15,2 0-63 0,0 2-45 0,-2-2-34 16,0 0-22-16,1 0 21 0,1 2 41 16,1-2 23-16,0 4 9 0,0-3 4 15,1 0 23-15,0 2-10 0,1-1-28 0,3 0-15 16,-3 1-10-16,1 0-3 0,1-2-24 0,0 2-27 16,-1-1-11-16,1 1 33 0,1-1 17 0,-2 0 5 15,5 2 8-15,-3-2 0 0,0 1-1 16,1 0-36-16,-1-2-20 0,0 2-7 0,0-1-9 15,1 1-2-15,0-1 2 0,0 1 3 16,-2-2-1-16,2 1-5 0,-1-2 3 0,-2 1 4 16,2-1-7-16,3 1 1 0,-3-1 5 0,0 0-1 15,3 0 53-15,-2 0 24 0,3 0 19 0,-2 0-1 16,0 0-1-16,1 0 1 0,2-1-48 16,-4 0-24-16,4 1-15 0,-4-3-5 0,3 1-6 15,0 1 2-15,-2-2-1 0,1-1 1 16,1 1-3-16,-1 1-1 0,-1-1-1 0,2-1-2 15,0-1 0-15,-3 0 1 0,4 1 3 0,-4-1-1 16,1-1 0-16,1 0 1 0,-2 1 0 16,-1 1-1-16,3-2 0 0,-3 3 1 0,0-1-1 15,1-1-2-15,-1 0 1 0,0 0 0 16,0 2-1-16,0-1 3 0,-2-1-1 0,1 2-2 16,-1-2 2-16,1 1-4 0,0 1 1 0,0 0 0 15,-3-1-1-15,1 1 2 0,2 1-2 16,0-2 4-16,0 2-4 0,-1-3 1 0,1 2-1 15,2-1 0-15,-3-2 1 0,1 1 0 16,1 0 3-16,1-2-3 0,-1 1 3 0,-2 0 2 16,2-1-2-16,0 1-2 0,-2-1 0 0,1 4 1 15,-1-4-2-15,-1 3-2 0,0-1 2 0,1 1 1 16,-2 1-2-16,1-2-1 0,2 2 0 16,-3 0 0-16,1-1-2 0,3 1 1 0,-2-2 4 15,1 1 1-15,-1-2 0 0,2 1-1 16,0 1 1-16,-2-3-3 0,1 4 0 0,2-4 2 15,-3 1 1-15,0 0 0 0,3 0-1 0,-3-2 2 16,1 3-1-16,0 1-3 0,-1-2-1 16,1-2 2-16,0 3 0 0,-2-1 0 0,2 1 1 15,-3 2-1-15,1-2 0 0,0 0-1 16,3 1 3-16,-4-2-4 0,3 1 1 0,-2 0 0 16,1 1 1-16,2 0 0 0,-4 0-1 0,1-1-1 15,2 2 1-15,-3-2 1 0,1 1 1 16,3 0 1-16,-3-2 0 0,-1 3 1 0,1 0 0 15,2-2 0-15,0 0-1 0,0 2 0 16,-3-1 1-16,1-2-2 0,2 1 3 0,0-1 0 16,0 2-2-16,-2-2-1 0,-1 2 0 0,3-3 0 15,0 3-3-15,-2 0-1 0,0-2 1 0,0 2 0 16,1-1 0-16,-1 1-1 0,-1 1 1 16,1 0 2-16,0 0-1 0,-2 0 1 0,2 0 0 15,-2 2 0-15,0-1-2 0,3-1-1 16,-2 1 3-16,0 1-1 0,1-1-3 0,2 0 1 15,-1-1 1-15,2 1 2 0,-2 0-1 0,0 0-1 16,3-1 2-16,0 0 1 0,-1 0 1 16,1 0 0-16,-1 0 1 0,3 0 0 0,-3-2 1 15,3 3-1-15,0-3-3 0,-1 1 0 16,-1 2-2-16,2 0 4 0,0-1-2 0,-1 0 0 16,-1 0 0-16,2 0 3 0,-3 0-2 0,3 0 0 15,0 0 1-15,-2 0 0 0,1 1-2 16,0 0-1-16,0-1 2 0,-1 0-1 0,0 2 0 15,-1-3 0-15,2 3 1 0,1-2 0 0,-5 1-1 16,2 1 0-16,0-2-2 0,-2 3 2 16,2-2 0-16,-1 1 0 0,-3 1 2 0,6-2 0 15,-4 2 1-15,0 0-2 0,-1 0 5 16,3 0 10-16,0 0 4 0,-2 2 2 0,2-2 1 16,-1 0 0-16,0 1-5 0,1-1-6 0,0 2-5 15,-1-2 0-15,2 1-2 0,-1 1-1 16,-2-2 0-16,2 1 0 0,3 1 7 0,-3-2 4 15,0 1 4-15,3 1 2 0,-1-1-1 0,-2-1 1 16,2 4-10-16,-2-4-5 0,4 1-1 16,-3 2-2-16,2-2-2 0,-1 1-1 0,-1 0 1 15,4 0-1-15,-2-1 0 0,1 1 0 16,-1 0 1-16,2-1 1 0,0 0 2 0,0 3-2 16,0-4 0-16,0 3-1 0,1-3 1 0,-2 1-2 15,0 1 0-15,2-1 2 0,-1 0 0 16,1 1 1-16,-1-1-3 0,1 1 1 0,-1 0 1 15,0 0-1-15,1 1-1 0,0-2 1 0,0 0 0 16,-1 3 0-16,2-4-1 0,-3 4 1 16,1-2 1-16,1 0-2 0,-2 0 1 0,2 1-1 15,-1 0 1-15,0-2-1 0,-1 3 0 0,-2-2 1 16,4 2 0-16,-3-3 2 0,-1 2-1 16,1 0 1-16,-2 1 0 0,1-1 0 0,-1 2-1 15,-1-2 1-15,0 1-1 0,1-1-1 0,-2 1 1 16,-1 0 0-16,1 1 0 0,-3-2-1 15,4 0 10-15,-3 3 6 0,0-2 1 0,-1 0 2 16,3 1 3-16,-2-2-1 0,2 2-5 16,0-1-2-16,-1 1 1 0,1 0-2 0,2 3-1 15,-3-2 0-15,0-1-3 0,3 1-4 0,1 3-2 16,0-3-1-16,0 2 0 0,0 0 0 16,2-1 0-16,-1 0-1 0,1 1 0 0,-1 1 0 15,2 0-2-15,1 0 1 0,-1 1 0 16,1-3 0-16,1 3-1 0,-2-1 7 0,2 0 9 15,0 2 5-15,0-1 2 0,0 0 1 0,0 0 1 16,0 0-6-16,0 1-6 0,1-3-4 16,0 3-2-16,-1-2 0 0,3 1 1 0,-1 1 1 15,1 0 2-15,1-2 1 0,-1 0 0 0,0 1 1 16,2-1-2-16,0 0-2 0,-2 1-1 16,3-2-1-16,-2 1-1 0,1-1-1 0,2 1 0 15,-2-2 0-15,0 2 1 0,4-1-1 0,-3-2 1 16,1 0 0-16,-2 1 0 0,-1-1 0 15,3 0-1-15,0 0 0 0,-1-1-1 0,0-1 1 16,-3 0-1-16,4 0 1 0,-2-1 0 16,0-2-1-16,-1 2 1 0,2-2-1 0,-1 1-1 15,-1-2-1-15,2 0-1 0,-3 0-1 0,3-2-1 16,-2 1-1-16,2-2 0 0,-4 0-1 0,2 0 0 16,-3 1 0-16,0-2-1 0,-5 2-10 15,0 0-18-15,-3-1-28 0,-2 1-79 16,-3-1-135-16,-1 0-260 0,0-3-312 0,-2 1-384 15,-2-1-459-15,0 2-104 0,2-2 665 0</inkml:trace>
  <inkml:trace contextRef="#ctx0" brushRef="#br3" timeOffset="183379.87">24442 7941 111 0,'0'3'399'16,"-2"0"260"-16,-1-1 227 0,3-1-54 0,-1-1-135 15,1 0-124-15,0 0-103 0,0-1-88 0,1-1-78 16,-1-2-75-16,5-1-38 0,-2-3-7 16,2 0 8-16,3-3-5 0,0-3-10 0,2-1-8 15,3-3-28-15,1-3-36 0,2-3-24 16,1-1-16-16,0-3-9 0,1-2-9 0,0 1-4 16,-1 0-1-16,0 0-10 0,-1 2-5 0,0-1 1 15,-5 6 0-15,1 3 2 0,-5 2 8 16,-1 3 8-16,-1 3 6 0,0 4-4 0,-3 2-4 15,-1-2-8-15,3 4-10 0,-4 2-10 16,1-1-8-16,-1 4-6 0,0 2-3 0,-1 5-2 16,-1 3 0-16,0 3 1 0,1 4 0 0,-3 4 2 15,1 3 1-15,0 2 1 0,0 2 1 16,0 2 0-16,-3 4 0 0,3-2-1 0,-2 3 0 16,1-3 0-16,1-3-2 0,2 1-1 0,1-4-2 15,0-2 1-15,1-4-2 0,2-2-1 16,2-5-1-16,2 0-9 0,0-5-18 0,0-4-49 15,1-3-73-15,-2-5-104 0,3-5-172 0,-1-1-281 16,0-6-328-16,2-4-304 0,1 1-165 16,-2-2 227-16,1-1 615 0</inkml:trace>
  <inkml:trace contextRef="#ctx0" brushRef="#br3" timeOffset="183681.77">24916 7678 325 0,'3'8'728'0,"1"3"290"0,-3 5 109 0,1-1-246 15,-1 4-276-15,4 2-175 0,-4 2-78 16,2-1-45-16,1 1-72 0,-1-1-54 0,2-1-35 16,1-1-45-16,3-3-39 0,-1-4-31 0,4-1-9 15,2-4-6-15,0-4-3 0,2-4 3 16,0-3-2-16,1-4 1 0,1-4-3 0,-1-2 3 16,-1-3-1-16,-1-2-3 0,1-1 22 15,-2-4 17-15,-2 1 20 0,-2 1 8 0,-3-1 3 16,-4 0 0-16,-3-1-20 0,-3 1-15 15,-4-1-18-15,-2 3-11 0,-2-1-5 0,-5 2-5 16,2 0-5-16,-5 6-3 0,1 0-3 0,-2 6-2 16,0 5 0-16,0 3-2 0,2 5 0 15,0 3-23-15,1 3-62 0,2 4-61 0,1 2-95 16,5 2-155-16,-4 1-244 0,5 1-303 0,2 3-229 16,3-2-173-16,-1 2 142 0,6-2 505 0</inkml:trace>
  <inkml:trace contextRef="#ctx0" brushRef="#br3" timeOffset="184399.96">25345 7897 253 0,'3'2'568'15,"-3"-2"233"-15,1 0 90 0,-1 0-218 0,4-2-191 16,-1-1-133-16,3 0-50 0,-2-3-14 16,3-1-15-16,1-3-24 0,2-3-41 0,0-1-49 15,2-3-33-15,0-1-34 0,2 0-5 0,-1-1 11 16,1 3 35-16,-1-2 35 0,-1 5 12 0,-2-1 10 15,-2 3-16-15,1 0-22 0,-2 5-37 16,-4 0-34-16,2 1-25 0,-4 2-17 16,3 0-10-16,-3 3-11 0,2 0-6 0,2 2-4 15,-4 1 3-15,2 4 3 0,-1 4 3 0,0 2 1 16,-1 4 1-16,3 2 3 0,-3 2 4 0,-1 2-2 16,3 1-1-16,-1 0-1 0,0-2 1 15,-1-1-4-15,2-1-5 0,3-4-5 0,1 0-2 16,-1-5-1-16,1-1-3 0,2-4 1 15,2-6 0-15,0-4 1 0,5-3 0 0,-2-5 1 16,3-3-1-16,0-5 0 0,0-1-1 0,-3-2-1 16,3 1 1-16,-4 0-1 0,0-1 0 15,-4 4 2-15,1 2 3 0,-4 4 0 0,0 1 1 16,-3 3 0-16,1 0-1 0,-3 2-1 16,-1 5-3-16,0 1-2 0,0 2-1 0,-1 4 0 15,-3 3 0-15,1 5 2 0,-3 0 1 0,3 2-1 16,0 2-1-16,0 2 1 0,-1 2-3 0,1-2 0 15,3 1-1-15,0-1-3 0,0 1-14 16,3-5-54-16,1 0-72 0,-1-2-108 16,0-4-175-16,3 1-303 0,0-3-334 0,1-3-281 15,-1 0-139-15,2-4 292 0,3 0 607 0</inkml:trace>
  <inkml:trace contextRef="#ctx0" brushRef="#br3" timeOffset="185147.83">25956 7896 102 0,'0'0'528'0,"0"0"381"16,-1 0 210-16,1-3-99 0,0 1-295 16,-2-1-226-16,4-2-147 0,-2 0-57 0,3-1-25 15,0-3-21-15,4 0-21 0,1-3-23 0,1 0-25 16,0-3-43-16,1 0-43 0,2 0-32 16,1-3-13-16,3 1-7 0,-2-1-9 0,2 2-1 15,-2-3 3-15,2 2 0 0,-3 2-6 16,1-1-2-16,-1 2 0 0,-4 1-5 0,2 2-2 15,-3 3-3-15,-2 1-4 0,1 2-4 0,-2 0-4 16,-1 2-3-16,-1 2 6 0,0 1 3 0,-1 1 8 16,0 4 6-16,-1 1 8 0,-1 3 7 15,0 1 0-15,0 5 3 0,-1 1-3 0,-3 1-3 16,3 4-5-16,-4 2-5 0,1 0-3 16,0 1-7-16,0-2-4 0,0 1-3 0,1-2-3 15,3-3-3-15,0-1-2 0,0-4-1 0,3-3-1 16,1-1 0-16,0-3 0 0,4-1 0 0,0-5 1 15,2-3 1-15,2-4 0 0,1-1 0 16,1-2-1-16,2-5 0 0,-2 0 0 16,2-1-1-16,-2 1 0 0,0 1 0 0,-1-1-1 15,0 3 1-15,-2-1 0 0,-2 3 0 0,2 2-2 16,-4 1 1-16,1 3 1 0,-3-1-1 0,2 2 0 16,-2 3 0-16,0 0 2 0,-1 3 0 15,1 2 0-15,-1 0 1 0,0 4 0 0,1 0 0 16,-2 1 1-16,2 2-1 0,-2-1-1 15,2 0 0-15,0-2-1 0,1-1 0 0,1-1-1 16,5-4 0-16,-3-3 0 0,9-5 0 0,0-4-1 16,3-4-1-16,4-6 2 0,2-4-1 0,3-2 2 15,0-2 0-15,0 1 2 0,0 2 1 16,-1 1-1-16,-4 3 0 0,-2 4-2 0,-3 3 0 16,-4 2-1-16,0 4 0 0,-7 4 1 15,2 2 0-15,-5 3 2 0,1 6-1 0,-6 1 2 16,-1 4-2-16,-1 4 2 0,-2 3-3 0,-2 1 0 15,1 2 0-15,1 2-4 0,2-2-10 0,-2-1-27 16,3 1-78-16,3-3-108 0,-3-2-199 16,3-2-295-16,0-2-357 0,0-3-418 0,2 0-186 15,-2 0 329-15,1-3 771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19:56.883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8844 1627 172 0,'-13'1'351'0,"-2"1"152"16,0 0 153-16,1 1-140 0,3-2-10 16,0 2 43-16,0 0 26 0,0-1-32 0,3-2-61 15,0 1-86-15,2-1-99 0,3 0-75 0,0 0-55 16,1 0-40-16,0 1-30 0,2-1-20 0,0 0-12 16,4 0 7-16,2 0-2 0,6-1 21 0,1 1 5 15,9-3 3-15,2 2-2 0,6-1-17 16,3-1-10-16,5 2-17 0,0 1-8 0,3-2-6 15,2 2-18-15,-2 2-10 0,0-1-6 0,0 2-5 16,-4 2-4-16,-3-1 0 0,-4 2 5 0,-1 2 4 16,-6-1 0-16,-2 2 8 0,-2 2 9 0,-6-1 9 15,-1 2 10-15,-5 2 4 0,-4-1 4 0,-5 6-7 16,-4-2-6-16,-4 4-10 0,-7 3-7 16,-3-1-1-16,-3 4 0 0,-2 0-3 0,-3 3 0 15,-1 1-1-15,-1 0 4 0,0 1-4 0,2 0-3 16,1-1-1-16,0-1-2 0,6-1 1 0,1-4-7 15,3-1-3-15,4-1-2 0,3-4 1 16,3-1-1-16,3-3-1 0,3 1 2 0,2-2 0 16,5-2 2-16,2-1 1 0,5-3 0 0,1 0 2 15,4-5 1-15,4-2-1 0,3-2-2 0,3-4 2 16,4-2-1-16,1-3-1 0,1-2-1 0,0-2 1 16,1-1-1-16,-3 0 0 0,1 1-1 15,-3 3-2-15,-3 0-10 0,-2 2-19 0,-3 1-47 16,-2 3-69-16,-5-1-81 0,-4 4-141 0,2 2-208 15,-7-3-311-15,-1 1-281 0,0 1-207 16,-4 0-19-16,1-4 458 0,-2 0 540 0</inkml:trace>
  <inkml:trace contextRef="#ctx0" brushRef="#br0" timeOffset="224.04">9793 1680 380 0,'8'2'805'16,"-2"4"294"-16,0 2 72 0,-1 6-253 16,-2 3-207-16,0 6-172 0,1 5-97 0,-3 4-81 15,1 4-78-15,1 3-61 0,-3 3-96 0,0 2-54 16,0-1-35-16,-1 2-19 0,1-2-8 0,1 0-6 16,1-3 0-16,1-4-12 0,0-3-61 0,0-5-66 15,-2-5-151-15,-1-3-226 0,2-6-309 16,-2-3-351-16,0-4-254 0,-2-7-60 0,-2-7 546 15</inkml:trace>
  <inkml:trace contextRef="#ctx0" brushRef="#br0" timeOffset="409.77">9748 1357 33 0,'-6'-21'629'15,"3"6"501"-15,-3 2 152 0,-1 1-130 0,2 5-313 16,0 1-405-16,0 4-190 0,0 2-86 0,3 0-47 15,-1 1-29-15,3 4-21 0,2 2-31 0,1-1-19 16,3 5-8-16,2-1-21 0,2 2-26 0,1 1-83 16,1 2-156-16,-1-2-288 0,1 2-282 0,3-1-271 15,0 3-200-15,0 1 175 0,1 1 544 0</inkml:trace>
  <inkml:trace contextRef="#ctx0" brushRef="#br0" timeOffset="741.96">10237 2314 71 0,'6'18'649'15,"-6"-6"484"-15,0-4 135 0,-1-3-107 0,-2-8-305 16,3-2-312-16,0-7-173 0,0-5-87 16,4-5-46-16,-1-7-45 0,2-4-54 0,3-7-55 15,2-4-26-15,4-6-19 0,2-3-1 0,1-4-2 16,2-2-5-16,-3-1 2 0,1 1-2 0,-1 3 0 15,-2 1-8-15,-1 8-2 0,-2 4-3 0,0 5 0 16,-6 8 3-16,1 6 1 0,-1 4 0 0,-2 7-3 16,3 3-3-16,-4 8-4 0,-1 4-4 0,1 11-2 15,1 7-2-15,-1 5 0 0,0 8 1 16,-1 6 2-16,2 5 0 0,1 6-2 0,0 5 0 16,1 0-4-16,-1 3-4 0,1 4-2 0,0-2-2 15,3-3-2-15,-1-4-14 0,0-3-45 0,3-6-75 16,-4-5-128-16,2-5-187 0,1-7-309 0,-2-6-343 15,-2-3-319-15,-4-4-110 0,-1-6 406 16,-1-4 622-16</inkml:trace>
  <inkml:trace contextRef="#ctx0" brushRef="#br0" timeOffset="932.17">10299 1988 78 0,'-2'-2'726'16,"1"2"515"-16,-1 2 83 0,2 0-177 0,2 2-365 15,1 0-400-15,1 0-199 0,1 1-94 0,3-1-44 16,3 2-23-16,3-2-14 0,2 1-1 16,3-2-2-16,5-1 1 0,0-2-3 0,4-2-5 15,1 0-32-15,1-2-133 0,1 1-177 0,-2-1-288 16,3-1-281-16,-1 1-277 0,-1 0-139 0,0 2 370 16,-1 0 511-16</inkml:trace>
  <inkml:trace contextRef="#ctx0" brushRef="#br0" timeOffset="1677.98">10934 1664 274 0,'0'-8'639'0,"0"-2"322"15,0 5 146-15,0 0-239 0,0 2-232 16,-1 0-165-16,-1 0-136 0,2 3-89 0,2 3-73 15,-1 3-22-15,4 4 17 0,-2 7 4 0,5 6 2 16,-2 2-6-16,-1 5-8 0,3 5-36 0,-3 1-45 16,3 4-21-16,-4 2-6 0,1 0-7 15,0 2-5-15,-2-3-6 0,2 2-3 0,-2-5-11 16,2-2-11-16,-2-5-4 0,-2-4-4 0,3-4 0 16,-3-4-1-16,1-5 4 0,-2-2 0 15,0-2 2-15,0-5 4 0,0 0 3 0,-2-3 1 16,1-4-1-16,-1-5-3 0,-1-4-1 0,1-4-1 15,-2-4-3-15,2-2-1 0,-2-7-8 0,0-2-4 16,1-2-1-16,0-3-5 0,-2-5 1 0,3 1-2 16,-1-2 7-16,3-1 3 0,0 1 5 0,3 4 4 15,-1 1 3-15,3 3 1 0,0 2 0 16,0 5 1-16,1 1-5 0,5 4-6 0,-2 1-3 16,1 2-1-16,4 3-1 0,0 2 0 0,4 1 0 15,0 3 3-15,-2 3 2 0,5 1-2 16,-2 4 2-16,1-1-1 0,-1 4 0 0,1 0 2 15,-2 3-2-15,0 1 3 0,1 2 1 0,-2 1 0 16,-3 1 1-16,2 1-1 0,-3 2 4 0,-2 0-1 16,0 4 4-16,-5-2 1 0,1 2 0 0,-4 2 5 15,0 0 4-15,-4 5 3 0,-3-2 6 0,-1 3 3 16,-1 1 5-16,-2-1 0 0,-4 2-2 16,-1-1-1-16,-3 1-3 0,3 1-2 0,-4-3-4 15,4-2-4-15,-1-1-3 0,3 0-6 0,1-3-4 16,1-3-3-16,1 1-4 0,4-2-2 0,0-1-1 15,1-3-1-15,3 2 1 0,3-2-1 0,1-1-1 16,2-1 1-16,6 0-1 0,0-3 0 16,5 0-2-16,0-4-14 0,4-2-37 0,0-2-76 15,2-4-90-15,1-2-162 0,-1-1-299 0,3-2-327 16,-1-1-331-16,-1 1-169 0,4-4 164 0,-4 2 644 16</inkml:trace>
  <inkml:trace contextRef="#ctx0" brushRef="#br0" timeOffset="2368.91">11606 1788 306 0,'2'-15'585'0,"1"1"242"0,0 1 161 0,1 2-213 16,-1 3-160-16,-2 1-143 0,1 1-81 0,1 2-71 15,-2 1-44-15,2 3-2 0,2 3-12 0,0 1-16 16,-2 5-7-16,2 5-22 0,-2 2-38 0,-1 5-61 16,2 6-42-16,-4 2-17 0,-4 4-16 0,2 3-2 15,-1 3-6-15,0 1-6 0,1-1-5 16,-1 1-11-16,0-1-6 0,1-3-6 0,1-4-4 15,1-2 1-15,1-7-1 0,-1-2 1 0,2-3 0 16,1-5 0-16,0-4 1 0,-1 1 1 0,1-4 2 16,0-5 3-16,1-2 1 0,2-5 2 15,-3-5 1-15,2-3-2 0,-1-3 0 0,3-2-2 16,-1-5-1-16,0-3 0 0,1-3-7 0,-3-2-4 16,3-4-3-16,-2-1 0 0,-1-2-2 0,-1-5 6 15,-1 0 7-15,-1-1 5 0,-1 0 3 0,0-1-2 16,0 5 1-16,0 2-5 0,0 5-2 0,0 8-2 15,2 3-1-15,-2 7 0 0,0 0-3 0,3 8 0 16,-3 3-1-16,5 5 1 0,0 6 2 16,1 5-4-16,3 5 1 0,-1 5-1 0,2 5-1 15,2 4-1-15,1 1-1 0,-3 2 7 0,4 3 1 16,-3 3 2-16,3-3 2 0,-1 3-1 0,1-5 8 16,-1 0 2-16,0-4 0 0,1-2 0 15,-1-4-1-15,0-5 0 0,0-4-6 0,0-4-3 16,0-4 2-16,-4-2 1 0,3-6 1 0,-2-5 2 15,-2-6 0-15,3-5 0 0,-3-4 0 0,0-3-3 16,-2-4 0-16,0-4 0 0,-1-1-1 16,-2 0-2-16,-3-4-1 0,0-1 0 0,0-1-2 15,-3-2-2-15,2 3-1 0,-3 0 2 0,0 2 0 16,2 5 1-16,-1 5 2 0,0 5-2 0,3 5-2 16,-2 2-2-16,2 6-2 0,0 3-11 0,2 1-22 15,0 6-45-15,1 2-60 0,0 2-56 0,3 1-95 16,-3 2-136-16,2 0-169 0,1-2-253 0,-1 4-213 15,2-4-200-15,0 2 50 0,1-1 399 0,0-1 431 16</inkml:trace>
  <inkml:trace contextRef="#ctx0" brushRef="#br0" timeOffset="2637.96">12247 1752 220 0,'6'31'582'0,"2"5"314"0,-3-2 215 0,0 7-185 0,1 0-235 15,-2 1-187-15,1 1-119 0,0 0-89 0,2-4-104 16,0-2-65-16,3-5-41 0,3-4-38 15,0-7-14-15,0-6-10 0,6-6-2 0,-1-8 1 16,2-7-1-16,1-6-4 0,-1-6-2 0,2-8-3 16,0-2 0-16,-4-3 33 0,1-5 51 0,-5 1 39 15,-3-1 21-15,-4 1 8 0,-6-3 2 0,-4 1-34 16,-4 0-40-16,-3 1-27 0,-3 2-20 16,-4-1-10-16,-1 3-8 0,-4 6-5 0,0 3-4 15,1 5-7-15,-4 8-4 0,3 4-6 0,0 4-3 16,4 8-3-16,1 4 0 0,4 8-13 0,2 2-40 15,4 5-73-15,2 5-106 0,5 1-161 0,3 2-279 16,3 4-332-16,10 1-317 0,3-1-175 16,6 1 221-16,7-2 590 0</inkml:trace>
  <inkml:trace contextRef="#ctx0" brushRef="#br0" timeOffset="3271.89">15056 1813 239 0,'3'-3'393'0,"1"0"131"16,1 3 12-16,-1 1-126 0,2 3-76 0,1 0 18 15,2 1 31-15,1 6 104 0,2 1 42 16,3 1-41-16,0 1 13 0,3 6-55 0,1 2-61 16,0 1-76-16,-2 4-63 0,4 2-40 0,-4-1-76 15,1 2-43-15,-1 0-28 0,-3-2-26 16,3-2-17-16,-4-2-9 0,0-5-6 0,1 0-1 15,-3-6 2-15,2-1 2 0,-5-5 6 0,0-2 10 16,-2-3 8-16,3-5 5 0,-1-5 2 0,-1-2-1 16,-1-8 1-16,-1-1-12 0,2-3-3 15,-3-1-2-15,-1-2-2 0,-1 1 0 0,-2 0-2 16,-4-2 2-16,1 1-3 0,0-1-4 0,-3 1-4 16,1 1-3-16,0 2-2 0,-1 2-1 0,1 2-2 15,2 5 1-15,0 2-2 0,1 2 0 16,-1 3-3-16,0 4-3 0,3 2-1 0,2 2-1 15,-1 4-10-15,4 3-22 0,-1 2-66 0,1 2-64 16,0 1-138-16,3 1-182 0,1 2-304 0,3-3-323 16,-1 1-226-16,3 0-100 0,0-1 433 0,5-1 539 15</inkml:trace>
  <inkml:trace contextRef="#ctx0" brushRef="#br0" timeOffset="3643.88">15915 1860 104 0,'-13'-14'687'0,"-3"4"459"0,-1-2 129 16,-1 0-33-16,-2 2-349 0,1 3-321 0,3 0-178 15,-1 2-94-15,1 2-58 0,0 1-84 0,4 1-66 16,0 1-40-16,0 1-23 0,6 3-13 0,-1-1-9 16,2 3-7-16,4 3-2 0,2-2 1 0,2 5 1 15,1-3 0-15,2 5 0 0,2-3 1 16,5 3 1-16,-2 1-1 0,2-1 0 0,2 1 1 15,4 0 0-15,-3 0 2 0,4 1 1 0,-2 1-3 16,3-2 2-16,-1 3-2 0,-1 0 0 0,0 1-1 16,-3-4-2-16,1 3 1 0,-1-1 0 15,-3-1 1-15,-2 1-2 0,0-2 1 0,-7 0 2 16,1-2 3-16,-5 0 0 0,0 0 0 0,-5-2 2 16,1 1 10-16,-5-4 1 0,-3 0-1 0,-2-1 1 15,1-1 0-15,-4-2-3 0,1 1-6 16,-3-2-4-16,2-1-1 0,0-1-2 0,-1-1-6 15,-1-1-16-15,5-3-52 0,0 3-70 0,1-2-113 16,1-1-181-16,3 0-298 0,3 3-330 16,3-2-280-16,1 2-149 0,2 1 320 0,5 1 607 15</inkml:trace>
  <inkml:trace contextRef="#ctx0" brushRef="#br0" timeOffset="5372.13">18565 1390 428 0,'-2'0'829'0,"0"0"239"0,-1 2 7 16,2 1-279-16,1 4-277 0,0 2-172 0,1 5-55 15,4 5 15-15,2 4-2 0,-1 4-33 0,0 4-26 16,3 4-31-16,0 4-46 0,-3 0-52 0,0 3-37 16,2-1-23-16,-3 2-23 0,1-3-12 15,1 0-8-15,-1-7 0 0,2-1 0 0,0-5 0 16,0-3-1-16,-2-2 0 0,3-6-2 0,-2-3-6 15,-3-1-3-15,3-4 1 0,-1-4 1 0,2-2 0 16,-2-7 5-16,2-2-2 0,2-7 2 16,-1-3-1-16,2-6-3 0,2-2-1 0,-2-4-2 15,0-3-2-15,2-2-2 0,-1-3-3 0,1 0 0 16,1-1 0-16,-1 2-1 0,3 2 0 0,-2-2 3 16,0 3 2-16,-1 2 1 0,-1 4 1 0,0 1-2 15,-3 5 0-15,2 3 1 0,-5 4-1 0,1 1-1 16,-2 2-2-16,-2 4 3 0,0 2-1 0,1-1 1 15,-4 5 0-15,3 0 2 0,-3 1 0 0,-1 2 1 16,-1 4 0-16,0 5 0 0,-2 1-2 0,1 5 2 16,0 2 0-16,-2 3 3 0,0 4 7 0,0 4 6 15,1 2 3-15,-4-1-1 0,3 4 1 0,1-1-2 16,-1 2-6-16,1-1-7 0,3-2-2 16,-1-3-3-16,2 0-1 0,2-3-4 0,-1-3-1 15,4-2-1-15,0-4-1 0,2 0-8 0,2-7-31 16,-1-2-71-16,3-3-81 0,-1-6-148 15,4-3-252-15,-2-5-319 0,2-5-327 0,2-2-206 16,0-6 58-16,-1-3 558 0</inkml:trace>
  <inkml:trace contextRef="#ctx0" brushRef="#br0" timeOffset="5909.95">19336 1314 257 0,'-1'1'839'0,"-3"4"369"0,0 2 22 0,-4 5-217 15,3 1-294-15,2 6-243 0,1 0-132 0,-1 2-69 16,2 4-48-16,1-3-27 0,0 5-62 0,1-1-53 16,2 2-25-16,1 0-13 0,1 4-6 0,-1-1-16 15,2 2-8-15,2 2-5 0,-1 0-1 0,-1 1-4 16,3-1-4-16,-2 0 0 0,-1-3-2 16,1 0 2-16,-3-3-3 0,2-3-1 0,-1-2 1 15,-2-4 1-15,1-3 0 0,-3-4 0 0,-1-1 3 16,2-4 4-16,-2-3 2 0,-2-3-1 0,1-2 0 15,-3-6-3-15,3-3-1 0,-2-3-2 0,1-4-3 16,0-4 1-16,-2-2-2 0,2-7 1 16,1-2-1-16,-1-4-3 0,2-4-2 0,-1-5-1 15,1 0 0-15,1-5 2 0,2 3 2 0,-1 0 3 16,6 2 2-16,-4 2 0 0,1 6 0 0,3 4-8 16,0 1-7-16,1 4-2 0,1 3-4 0,0 5 0 15,2 1 1-15,-1 3 7 0,2 3 4 0,-1 1 0 16,1 5 1-16,1 0 2 0,-1 4 7 15,-1 2 5-15,1 1 5 0,-3 1 1 0,2 5 2 16,-4 4-1-16,0 1-7 0,-2 1-4 0,-1 3-2 16,-3 5 0-16,-4-1 1 0,1 4 3 0,-7 1 6 15,2 4 9-15,-6 0 6 0,-2 3 11 0,2 3 8 16,-7 1 9-16,1 0 1 0,-1 0-2 0,2 1-4 16,-4-1-8-16,4-3-10 0,4-2-10 0,-1 0-9 15,5-6-5-15,1-1-5 0,3-3-2 16,2-3-3-16,3-3 0 0,1-1-1 0,4-6 0 15,1 2-1-15,4-6-1 0,4-4-1 0,0-1-13 16,5-5-22-16,2-3-71 0,0-3-74 0,1-2-142 16,-1 1-223-16,0-3-312 0,1 3-351 15,0 1-240-15,-2 0-60 0,2 2 511 0,0 2 605 16</inkml:trace>
  <inkml:trace contextRef="#ctx0" brushRef="#br0" timeOffset="6143.98">19812 2153 331 0,'0'11'941'16,"-3"-8"336"-16,3-3-32 0,0-6-182 0,3-4-378 15,1-5-239-15,3-5-119 0,1-4-66 16,2-3-39-16,2-6-48 0,4-1-66 0,1-6-40 16,3-1-26-16,3-5-14 0,3 0-11 0,0-3-9 15,4-2-1-15,0-3-1 0,0 3 2 0,0 1-1 16,-3 1 0-16,-4 5 3 0,-3 4-3 0,-1 2-5 15,-6 8-23-15,-5 2-61 0,-5 6-65 0,-6 2-112 16,-4 7-169-16,-5 2-281 0,-6 5-315 16,0 4-245-16,-2 4-160 0,-2 2 254 0,-1 4 558 15</inkml:trace>
  <inkml:trace contextRef="#ctx0" brushRef="#br0" timeOffset="6339.98">19834 1346 112 0,'-4'0'727'0,"0"2"475"0,1 0 88 16,-3 2-157-16,3 3-357 0,3 1-295 0,-2 0-148 16,2 5-80-16,2 2-43 0,0 1-34 0,4 7-43 15,-2-4-55-15,4 3-34 0,2 0-18 0,2 1-10 16,3-1-5-16,2 1 0 0,1-2-6 16,2-3-55-16,2 0-64 0,1-5-139 0,3 0-218 15,1-2-300-15,3-2-346 0,2 1-267 0,0-3-91 16,-1-1 491-16,2-2 593 0</inkml:trace>
  <inkml:trace contextRef="#ctx0" brushRef="#br0" timeOffset="6706.09">20771 1291 68 0,'-5'-15'759'15,"-5"3"698"-15,-1 0 119 0,-5 4-258 0,0 0-403 16,-2 2-372-16,-4 1-210 0,1 1-132 0,-5 2-79 15,1 2-46-15,-2 0-32 0,2 2-19 0,3 1-13 16,1 0-7-16,3 2 1 0,1-1 1 0,4 0 0 16,1 2-5-16,3 3-4 0,1 2 6 0,3-1 3 15,4 3 1-15,1 1 1 0,1 2 1 0,3 0 0 16,3 0-7-16,1 2-3 0,0-1-3 0,3 0-1 16,3 1 0-16,1 5 1 0,0-6 1 0,1 4 0 15,3-1 2-15,0 3 1 0,-1 1-1 16,0 0 2-16,0 2 0 0,1 1 0 0,0 1 0 15,-5 2 0-15,3 2 0 0,-4-2 1 0,-2 6-1 16,0-4 0-16,-4 3 0 0,-3-2 1 0,-2 0 0 16,-4-2 0-16,-2 0 0 0,-3-5-2 15,-4-2-6-15,-1-2-10 0,-1-4-17 0,-5-5-33 16,0-2-57-16,2-4-61 0,-5-3-72 0,4-4-135 16,-2-2-183-16,2-4-281 0,4-6-238 0,3-3-206 15,4-3-31-15,0-6 430 0,6-2 486 16</inkml:trace>
  <inkml:trace contextRef="#ctx0" brushRef="#br0" timeOffset="6905.88">21066 1362 60 0,'25'-8'601'0,"-9"5"483"0,0 3 189 16,-6 6-2-16,0 3-316 0,-3 7-307 0,-2 1-189 15,-4 5-111-15,-1 6-69 0,-1 1-83 0,-3 6-64 16,0 4-41-16,-6 5-28 0,-1 5-16 0,1 5-12 15,-3 4-9-15,1-1-14 0,3 2-16 16,0-2-27-16,2-5-81 0,4-7-91 0,0-7-162 16,1-7-264-16,-1-6-330 0,1-7-374 0,-2-6-195 15,-1-8 112-15,0-7 634 0</inkml:trace>
  <inkml:trace contextRef="#ctx0" brushRef="#br0" timeOffset="7102.05">20949 1433 166 0,'-1'-23'780'16,"-3"5"423"-16,1 1 50 0,2 5-167 0,1 1-432 16,-2 4-332-16,4 1-162 0,-2 2-77 0,6 1-41 15,2-1-21-15,4 2-10 0,4 0-4 0,6-1-6 16,4 3-3-16,2 0 1 0,2 3 0 16,5 1 1-16,1 3 0 0,1 0 0 0,4 3-6 15,-2 2-40-15,3 1-109 0,0 2-152 0,-1 0-277 16,1-1-272-16,-2 4-254 0,2 2-113 0,-4 1 279 15,0 1 455-15</inkml:trace>
  <inkml:trace contextRef="#ctx0" brushRef="#br0" timeOffset="7481.96">21507 2157 329 0,'-8'16'1158'0,"-1"-2"416"0,2-2-160 16,3-4-298-16,-1 0-473 0,5-4-259 0,0-4-174 16,3-4-78-16,5-6-32 0,2-7-12 0,4-5-15 15,3-8-13-15,5-6-10 0,2-5-3 16,2-4-7-16,0-5-8 0,1 1-8 0,0-2-6 16,-2 0-4-16,0 1-6 0,-4 0-3 0,1 0 1 15,-3 2 1-15,-3 3-1 0,0 3 2 0,-5 5-1 16,-1 4 1-16,-4 6-3 0,1 4-1 0,-2 7-2 15,-1 1-2-15,-3 7-1 0,1 1-3 0,-2 7 0 16,0 7-2-16,-2 6 0 0,-1 4 0 16,0 5 3-16,-1 7 0 0,1 4 2 0,-3 5 2 15,3 1 1-15,0 4 1 0,-2 2 1 0,2 3 0 16,0 0-2-16,-2 0-1 0,2 0-2 0,-2-3-1 16,4-2-2-16,1-2-6 0,1-5-15 0,-1-3-53 15,5-4-72-15,-5-4-130 0,1-4-205 16,2-2-306-16,-3-5-348 0,0-3-298 0,-1-4-112 15,-1-2 447-15,-4-5 637 0</inkml:trace>
  <inkml:trace contextRef="#ctx0" brushRef="#br0" timeOffset="7660.02">21624 1888 28 0,'0'-5'605'0,"0"3"517"15,0 0 166-15,2 2-132 0,1 2-339 0,5 0-396 16,0 3-212-16,1 1-105 0,5 0-46 0,1 1-27 15,4 1-12-15,1 0-8 0,6-3-3 16,0 3-3-16,4-2-7 0,2-2-25 0,1 0-114 16,1-2-183-16,0 0-291 0,-2 0-270 0,1-2-269 15,-1-2-137-15,-2 0 326 0,-3 0 517 16</inkml:trace>
  <inkml:trace contextRef="#ctx0" brushRef="#br0" timeOffset="7991.92">22157 1351 235 0,'13'-9'482'0,"-5"3"293"0,0 3 256 0,-1 2-145 16,1 2-161-16,-3 2-48 0,2 6-42 0,-3 2-115 0,2 4-124 15,-3 3-89-15,1 1-58 0,-4 5-74 16,-2 3-46-16,0 3-26 0,-2 5-14 0,-4 4-11 16,2 3-1-16,-2 4-6 0,0 5-9 0,-5 2-9 15,5 0-9-15,-1 2-10 0,0 1-11 0,0-6-10 16,6 0-8-16,2-4-3 0,1-3-4 16,3-3 0-16,3-6-2 0,2-2-1 0,6-7-1 15,-1-4-14-15,6-6-20 0,1-4-55 0,0-8-75 16,2-4-138-16,0-8-222 0,0-1-304 0,3-7-358 15,0-2-308-15,1-3-98 0,-3-2 502 16,1 0 651-16</inkml:trace>
  <inkml:trace contextRef="#ctx0" brushRef="#br0" timeOffset="8491.95">22687 1658 192 0,'6'-8'594'0,"-1"0"308"16,0 2 125-16,-2 2-180 0,0-1-257 16,0 4-158-16,0-1-96 0,0 5 16 0,0 3 25 15,2 5-22-15,0 2-30 0,-2 7-53 0,-1 4-51 16,0 2-71-16,-4 8-60 0,-1 1-31 0,-2 5-27 16,-2 1-15-16,3 1-10 0,-4-1-3 15,2 1-7-15,-1-5-25 0,2-2-67 0,2-5-71 16,0-6-147-16,1-3-206 0,2-6-315 0,0-6-324 15,0-5-219-15,0-6-22 0,0-6 496 0,0-6 521 16</inkml:trace>
  <inkml:trace contextRef="#ctx0" brushRef="#br0" timeOffset="8685.11">22641 1249 113 0,'2'3'734'0,"-2"0"470"0,0 0 81 0,0 3-168 16,0-1-397-16,0 1-366 0,-2 1-177 16,2 0-86-16,0 3-45 0,2-2-22 0,-1 0-9 15,2 0-10-15,5-1-12 0,0-1-72 0,2-1-158 16,2-2-299-16,-1-2-269 0,2 0-266 0,-1-1-224 16,1 0 143-16,0-1 545 0</inkml:trace>
  <inkml:trace contextRef="#ctx0" brushRef="#br0" timeOffset="9089.89">23555 1364 16 0,'8'7'412'0,"-2"0"318"0,2 7 283 0,-4 1 117 16,1 3-292-16,3 6-221 0,-3 1-74 16,3 3-61-16,-2 6-82 0,-1 0-90 0,-2 4-62 15,-1-1-70-15,-2 4-70 0,-2-1-42 0,1 3-27 16,-4-4-19-16,1 4-10 0,-3-3-6 0,1-1-20 16,-1 0-71-16,-1-5-78 0,-3-2-160 15,3-4-270-15,-1-5-315 0,-2-5-353 0,1-3-207 16,-1-6 78-16,-3-5 634 0</inkml:trace>
  <inkml:trace contextRef="#ctx0" brushRef="#br0" timeOffset="9280.91">23387 1348 129 0,'9'-15'733'15,"-2"5"435"-15,-1 1 69 0,-1 3-147 0,4 1-411 16,1 2-345-16,1 2-173 0,5 2-78 0,1 1-35 15,4 1-20-15,4 1-12 0,3 2-3 0,6 2-6 16,1 1-2-16,3 3-10 0,0 0-82 0,4 1-149 16,-2 2-284-16,3 2-262 0,1 1-267 0,-1 1-211 15,0 0 171-15,0 2 494 0</inkml:trace>
  <inkml:trace contextRef="#ctx0" brushRef="#br0" timeOffset="9588">26670 2298 39 0,'-4'0'931'0,"-1"0"799"0,1-3-44 0,-5 0-366 16,-1 0-383-16,2 2-408 0,-1-1-242 0,-1 0-113 16,0 0-54-16,1-1-35 0,1 2-27 0,0 1-24 15,3-1-15-15,-1-1-10 0,2 1-6 0,0-2-5 16,3 1-8-16,1 2-18 0,1-5-30 16,3 1-77-16,0 0-117 0,2-2-206 0,2-2-298 15,0-2-357-15,2 1-415 0,-4 0-175 0,-1-2 400 16,0 4 758-16</inkml:trace>
  <inkml:trace contextRef="#ctx0" brushRef="#br0" timeOffset="10003.91">26426 1090 65 0,'7'-12'351'15,"0"0"193"-15,3 2 139 0,3 0 1 0,4 3-195 16,0 1-103-16,7 0-32 0,1 2-25 0,4 0 31 16,1-1 0-16,1 2-54 0,3 1-62 0,-1 1-48 15,2 0-16-15,-2 2-46 0,2 0-63 0,-4 4-31 16,1 1-16-16,-2 1 83 0,-3 2 33 0,-4 5 31 15,-2 0 36-15,-8 4 16 0,-4-1 4 0,-4 1-65 16,-7 3-28-16,-7 2-30 0,-4 1-23 0,-6 2-14 16,-4 3-5-16,-2 2-3 0,-5 3-6 0,0 0-4 15,4 2 0-15,-3-1-6 0,7-1-8 0,3-2-11 16,2-2-5-16,7-2-5 0,3-1-5 0,3-1-4 16,6-2-3-16,6-3 1 0,4-2-2 15,6-1-1-15,4-5 0 0,7-3 0 0,5-3-1 16,5-3-3-16,4-4-13 0,0-1-29 0,4-2-84 15,-2-2-142-15,1-5-259 0,-5 0-313 0,0-2-390 16,-7 0-448-16,-4 0-60 0,-3 0 690 16</inkml:trace>
  <inkml:trace contextRef="#ctx0" brushRef="#br0" timeOffset="23155.83">6861 5871 93 0,'-12'-11'622'0,"-6"4"445"0,-5-3 143 0,-4 2-109 16,-5-1-390-16,1 0-331 0,-4 1-144 15,-2-1-82-15,-1 0-9 0,-4 2 18 0,-1 1 23 16,-4 0-3-16,-1 2-7 0,-2 2-3 16,-4 0-31-16,0 4-36 0,-5 0-34 0,-2 3-20 15,-1 4-17-15,-7 5-19 0,1 1-12 0,-3 8-10 16,-5 2-3-16,1 6-2 0,-1 5 0 0,-4 6 2 16,1 5 10-16,0 4 6 0,-2 5-2 15,0 6 0-15,1 6-1 0,1 5-8 0,3 4-7 16,3 5-3-16,2 3 3 0,6 3 8 0,2 5 1 15,6-1 9-15,6 7 0 0,1-2-1 16,10 1-6-16,1 2-6 0,9-4 1 0,6 0 1 16,2-3 2-16,9-3 2 0,2-4 0 0,8-3-2 15,6-3-3-15,5-5-8 0,6-5-3 16,7-3-1-16,1-5 3 0,7-2 4 0,2-5 1 16,4-5 4-16,3-2 6 0,1-2 6 0,1-2-1 15,2-2 4-15,-4-2 3 0,2 1-4 16,-5-2 0-16,0 3 1 0,-5-1-1 0,-5 3-5 15,-3 4-1-15,-9 2 2 0,-4 7-1 0,-9 3-2 16,-9 5 3-16,-4 5 2 0,-7 7 13 16,-7 5 3-16,-8 8 2 0,-5 6 6 0,-5 7 6 15,-3 1 8-15,-6 5-8 0,1 4 2 0,-1-1 2 16,-2 2-9-16,1 1-9 0,2-5-4 16,2-3-5-16,0-5-6 0,4-3-2 0,4-7-2 15,5-4-3-15,2-7-4 0,4-4-2 16,3-6-1-16,6-7-2 0,3-6 0 0,5-5 0 15,4-5 1-15,5-5-1 0,4-2 2 0,6-5 5 16,3-2 0-16,4-1 3 0,4-3 2 16,5 1 0-16,2-3 2 0,3 0 0 0,1 0-1 15,2 0-2-15,3 0 0 0,0 2 0 0,1 0-2 16,1 3-3-16,1 2 0 0,0-1-2 16,-1 3-1-16,3 3-1 0,-1 0-2 0,0-1 2 15,3 1 2-15,0 1 2 0,1-3 1 16,1 2 2-16,2-1 2 0,0-3 1 0,2 3 0 0,0-3 0 15,2 2 1-15,0-1-1 0,-2-2-1 16,2 5 1-16,-2-1-2 0,0 3 2 0,-2 0-5 16,-1 3-2-16,0 2-1 0,-2 1-1 15,-2 1 4-15,1 2 0 0,-3 0 1 0,2 1 2 16,-2 3 2-16,0-3-2 0,0 2-1 16,3-3 0-16,0 0 0 0,4-3 0 0,1-1 1 15,1-4 0-15,4-2-2 0,1-3-1 0,0-4-2 16,0-1-2-16,3-4 0 0,-3 0-1 0,3-2 0 15,0-1 0-15,-1-3 3 0,1 3 2 16,0-2 2-16,-4 1-1 0,4 3 4 0,-2 0 0 16,0 4 3-16,-2 4-1 0,0 3 0 15,-1 7 1-15,-4 6-2 0,0 6 0 0,-5 3-5 16,-3 8-3-16,-2 1 1 0,-3 5 1 0,-2 0 1 16,-1 0 1-16,1 2 1 0,1-2 2 0,-1-3-4 15,1-4-4-15,2-7-2 0,4-5-2 0,3-7 1 16,2-7 2-16,5-9 1 0,5-9 4 15,8-9 3-15,6-9 2 0,8-9-2 16,4-10-3-16,6-8-1 0,5-8-1 0,5-6-2 16,3-5 1-16,3-3-1 0,5-1 0 0,2-1 3 15,1 1-2-15,-1 0 1 0,1 4 0 0,-3 5 1 16,1 5 2-16,-3 5 2 0,2 7-1 16,-2 7 0-16,-2 6-4 0,-2 8 1 0,-2 6-1 15,-3 5 1-15,-4 7 2 0,-4 4 3 0,-2 5 2 16,0 3 1-16,-4 2-1 0,1 3-2 15,0-3-1-15,-3 3-4 0,0-3 0 0,3 1-2 16,-3-4 1-16,1-2 0 0,1-4 2 0,4-4 0 16,2-4 3-16,4-5 1 0,2-4-1 15,3-5-2-15,2-6-2 0,4-5 1 0,2-7 1 16,3-4 1-16,2-6-1 0,5-4 0 0,1-8 0 16,3-2-4-16,1-8 0 0,-1-4 3 0,-1-2-1 15,3-5 4-15,3-6 0 0,2-5 0 16,4-7-3-16,-2-1-1 0,-1-5 1 0,0-1-3 15,-2-1 2-15,-1-4 4 0,-2 0 0 16,-2-4-3-16,-4 2-1 0,-5-3 3 0,-1 1 0 16,-7-1-2-16,-3 1 3 0,-1-1 2 0,-5 2 1 15,-5 2-1-15,-6-1-1 0,-6 5 1 0,-8 2 4 16,-7 2 1-16,-7 4 1 0,-10 5 1 16,-6 2 4-16,-8 5 5 0,-8 4 1 0,-11 4 1 15,-8 2 1-15,-7 6 3 0,-10 2-1 16,-7 0-5-16,-6 8-2 0,-9-1-2 0,-6 1-3 15,-5 2-2-15,-4 0-2 0,-3 0 0 0,0 3-2 16,-1-1-2-16,-3-1-1 0,3 0-1 16,0-2-2-16,1-4-2 0,2-2-2 0,-1-2 1 15,7-4-1-15,0-5 1 0,6-5 0 0,2-5 0 16,2-6 0-16,6-6-1 0,4-5-2 0,4-3 1 16,7-3 1-16,4-4 0 0,8-3 1 15,4-6 1-15,7 0 0 0,4-5-3 0,7 0 0 16,5 0 2-16,2 1 0 0,5-1-1 15,0 3 1-15,5 0 0 0,0 6-2 0,0 1-1 16,0 7 0-16,1 2 2 0,-3 5 0 0,-2 6 4 16,-4 5 0-16,-1 4 2 0,-3 5 2 0,-7 4-1 15,-2 3 1-15,-4 6-1 0,-4 3 1 0,-3 1 0 16,-4 6 3-16,-3 0 2 0,-4 2 2 16,-4-1-1-16,1 3 1 0,-4-1-2 0,-1 1-3 15,-1-2-3-15,-1-1-3 0,2-1-1 16,-2-3-1-16,0 1 2 0,2-3 0 0,-1-4-1 15,3-2 1-15,1-2 0 0,0-5-1 0,1 0-2 16,1-5 0-16,2 1-1 0,-3-2-1 16,1 1 1-16,-4 0 2 0,1 4 1 0,-4 2 1 15,-4-1 4-15,-3 5-1 0,-4 1 0 16,-3 5 2-16,-4 3 0 0,-2 2 2 0,-5 4 1 16,-1 3 2-16,-5 4 3 0,1 3-1 0,-3 1-1 15,-2 4 0-15,-2 2-1 0,-1 1-4 16,0 0-2-16,-3 0-2 0,1-1-3 0,0 0-1 15,3-4-2-15,0 1-1 0,4-4-2 0,1-2 0 16,2-2 0-16,1-4 2 0,6-2 1 0,0-5 3 16,3 0 0-16,2-6 1 0,1 0 1 15,3-1 0-15,1-2 0 0,0 0-1 0,1 2 0 16,-1 0 0-16,-1 2 0 0,0 3-1 16,-5 3 0-16,-3 4-1 0,2 4 0 0,-4 4-1 15,-2 4 0-15,-1 5-2 0,-2 3 1 0,0 4 1 16,0 4 1-16,-2 4 1 0,2 3 0 0,-3 2 2 15,2 2 0-15,0 3 0 0,1-1-2 16,-1 1-1-16,4-2 1 0,-3-1-1 0,5-3-1 16,-2 0 0-16,5-5-1 0,-1-2 0 15,3-4-2-15,3-2 1 0,1-5-2 0,3-1 0 16,1-4 2-16,2-1 0 0,1-1 2 0,1-4 1 16,1 3 3-16,1-4 1 0,-2 4 0 0,2-1 1 15,-3 1 1-15,-1 1-1 0,-1 4-1 16,-1 1 0-16,-3 3-1 0,-1 4-1 0,-1 2-2 15,-4 4 0-15,-2 3-1 0,1 4 0 16,-5 3-1-16,0 1 1 0,0 4-1 0,0 1-1 16,-1 1 1-16,1 2-1 0,2 2 0 0,0-2 1 15,2 1 1-15,-2-1 1 0,5-1 1 0,-1-1 1 16,2-1 0-16,2-3 0 0,3-1 0 16,1-3 0-16,0-2-1 0,4-2-1 0,1-4 0 15,0 1-1-15,3-7 0 0,1 0 0 16,-1 0 0-16,2-4 0 0,3 1 1 0,-2-2 1 15,1-1 1-15,-1 2-1 0,2-1 2 0,-3 2-2 16,3-2 0-16,-5 3 0 0,1 2 0 16,0 1-1-16,-2 3-1 0,0 1-1 0,-3 3 0 15,-1 4-1-15,-3 0 1 0,2 6 0 16,-3 1 2-16,-2 1 0 0,0 2 2 0,-1 1 0 16,-2 2 0-16,0-1-1 0,0 0 1 0,0 1 0 15,-2-2-2-15,-2 0 2 0,1-1-2 0,-3 1 0 16,3-4 0-16,-3-1 0 0,1-4-1 15,0 2-1-15,-1-4 1 0,1-1-1 16,1-2 1-16,0 1 1 0,-2-5 2 0,3 1 0 16,-2-4 1-16,2 2 0 0,-1-2 0 0,0 1 0 15,-2-3-1-15,1 1 1 0,-1 2 2 0,-2-1 0 16,0 2 2-16,-4 2-1 0,-2 0 0 16,2 2-1-16,-2 4-3 0,-1 2-2 0,2 1 1 15,-3 3 0-15,1 1 2 0,-1 3-1 16,3 0 2-16,-1 2 0 0,2 2-2 0,0-1-1 15,0-1-1-15,4 2-3 0,0-1-4 0,2-5-19 16,-2-3-45-16,2-5-98 0,0-7-233 16,1-6-278-16,6-8-369 0,1-5-466 0,0-7-410 15,4-5 345-15,5-5 1048 0</inkml:trace>
  <inkml:trace contextRef="#ctx0" brushRef="#br0" timeOffset="25694.7">5454 5826 280 0,'-13'6'614'0,"-2"-3"280"0,-1 0 161 0,-1-2-196 16,-1 1-229-16,-1-1-136 0,-3-1-43 15,0 0-24-15,1 0-63 0,-4 0-66 0,0 0-47 16,-5 0-38-16,0-1-57 0,-5-1-49 0,-1 1-26 16,-3 1-20-16,-1-2-13 0,-3 1-9 15,0 0-8-15,-3-1-1 0,-1 2-1 0,-2-2-2 16,-2-2 0-16,1 0-1 0,-2 0-9 0,-2-3-4 16,0 0-3-16,0 0-5 0,-1-2-1 15,-2 0-1-15,-1-2 15 0,-1 2 2 0,-1-3 1 16,0-1-1-16,0 1 2 0,1 0-2 0,1-1-13 15,-1 1-6-15,-1 1-4 0,0-2 0 0,-2 2-3 16,1-1-1-16,-4 2 3 0,0-2 3 16,-1 3 6-16,1 0 2 0,0 1 1 0,2 2 0 15,1 0 3-15,2 3-1 0,-1 0-9 0,2 3-3 16,1 0-4-16,0 1 0 0,3 3-3 0,-2 0-1 16,2 1 4-16,0-1 1 0,2 3 2 15,0-3 1-15,1 2 2 0,4 0-1 0,-1 1 6 0,6-1 2 16,-1 0 1-16,4 2 1 0,4-2-1 15,1 0 2-15,4-2-5 0,2 1-6 0,2-1-4 16,2 1-1-16,3-3-2 0,3 0-2 0,2 2 0 16,1-3 4-16,2 0 4 0,2-1 1 0,2 2 1 15,2-2 1-15,1 0-1 0,2 2 0 0,-1-2-1 16,4 1-1-16,-2-1 0 0,2 0 0 0,1 0-1 16,-1 0 0-16,1 0-1 0,1 0 2 0,-2 0 0 15,2 0-1-15,0 0 3 0,0 1 0 0,0-1 0 16,0 0 0-16,0 0 1 0,0 0 0 0,-2 0 0 15,2 0 0-15,0 0-1 0,0 0 2 0,0 0-1 16,0 0-1-16,0 0-1 0,0 0 0 16,-1 0-1-16,1 0-1 0,0 0 0 0,0 0-1 0,0 0-6 15,0 0-16-15,0 0-20 0,0 0-60 0,1 0-67 16,-1-1-96-16,-1 1-154 0,1-1-194 0,0 1-319 16,0 0-244-16,0 0-197 0,-2 1 79 0,-1 0 487 15</inkml:trace>
  <inkml:trace contextRef="#ctx0" brushRef="#br0" timeOffset="25919.35">1886 5742 18 0,'-5'3'433'0,"-3"-1"386"16,-3-2 314-16,2 0 38 0,-4 0-342 0,-1-2-239 15,3-1-108-15,-1-3-95 0,-2-3-91 0,3-3-66 16,-3-5-48-16,1-3-37 0,1-6-59 0,1-3-22 16,3-2-17-16,1-2-6 0,4 0-4 0,-1-1-16 15,4 5-3-15,0 0-10 0,4 1-5 0,-1 4-3 16,2 3-4-16,-2 2 0 0,4 6-3 0,-1 4-2 15,5 3-3-15,2 5 2 0,2 6 2 0,1 6 3 16,5 7 5-16,2 5 4 0,1 5 4 16,3 3-5-16,3 4-42 0,-1 4-63 0,1 0-137 15,1 3-237-15,4 2-296 0,2-2-336 0,2 1-291 16,-1 1-98-16,0 1 500 0</inkml:trace>
  <inkml:trace contextRef="#ctx0" brushRef="#br0" timeOffset="27335.97">6849 15104 182 0,'0'1'466'0,"-3"0"252"0,-2 2 189 16,-3 0-82-16,-2 0-163 0,0 0-115 0,-2 1-75 15,-3 0-43-15,-1-1-34 0,0 0-61 16,-2-1-60-16,-2 1-40 0,0-1-29 0,0 0-43 15,-5-2-43-15,0-2-34 0,-2 0-19 0,0 1-15 16,-3-2-12-16,-3-1-5 0,-2-1-8 16,-3-1-3-16,-3 0-2 0,-3-1 1 0,-1-1-1 15,-2-1-2-15,-2 2-2 0,-5-2-2 0,-3-1-6 16,-1 3 2-16,-4 1 4 0,-1 0 5 16,-2 3 0-16,-3-1 2 0,0 2 3 0,-3 2-6 15,0 0-6-15,-2 2-5 0,-3 2-1 16,0-1-3-16,-3 1 3 0,0 3 2 0,-3-2-1 15,0 2 2-15,3 0 1 0,-3 1 2 0,1-1-11 16,0 1-4-16,-1 0 14 0,0-3 21 16,1 2 6-16,-1 1 2 0,-2 0 4 0,2-3 1 15,0 4-11-15,3-3-18 0,3 2-8 0,1 0-3 16,0-1 0-16,3-1-1 0,0 1-3 0,1 0-1 16,1-1-1-16,3-2-1 0,3-1 1 0,2-2-2 15,2 1 0-15,3-2 0 0,2 0 0 16,6-2 1-16,3 0 2 0,3-1 0 0,2 0 1 15,5-2 1-15,1 0 0 0,6 2-1 0,3-1-5 16,4 1 2-16,2 1-5 0,5 0-2 0,2-1-4 16,3 1-1-16,1 1 2 0,3-1-5 0,1 2 3 15,3 0 6-15,2 0 5 0,2 0-5 16,3 3-12-16,1 0-25 0,3 2-55 0,-1 1-84 16,0-1-148-16,2 6-210 0,1-2-308 0,0 2-347 15,-3 1-285-15,-2-2-73 0,-3 1 509 0,-1-3 610 16</inkml:trace>
  <inkml:trace contextRef="#ctx0" brushRef="#br0" timeOffset="27665.91">2733 15364 38 0,'-6'2'486'0,"-5"-2"400"16,1 2 211-16,1 1 34 0,-4-2-322 0,5-1-287 15,0 0-74-15,1 0-70 0,0 0-51 0,1 0-70 16,1 0-53-16,0-1-51 0,2-4-73 15,-3 0-43-15,3-2-11 0,0-4-11 0,-2-2-1 16,3-4-4-16,-3 0 2 0,2-5 4 0,0 0-17 16,1-1-4-16,-2 1-4 0,-1 1 0 0,2 1 2 15,-2 2 9-15,2 4 19 0,1 2 11 16,-1 2 9-16,2 3 6 0,-1 1 0 0,0 1-12 16,2 1-12-16,0 2-12 0,0 1-8 0,5 4-7 15,0 3-3-15,6 3-2 0,3 2 7 0,4 6 8 16,2 2 1-16,5 1 4 0,2-1 0 0,3 4 4 15,0-2-7-15,4 0-5 0,-1-1-3 0,3-5-3 16,-3 2 2-16,2-6-13 0,-1 0-58 16,-3-5-62-16,-2-2-121 0,-1-4-184 0,-3-2-306 15,-3-2-334-15,-4-3-258 0,-4-4-135 0,-6-1 372 16,-6-5 590-16</inkml:trace>
  <inkml:trace contextRef="#ctx0" brushRef="#br0" timeOffset="28892">426 10371 159 0,'2'-12'708'0,"1"2"404"0,-1 0 105 16,-7 3-97-16,0 1-344 0,0-1-233 15,-2 5-144-15,7 2-73 0,-5-2-50 0,-1 0-49 16,6 2-81-16,-7 2-51 0,1 0-29 16,-2-2-20-16,3 2-16 0,2 0-12 15,0 1-10-15,1 4-4 0,4-1-3 16,1 2-3-16,4 4-2 0,3 2-1 15,3 2 1-15,6 4 0 0,3-1 3 0,5 4 2 16,5-3 1-16,1 2 2 0,2-1 1 0,4-1 0 16,-1-1-2-16,2 2-1 0,1-5 1 15,-2 2 0-15,-2-5-1 0,-1 1-1 0,-3-2 0 16,-1-1 1-16,-3-2-2 0,-4-2 0 16,-5 1 0-16,-2-4-2 0,-3 0 5 0,-5 1 2 15,-2-2 3-15,-4 2 1 0,-4-5 2 16,-4 6-2-16,-1 3-15 0,-6 0-31 0,-6 0-67 15,-4-2-69-15,-3 1-152 0,-4-2-198 16,-4-2-308-16,-6-1-316 0,-6-1-225 0,-2-4-64 16,-6-3 486-16,-2-1 537 0</inkml:trace>
  <inkml:trace contextRef="#ctx0" brushRef="#br0" timeOffset="29088.12">311 10438 4 0,'2'-29'364'0,"-1"2"309"15,2 1 300-15,2-1 150 0,1-3-286 16,-1-1-232-16,-2-1-143 0,-1-1-100 0,-2-1-104 16,3 0-96-16,0 0-59 0,-1 2-51 15,3-3-26-15,2 2-16 0,-2 2-3 16,0 1-1-16,0 3 1 0,1 1-25 16,-4 1-69-16,4 4-146 0,-5 2-211 0,-1 1-286 15,0 2-296-15,-7 2-231 0,-1 2 44 16,-5 1 463-16</inkml:trace>
  <inkml:trace contextRef="#ctx0" brushRef="#br0" timeOffset="29438.04">409 9729 14 0,'25'14'336'0,"7"3"251"0,3 4 311 15,6 5 213-15,0 2-284 0,2 4-174 16,-1 1-116-16,-2 1-96 0,0 0-125 0,-1-3-117 15,-3-4-75-15,1-4-60 0,-3-6-29 16,-2-7-17-16,-2-5-9 0,-1-6-5 0,-6-8-3 16,-4-6 5-16,-1-8-6 0,-7-7 3 0,-2-5 6 15,-6-7 8-15,-1-1 39 0,-4-2 41 16,-4 0 33-16,-5 1 12 0,-3 1 0 16,-8 3-13-16,-5 2-33 0,-8 3-34 0,-5 1-27 15,-5 3-22-15,-5 2-9 0,0 4 0 16,-2 2-7-16,3 7-1 0,1 5-5 0,7 2 2 15,0 7-4-15,8 8-2 0,3 5 1 16,9 8-1-16,2 1 2 0,8 7 0 16,6 3-2-16,4 3-23 0,7 5-46 0,5-1-47 15,5 3-68-15,8-2-129 0,3-1-172 16,1-4-285-16,4-1-248 0,0-5-220 0,-1-6-45 16,1-7 383-16,-2-3 471 0</inkml:trace>
  <inkml:trace contextRef="#ctx0" brushRef="#br0" timeOffset="29796.04">711 9144 263 0,'-10'-12'887'0,"1"4"364"15,3 3-19-15,6 5-182 0,-2 7-472 0,5 6-282 16,7 4-135-16,2 3-66 0,9 5-6 15,1 2 30-15,7 4 0 0,1 1-3 0,5-1-5 16,1-2-3-16,0 1-21 0,-1-5-46 16,3-5-22-16,-3-3-12 0,0-9-5 0,-1-3 1 15,-4-5-5-15,-4-7 2 0,-1-7 5 16,-5-3 5-16,-5-7-4 0,-5-2-2 0,-3-6 2 16,-7-3 8-16,-3-1 3 0,-4 0 13 15,-8 0 14-15,-7 1 4 0,-7 3 3 16,-7 2-7-16,-7 2-7 0,-7-2-15 0,-7 7-15 15,-5 1-6-15,2 3-9 0,0 4-4 0,6 7-3 16,3 6-4-16,4 4-7 0,3 6-40 16,7 7-43-16,4-2-80 0,9 3-159 0,10 5-265 15,3-1-300-15,10 4-266 0,2-4-204 16,4 1 134-16,6 0 565 0</inkml:trace>
  <inkml:trace contextRef="#ctx0" brushRef="#br0" timeOffset="30454.26">1348 8967 417 0,'7'-8'801'16,"-4"2"277"-16,-3-1 57 0,-3-2-302 0,-7 0-267 15,-4-1-137-15,-2-3-57 0,0-1-52 16,-3-6-52-16,-1-1-44 0,-1-5-34 16,0-1-51-16,1-2-44 0,1-2-25 0,1 2-17 15,3 3-11-15,4 3-3 0,1 2-5 0,1 5-6 16,4 4-5-16,0 1-5 0,2 3-6 16,1 1-11-16,2 7-2 0,0 0-3 0,8 0-1 15,2 2-2-15,6 4 4 0,0 3 4 16,4 0-1-16,0 3 2 0,3-1 0 0,2 3 1 15,-1 0 0-15,1-4 1 0,-1 2 0 0,-5-2 1 16,1-4-1-16,-5-1 1 0,2-2-2 0,-4-3 0 16,-1-1 1-16,-2-2-1 0,-2-5-1 0,-1 0 1 15,-2-5 4-15,-2-2-3 0,-1-3-3 0,0-3 0 16,-4 0-1-16,0-3-1 0,-1 0-1 16,-2 2 0-16,-1-2 1 0,0 2 2 0,-2 1 1 15,0 0 0-15,-3 1 1 0,3 2 2 0,0 3 0 16,-1 1 10-16,3 3 5 0,-1 4 6 0,2 0-3 15,2 2-1-15,0 2-3 0,1 3-8 0,2 0-9 16,2 3-4-16,1 2 1 0,0 3 1 0,4 3 0 16,-1 1 1-16,5 3 1 0,0 0-1 0,2 1 1 15,4 2 0-15,0 1 1 0,-2-3 0 0,4 1-2 16,0-2-8-16,1-2-31 0,-1 0-68 0,-1-5-77 16,-1 0-153-16,-3-5-245 0,2-1-314 0,0-4-328 15,0-1-223-15,-2-3 15 0,-3-2 571 0</inkml:trace>
  <inkml:trace contextRef="#ctx0" brushRef="#br0" timeOffset="31080.15">1506 8361 4 0,'5'6'413'0,"0"-4"353"0,0 1 234 16,1-1 40-16,-3-2-278 0,-3-2-229 0,0-3-168 16,-5-3-76-16,-1-4-36 0,1-2-16 0,2-3-4 15,0-5-11-15,3-1-8 0,0-3-17 0,-2-2-15 16,-3-3-27-16,1 2-37 0,-4-4-31 0,3 2-24 16,-3-1-10-16,2 4-11 0,-2 2-8 0,2 3-4 15,1 4-2-15,2 3-1 0,-2 2-5 16,2 3-4-16,1 4-6 0,2 1-6 0,0 1-6 15,0 2-4-15,3 3 0 0,4 3 0 0,1 4 3 16,4 2-4-16,-1 5-2 0,5 1-2 0,0 2-1 16,0 1-1-16,0 1-1 0,1 0 5 0,-1-2 3 0,1-2 2 15,-2-2 1-15,0 0 0 0,0-4-1 0,-1-3 1 16,-2-3 7-16,0-3-2 0,-2-5 5 16,0-2 4-16,-2-5-3 0,-2-3-3 0,0-5-1 15,-1-2 4-15,-3-4-4 0,1-4-1 0,-3 0 2 16,2-1 1-16,-4-1-4 0,2 0-3 0,-3 1-2 15,-2 2-2-15,0-2 2 0,-2 2 1 0,2 2 0 16,-2 2 3-16,3 3 0 0,0 4 1 0,1 3-2 16,0 4-2-16,0 2 2 0,2 3-2 0,1 2-2 15,1 1 0-15,2 3-1 0,0 3-1 0,2 1 1 16,0 2 1-16,1 0 0 0,-1 0 0 0,4 0 1 16,-1 1-1-16,-1-1 0 0,1-4 0 0,2 0-1 15,0-4 2-15,0-5 3 0,2-6 1 16,-1-3 1-16,3-8 1 0,-2-6 2 0,-1-3 0 0,3-5-3 15,0-1 0-15,0-4 1 0,1 4-4 0,0 0-1 16,-4 6-1-16,1 5-3 0,0 3 1 0,-4 8-3 16,2 3 2-16,0 7 1 0,0 4 0 0,1 7 2 15,2 5 0-15,-2 5 0 0,5 7-1 0,-2 2-2 16,5 2-12-16,-1 0-48 0,2 0-75 16,2 2-151-16,-1-7-278 0,7 2-304 0,-1-6-370 15,5-4-312-15,1-5-4 0,6-4 674 0</inkml:trace>
  <inkml:trace contextRef="#ctx0" brushRef="#br1" timeOffset="41932.8">823 11564 161 0,'8'-8'487'15,"0"3"340"-15,-3-1 289 0,-3 0-155 0,-2 6-96 16,-4-6-132-16,0-1-139 0,-3 3-127 15,-1 0-116-15,-4 1-72 0,1 0-88 0,-2 0-53 16,-3 3-39-16,-3 0-24 0,0 0-19 16,0 3-17-16,-4 0-14 0,2 2-10 15,-1 1-8-15,-2 2-3 0,-1 3-3 0,1 2-3 16,0-2 0-16,2 4-1 0,-1 0 1 0,5 0 0 16,-1-1-1-16,5-1 0 0,1 1 0 15,5-2-2-15,2-1 0 0,4 2-1 16,4 0 1-16,4-1 1 0,4 0 1 15,4 0 3-15,2-1 0 0,3 0-3 0,3-1-3 16,3 1-1-16,1-3 0 0,2-1-1 0,2 1 0 16,0 0 4-16,0 0 3 0,0-2 2 15,-1 3 1-15,-4-5 0 0,-2 6 0 16,-3-2 0-16,-3-1 1 0,-3 2 1 0,-3 2 0 16,-4 0 2-16,-4 1 0 0,-5 4-1 15,-3 0-1-15,-3 1-1 0,-4 1 5 0,-3 1 2 16,-2 1-1-16,-3-1 0 0,2 0 0 0,-4 1 0 15,-1-2-8-15,3-3-1 0,-2 0-3 16,2-3-1-16,2 0-2 0,3-4-8 16,2 1-15-16,-1-5-32 0,1 1-60 0,5-3-64 15,-3 0-80-15,11-2-136 0,-3-3-192 0,2-3-289 16,1-1-223-16,-2 0-198 0,4-6 18 16,-1 0 429-16</inkml:trace>
  <inkml:trace contextRef="#ctx0" brushRef="#br1" timeOffset="42318.03">1081 11472 161 0,'5'-6'756'15,"0"-1"427"-15,-1 4 96 0,-4 3-47 0,0 0-390 16,0 0-299-16,0 0-161 0,0 0-91 0,0 0-62 15,0 0-90-15,0 0-58 0,0 6-31 16,2 1-16-16,-1 3-6 0,-1 4-5 16,2 1 6-16,-1 3 2 0,1 1-10 0,0 4-6 15,-1 1 3-15,-1 3 0 0,2 0-6 0,-2 1-4 16,1 1 2-16,1-1 2 0,1 3-4 16,1-3-3-16,-1 0 4 0,4-1 3 0,-2-1-2 15,3-1 2-15,0-2-2 0,1-1-1 16,1-2-7-16,3-3-5 0,-1 0-1 15,3-3-2-15,0-2 3 0,1-3 0 0,3-2 0 16,0-1 2-16,0-3 2 0,0-3 2 0,0-1-1 16,2-4 1-16,-1-1-4 0,-1-2-10 0,3-2-17 15,-3-2-31-15,-1-1-57 0,-1-2-58 0,-1 3-56 16,-2-4-89-16,-3 1-148 0,-3-2-157 0,0 2-236 16,-2 1-224-16,0 0-186 0,-2 3 92 0,-3-4 440 15</inkml:trace>
  <inkml:trace contextRef="#ctx0" brushRef="#br1" timeOffset="42583.89">1023 11485 308 0,'0'0'870'0,"0"0"320"15,0 0-13-15,0 0-202 0,0 0-433 16,0 0-259-16,0 0-131 0,0 0-59 0,0 0-33 15,6-4-24-15,5-1-17 0,3-1-6 0,2 0-7 16,3 0-2-16,0-1-1 0,3 2-3 16,-1 1-2-16,1-1-1 0,3 2 3 0,0 2-2 15,-2-1 3-15,2 1-2 0,-3 1 3 0,-2 0 1 16,0 1-3-16,-2 2-2 0,-3 0-7 0,2 0-34 16,-4 2-101-16,-3 1-139 0,-5 0-217 0,-3 1-281 15,1 1-260-15,-1-1-148 0,-4 3 194 0,-3-2 420 16</inkml:trace>
  <inkml:trace contextRef="#ctx0" brushRef="#br1" timeOffset="42787.96">1133 11697 30 0,'0'7'536'16,"0"3"433"-16,3-5 181 0,-1-1-72 0,1 1-340 15,0-2-332-15,4 0-204 0,0 0-92 16,1-3-43-16,4 2-21 0,1-4-18 0,2 1-12 15,4-1-4-15,2-1-1 0,4 0 1 0,0 0 1 16,0 0 2-16,-1 0-1 0,0 0-35 0,-4 1-76 16,-1 0-129-16,-3 0-127 0,0 1-258 0,0 2-277 15,1 1-184-15,1 1 36 0,0-2 315 0,0 2 331 16</inkml:trace>
  <inkml:trace contextRef="#ctx0" brushRef="#br1" timeOffset="43304.05">1799 11468 12 0,'2'0'491'15,"-4"0"464"-15,2 2 249 0,-3 1-35 0,1 2-338 16,-1 2-228-16,0 2-156 0,3 3-93 0,1 4-57 16,-1 3-45-16,2 0-37 0,-2 4-56 0,2 1-51 15,-1 3-31-15,1 1-18 0,1 1-11 16,3 1-12-16,-3 0-9 0,2 0-11 0,0-3-7 15,0-2-3-15,-1-4-6 0,2-3-2 0,-1-3-1 16,0-3 0-16,0-3 0 0,0-3 1 0,-2-4 4 16,0-2 2-16,0-4-1 0,0-5 1 0,-3-3 1 15,0-4-2-15,0-5-1 0,-3-1-1 0,3-5 0 16,-3 0-1-16,1-5-2 0,-1 1-1 0,0-3 2 16,0-1-2-16,1 1 0 0,-1 2-1 0,0 2 1 15,1 1 1-15,1 5 1 0,-1 3 1 0,0 4 0 16,2 3 2-16,0 3-1 0,-2 3-1 0,2 3-3 15,2 0-1-15,-2 3-1 0,2 0 0 0,1 4 1 16,0 0 0-16,2 3 2 0,0 0 2 0,0 2 1 16,1 0-1-16,0 0 2 0,2 3-1 0,0-5-2 15,3 3-1-15,0-3 1 0,-1-2-1 0,4 0 0 16,-1-3 0-16,2 0 1 0,0-3 1 0,0-2 0 16,0 1 0-16,2-3 2 0,-4 2 0 0,4-1 0 15,-4 2-1-15,1 0 0 0,2 3 0 0,-5 1 1 16,3 1 1-16,-1 3 2 0,1 5 1 15,-3 1 0-15,0 5 0 0,2 2 7 0,-4 5 2 16,1 2 2-16,1 3 0 0,-3 3 0 0,-2 3-3 16,2 3-8-16,0 2-9 0,-2 0-24 0,-1 3-77 15,0-2-91-15,-3 4-183 0,-1-3-285 0,-1-1-331 16,0 0-385-16,-1-3-193 0,-1-1 190 16,0 0 725-16</inkml:trace>
  <inkml:trace contextRef="#ctx0" brushRef="#br1" timeOffset="45542.97">27194 6092 114 0,'-4'12'672'0,"2"-2"426"0,2-7 114 16,2-3-112-16,6-3-376 0,1-5-226 0,8-4-114 15,4-1-58-15,3-7-33 0,6-5-29 16,3-2-41-16,5-4-69 0,3-7-47 0,5-3-26 16,1-2-19-16,5-4-16 0,5-3-10 0,-3 0-11 15,3 0-6-15,-2 4-8 0,-4 2-6 16,-5 4-2-16,-6 3-3 0,-3 6 1 0,-7 4 0 15,-6 3 0-15,-2 3 1 0,-5 5 0 0,-5 4 0 16,-4 2 0-16,-3 1-12 0,-5 3-30 16,-5 5-74-16,-3 1-86 0,-8 3-159 0,-3 1-293 15,-5 2-320-15,-1 0-347 0,-2 1-201 0,-3-1 132 16,-1 0 647-16</inkml:trace>
  <inkml:trace contextRef="#ctx0" brushRef="#br1" timeOffset="45770.65">27457 5388 99 0,'1'9'613'0,"2"-2"385"0,1-1 133 0,1 1-58 16,-1 4-376-16,4 0-276 0,1 3-146 16,3 3-29-16,-1 1 21 0,3 5-16 0,0 2-32 15,0 4-36-15,1 1-25 0,0 4-43 16,2 1-51-16,-2 2-29 0,0 2-16 0,2 2-8 15,-4 0-2-15,2-3-51 0,0 3-64 0,-1-4-105 16,-2-3-173-16,4-2-290 0,-2-5-329 0,4-1-263 16,-1-5-146-16,5-5 271 0,0-4 581 15</inkml:trace>
  <inkml:trace contextRef="#ctx0" brushRef="#br1" timeOffset="46402">28406 5530 53 0,'-3'-7'557'0,"-1"4"428"0,-4 3 201 15,2 2-55-15,-2 2-335 0,0 4-219 0,2 3-141 16,-1 3-71-16,3 4-59 0,-2 2-41 0,-1 1-49 16,4 3-71-16,1 4-46 0,-1-3-32 15,3 3-15-15,0 3-15 0,0-3-10 0,2 4-8 16,-1-1-8-16,1-1-3 0,0 0-2 15,-1 0-1-15,3-1-4 0,-3-1 1 0,1-1-1 16,-2-2 1-16,1-1-1 0,-1-1 0 16,-1-5 0-16,1 1 1 0,-3-5 1 0,-1-2-1 0,1-3 1 15,-2-1 2-15,0-4-1 0,-1-2 0 16,-2-4-2-16,4-2-1 0,-3-4 1 16,2-2-2-16,1-4-1 0,0-3 0 0,2-2 0 15,0-3 0-15,2-4-1 0,2-4 1 0,0-3-1 16,5 0 0-16,-1-6 1 0,2 0-2 0,5 0 1 15,-2 0 0-15,2 0 1 0,2 4-2 16,1 3 0-16,0 2 0 0,3-1 0 0,2 5-2 16,1 0 2-16,4 1-1 0,3 2 1 15,1 1 1-15,0 0-1 0,1 5 1 0,3-1 1 16,-3 3 0-16,3 0-2 0,-3 1 2 0,-1 4-1 16,-1-1 2-16,-4 4-1 0,-3 1 0 0,-1 1-1 15,-4 5 1-15,-3 0 2 0,-4 5 1 16,-2 1 1-16,-7 4 3 0,-2 1 1 0,-9 4 1 15,-1 0-1-15,-8 4 4 0,-1 4 3 16,-9-1 6-16,-3 6 6 0,-2-2 4 0,-2 4 6 16,-2 2-1-16,0 0 1 0,3 4-3 0,1-4-4 15,3 1-4-15,4-3-6 0,3 0-3 0,4-1-5 16,6-4-5-16,2-2-3 0,5 1-1 16,4-3-1-16,4-2-1 0,7-2-1 0,3-2 1 15,3-2 0-15,7-1 0 0,2-3 1 16,4-2 0-16,5-2-1 0,-1 1-1 0,4-6 0 15,3 2-12-15,0-2-20 0,2 0-48 16,-2-2-78-16,-5 2-117 0,2-3-191 0,-5 1-300 16,0 1-338-16,-3 1-316 0,-2 0-133 0,-4 0 352 15,-2 1 649-15</inkml:trace>
  <inkml:trace contextRef="#ctx0" brushRef="#br1" timeOffset="46751.24">29168 5554 424 0,'9'-7'811'0,"0"-1"246"0,0 4-3 16,-5 1-281-16,3 3-234 0,-1 3-112 0,0 4-26 16,1 5-13-16,-3 5-20 0,0 5-54 0,-4 5-47 15,0 5-64-15,-4 4-67 0,0 3-42 16,-5 2-28-16,0 2-21 0,1 0-14 0,-1 0-14 16,-4-2-7-16,4-1-6 0,1-3-2 0,0-3-2 15,-1-1-5-15,4-4-20 0,-2-5-60 16,4-2-66-16,0-7-83 0,0-3-146 0,1-7-195 15,2-5-281-15,-3-5-247 0,3-4-197 0,-1-6-15 16,1-4 406-16,-2-5 470 0</inkml:trace>
  <inkml:trace contextRef="#ctx0" brushRef="#br1" timeOffset="47051.81">29228 5447 14 0,'8'-19'269'0,"-1"4"162"16,1 2 170-16,0 5 55 0,0 2-103 0,3 4-56 15,0 3 2-15,2 2 8 0,1 1-40 0,1 4-64 16,0 3-75-16,1 5-67 0,2 0-75 16,0 4-5-16,-2 2-9 0,2 4 1 0,-1 1 3 15,0 2-5-15,-1 2 0 0,0 0-37 16,-1 1-26-16,-3-1-24 0,-3 2-27 0,1-1-16 16,-2 1-14-16,-2-1-10 0,-1-1-7 0,-2 0 6 15,-1-2 3-15,-2-1 4 0,-3-2-2 16,-1-1 0-16,-2-1 1 0,-5-4-9 0,-2 3-4 15,-2-4-5-15,-3-1 1 0,-2 0-4 0,-6-2-1 16,2 1 0-16,-6-1-7 0,0 0-18 16,-6 2-36-16,2-1-57 0,-5 3-58 0,5-2-68 15,-1-1-141-15,1 2-200 0,4-4-270 0,0 1-226 16,7-1-206-16,-2-2-17 0,4 0 446 16</inkml:trace>
  <inkml:trace contextRef="#ctx0" brushRef="#br2" timeOffset="53952.05">27031 8147 341 0,'7'0'753'0,"-2"-4"269"0,0 2 28 15,-1-5-261-15,2 1-267 0,2-1-174 0,4-4-96 16,0-2-32-16,4-4-6 0,3-4 15 15,2-2-8-15,6-3-21 0,-2-3-27 0,3-1-7 16,1-2-16-16,1-1-39 0,0 1-30 16,-2-1-11-16,0 3-4 0,-2 0-19 0,-4 2-10 15,-1 5-2-15,-4 1-4 0,-3 8-3 0,-3 0-2 16,-2 4 1-16,-2 3-2 0,-2 5-4 16,-4 4-1-16,1 4 5 0,-4 8 1 0,-2 7-2 15,-1 6 1-15,-4 6-2 0,1 5-1 0,-2 5-8 16,-1 4-7-16,2 3-1 0,-3-1-3 15,4 0 0-15,-1 0-1 0,3-2 0 0,-1-2-1 16,4-5-1-16,0 0 0 0,1-6 0 16,2-2-1-16,2-4 0 0,1-1-1 0,0-2 0 15,0-5 0-15,2-1-9 0,-1-2-24 0,0-3-66 16,2-2-69-16,-3-5-116 0,2-2-178 0,2-4-273 16,-1-2-322-16,3-5-229 0,-1-3-137 15,2-6 277-15,2-2 554 0</inkml:trace>
  <inkml:trace contextRef="#ctx0" brushRef="#br2" timeOffset="54281.92">27751 8010 408 0,'2'18'783'0,"-2"3"238"16,-2 4 78-16,0 4-276 0,2 2-272 16,4 4-144-16,-3-1-50 0,3 2-40 0,-1-1-61 15,6-4-54-15,-3-1-37 0,6-2-52 0,1-4-50 16,4-5-25-16,1-4-15 0,4-5-6 15,2-3-3-15,2-7 1 0,0-6-2 0,4-4-2 16,-3-5 0-16,2-4 1 0,-3-6-4 0,1-1-2 16,-3-4 26-16,-2-2 19 0,-1 0 10 15,-7-2 7-15,0 0 4 0,-6-3-2 0,-1 2-24 16,-6-1-14-16,-4 2-14 0,-3 0-8 0,-2 6-4 16,-6 2-3-16,-2 5-1 0,-5 8-4 15,-2 5 0-15,-3 8 0 0,1 8-3 0,-4 5 1 16,1 6-1-16,3 6 2 0,3 4-1 15,0 3 0-15,7 2 1 0,2 6 1 0,3-1-18 16,5 0-63-16,2-2-67 0,3-2-114 0,6-2-188 16,0-5-307-16,8-4-323 0,1-3-233 0,5-8-104 15,2-3 346-15,2-5 573 0</inkml:trace>
  <inkml:trace contextRef="#ctx0" brushRef="#br2" timeOffset="54597.92">28453 8025 254 0,'-7'3'822'0,"-3"5"355"16,-5 6 27-16,-2 5-194 0,-1 7-362 0,0 7-222 15,2 3-95-15,-2 5-49 0,6 1-39 16,-2 2-33-16,6-2-45 0,0 1-58 0,4-1-50 16,4-5-26-16,7-5-16 0,2-6-8 0,9-4-3 15,3-8-1-15,4-6 0 0,3-7-1 0,4-5 2 16,-1-7-2-16,4-6-2 0,2-6 3 15,-3-2-1-15,-2-4 3 0,-5-2 0 0,-3-2 2 16,-6-1-3-16,-6 1 0 0,-4-4 1 16,-7 1 0-16,-4-3 0 0,-3 1 0 0,-6-4-2 15,-3 4 0-15,-1 1-1 0,-5 6-3 16,-1 5-3-16,0 6-1 0,-5 6-1 0,0 10-3 16,4 5-20-16,-3 8-57 0,4 6-57 0,2 5-104 15,1 3-166-15,4 4-303 0,3 2-302 0,4 2-233 16,1 2-141-16,4 1 283 0,3-1 552 15</inkml:trace>
  <inkml:trace contextRef="#ctx0" brushRef="#br2" timeOffset="55399.57">28989 8556 160 0,'0'2'560'0,"-1"0"307"16,1-2 124-16,0-2-171 0,1 0-284 0,2-4-188 15,3-1-111-15,2-4-40 0,0-2-10 0,2-1-8 16,2-4-12-16,1-1-19 0,3-2-20 15,0-2-5-15,3-1 15 0,-2 0 23 0,2 1 25 16,0 2 3-16,-1 1-9 0,-1 2-16 16,-4 2-36-16,-3 4-24 0,-2 3-32 0,-1 2-18 15,-2 4-11-15,-2 3-7 0,-2 4 0 0,-1 3-7 16,-1 6-4-16,-2 4-5 0,-1 3 2 0,0 3-5 16,-3 2-2-16,1 2-3 0,0 2-2 15,1 1 0-15,2-3-5 0,1 0-4 0,1-1-2 16,2-4 1-16,2-3 0 0,2-4 0 15,4-2 0-15,1-5 3 0,1-6 0 0,5-4 0 16,-2-5 0-16,7-5 0 0,-4-3-1 0,5-6 0 16,0-1-2-16,2-3 2 0,-3 2 1 0,1-2-1 15,-3 0-1-15,-2 4 1 0,-1 0 1 16,-3 2-3-16,-1 5-1 0,-2 2 0 0,-6 4-1 16,1 4 0-16,0 3-1 0,-3 3 2 15,-2 5 1-15,0 4-1 0,-3 4 2 0,-1 2 0 16,-1 4-1-16,-1 1 2 0,1 2 0 0,-1 2-1 15,1-1-7-15,1 0-31 0,0 0-72 0,3-3-79 16,-1-1-153-16,2-3-266 0,0-3-319 16,3-2-329-16,1-2-195 0,-1-2 56 0,2-1 596 15</inkml:trace>
  <inkml:trace contextRef="#ctx0" brushRef="#br2" timeOffset="56114.71">29603 8644 118 0,'-2'6'684'16,"-1"0"437"-16,1-3 104 0,1 0-132 16,-1-2-418-16,4-1-301 0,1-1-167 0,3-5-74 15,5-1-35-15,2-5 8 0,4-3 31 0,4-3 36 16,2-6 11-16,6-2 2 0,-1-2-7 0,4-2-23 16,-2 0-33-16,2 1-34 0,-4-1-16 15,0 2-12-15,-2 2-5 0,-4 2-4 0,-1 3-7 16,-4 5-3-16,-4 0-8 0,-2 5-2 15,-2 2-5-15,-3 3-5 0,-1 1-2 0,-2 4-4 16,1 4-2-16,-4 4 0 0,-2 4 1 0,-1 4 0 16,-2 2-1-16,0 5 1 0,0 0-1 0,-2 4-6 15,0 0-2-15,3 0-2 0,-1 2 1 16,1 0-3-16,0-2 0 0,1-1-2 0,3-2 0 16,3-3-2-16,1-5 1 0,1 0-1 15,2-7 2-15,1-2 0 0,3-3 0 0,0-6 1 16,3-3 0-16,2-5 2 0,1-3-2 0,1-2 0 15,2-1 0-15,-1-6-1 0,2 3 0 0,1 2 0 16,-5-1-2-16,4 1 1 0,-6 5 1 16,1 0-1-16,-3 1 0 0,0 5 0 0,-4 0 1 15,2 1-2-15,-1 4 1 0,-2 2-1 0,-2 4 1 16,2 1 1-16,-4 3 1 0,0 2 2 0,-1 3 0 16,0 3 1-16,-1 0 0 0,1 3-1 0,0 2-1 15,0 0-1-15,5 2 1 0,-2-1-1 0,1 1 0 16,2-2-1-16,4-1 1 0,1-2-1 15,3-3 0-15,3-7 0 0,3-3 0 0,6-8 0 16,1-4 1-16,3-5-1 0,5-4-1 0,3-5 0 16,2-3 1-16,1 2-1 0,-3-2 0 0,-1 3 0 15,-2 1 3-15,-2 5-1 0,-6 2 0 16,-6 2 1-16,-2 5-1 0,-7 5 0 0,-3 2-1 16,-4 5 0-16,-5 5-1 0,-5 2-1 0,-1 5-9 15,0 3-19-15,-4 2-45 0,3 3-81 0,-2 2-123 16,1 0-211-16,2 1-300 0,-1 3-350 0,6-1-330 15,0 1-103-15,1 0 423 0,2 0 670 16</inkml:trace>
  <inkml:trace contextRef="#ctx0" brushRef="#br2" timeOffset="77971.91">8490 2789 117 0,'-16'-1'344'16,"5"0"163"-16,0-1 114 0,3 0-182 0,3 1-169 15,-1 1-97-15,4-1-49 0,-1 1 9 16,3 0 30-16,0-2 80 0,0 2 68 0,3-2 12 16,2 2 37-16,2 2-7 0,1 0-32 0,6-1-58 15,2 0-21-15,4 3-19 0,5-2-4 0,5 3 1 16,4-3 3-16,7 1-15 0,6 0-41 15,8 2 2-15,4-1-45 0,9 2-28 0,3 0-22 16,8 0-9-16,5 1-5 0,6 1-13 0,2-1-3 16,6 2-3-16,4 0-1 0,3-2-7 0,4 1 1 15,0-2 0-15,3 0 4 0,1 0-2 0,1-4 0 16,-1-1 10-16,4-2 3 0,-1-4-4 16,4-2 1-16,2-3-2 0,-2-1 0 0,2-4-1 15,-4-2 0-15,-1 1-3 0,-4-3-2 0,0 3-5 16,-4-1-6-16,-6 3-8 0,-3 2-6 0,-5-1-5 15,-5 5-4-15,-6-2-1 0,-4 4-1 0,-6 2 0 16,-4 1 0-16,-5 0 1 0,-2 1-1 16,-4 2 0-16,-6 2-1 0,-4 0-1 0,-6-1-1 15,-5 0 0-15,-6 1 0 0,-5 0-1 0,-7-1-1 16,-2 0 2-16,-6 1-1 0,-4-2-3 0,-3 0-11 16,-5 2-17-16,-5-2-25 0,-5 0-50 0,-7-2-84 15,-2 2-157-15,-5 0-269 0,-1 2-314 0,-2-1-379 16,-3-1-350-16,0 1 12 0,-3-1 728 15</inkml:trace>
  <inkml:trace contextRef="#ctx0" brushRef="#br2" timeOffset="80077.91">18518 2646 18 0,'-7'7'354'16,"-1"1"263"-16,0-4 190 0,1 1 48 0,2-2-353 16,1 0-222-16,4-2-127 0,0 1-86 0,5-1-23 15,3-1-3-15,3 2 26 0,0-2 37 0,6 0 48 16,3 0 53-16,2 0 19 0,5 0 16 15,-1 0-9-15,8 0-27 0,-1 0-38 0,3 1-35 16,4-1-29-16,2 2-29 0,3-2-30 0,2 1-10 16,-1 1-6-16,1-1-12 0,3 2-8 0,2 0 2 15,3-2 2-15,2 3-4 0,1 0-4 16,2-1 7-16,4 2 10 0,-3-1 7 0,4 1 2 16,0 1-1-16,-2-1 2 0,2 2 0 0,0-1-11 15,2 0-4-15,2 0-3 0,0 0 55 0,3 0 42 16,3 0 19-16,-2 0-1 0,3-2-4 15,0 0-2-15,-1 1-43 0,-2 0-35 0,4-2-19 16,-2 2 16-16,3-1 8 0,1 0 3 0,0 0-1 16,2 0 1-16,1-1-6 0,-1 0-20 0,1 1-11 15,0-1-4-15,-1-1 5 0,1-1 4 0,0-1 6 16,0 0 1-16,4 0 4 0,-4-1-3 16,-1-1-6-16,1 1-8 0,-5-2-2 0,2 1 2 15,-4-1-2-15,0 2-1 0,0-2 1 0,0 0 2 16,-2 0 0-16,3 0-3 0,-1-2-1 0,-3-1-1 15,2-1-1-15,-4 0-3 0,2-1-3 16,-2-3 2-16,-3-2 1 0,-1-2-2 0,-1-3 1 16,-2-2 0-16,1-2 2 0,-3 1-3 0,-1-3-1 15,-3 1 0-15,-2 3-3 0,-7-3-1 0,-4 6-4 16,-7 1-22-16,-7 4-75 0,-8 3-88 16,-10 3-181-16,-3 4-285 0,-11 6-334 0,-5 3-379 15,-7 3-202-15,-6 2 179 0,-9 4 726 0</inkml:trace>
  <inkml:trace contextRef="#ctx0" brushRef="#br2" timeOffset="91611.99">9965 6079 164 0,'0'0'307'0,"-3"0"122"16,3 0-2-16,0 0-83 0,0 0-64 15,-1 0-29-15,1 0 4 0,0 0-1 0,0 0-6 16,0 0-21-16,0 0-28 0,0 0-33 16,0 2-30-16,0-2-16 0,0 0-7 0,1 1-8 15,-1-1-11-15,0 0-4 0,3 2-5 0,-3-2-9 16,0 1-17-16,2-1 25 0,-2 1 11 16,1 1-3-16,-1 0 19 0,0 0 8 0,3 2 3 15,-3 0-32-15,0 0-16 0,2 1-11 0,0 1-15 16,-1 1-3-16,-1-1 4 0,2 1 4 15,-1 0 1-15,1 1 3 0,-2 2-9 0,2-1-9 16,-1 0-10-16,-1 2-8 0,0 1-1 16,2 0-1-16,0 0 1 0,-1 1 0 0,-1 1-3 15,2-2-1-15,-1 3-2 0,2-2-3 16,-3 1-5-16,3 1-5 0,-3-2 4 0,3 2-3 16,-1 0 0-16,0 0 2 0,1 0 16 0,0 2 9 15,0 1 8-15,1 0 5 0,0 0 2 16,1 1 0-16,-1-2-19 0,0 1-5 0,-1 1-11 15,0-1-7-15,2 0-1 0,-2 0 2 0,2 0 0 16,-1 0-3-16,-1 1 3 0,2 0-3 16,0 0-3-16,-2-1-1 0,1-2-1 0,0 3 3 15,-2-1-4-15,2-2 7 0,-1 0 3 0,-1 1-1 16,1-2 8-16,-1 0-4 0,1 2 59 16,0-1 30-16,-1 1 18 0,1 1 5 0,-3 0-4 15,2 2 0-15,-1-1-49 0,-1 2-27 0,0-2-15 16,0 3-10-16,0-2-4 0,0 3-3 15,0-2 0-15,0 3-2 0,-1 0-3 0,1-2-1 16,-2 4 1-16,1-2-2 0,-1 1-2 16,2-1 0-16,0 2 0 0,-2-3-3 0,2 2 5 15,0-1-2-15,0 0 0 0,0 0 2 0,0 0 1 16,0-2 2-16,0 3-3 0,0-2 0 16,0 1 4-16,0 1-3 0,0-2-1 0,0 1-1 15,0-2 2-15,0 3 1 0,2-3-4 0,-2 0 4 16,0 1 2-16,2-3-1 0,-2 1-1 15,1 0 0-15,1 0 2 0,-1-2-3 0,-1 1-1 16,2 0 1-16,-2 2-1 0,0-1 1 16,0 0-1-16,0 1 4 0,-2 1-2 0,2-1-1 15,0 1 1-15,-1 0-1 0,-1 0-1 0,1-1-3 16,-1 3 3-16,2-1 0 0,-2-1 0 16,1 0 2-16,-1-1-1 0,2 1 1 0,0 0-3 15,0-2-4-15,0 1 3 0,0 0-1 0,2 0 1 16,-1 0 1-16,-1 0 1 0,2 0 1 15,1 0 2-15,-1-1-1 0,-1 0-1 0,3 0 1 16,-2-1-2-16,3-1 0 0,-2-2 0 0,1 1 4 16,-1-2-4-16,0-1 1 0,2-2 0 15,-2 3 0-15,3-2-2 0,-1-3-1 0,-2 1 2 16,0-2-2-16,2 1 3 0,-2-2 0 16,2 2 0-16,-2-2-2 0,2-1 1 0,-2-1 0 15,0 0-2-15,0 1 1 0,0-1 3 0,2 2 2 16,-1-2-2-16,-1 0-1 0,1 2 2 15,1 1-3-15,-2-1 0 0,2 0 2 0,-2 2 0 16,0-1-1-16,2 0-1 0,-2 3 1 16,3-2-2-16,-3-1-4 0,2 0 1 0,-1-1 3 15,0 0 0-15,1 1-2 0,0-2 0 0,1-2 2 16,-1 1 1-16,0-1-2 0,1 1 3 16,0-3-3-16,2 2 4 0,-2-1-1 0,2-1 1 15,0-1 0-15,3 1-2 0,-3 0 0 16,3 0-2-16,0-1 2 0,-1 2-2 0,1-3 1 0,0 3 4 15,0-5 1-15,2 2-1 0,-1 4 0 16,1-3 1-16,1 0 1 0,-1 0-3 0,1 0 2 16,0 0 0-16,2 0 3 0,-2 1 4 15,-1 0 5-15,4-2 2 0,-1 1 2 0,-2 0 0 16,4 0-1-16,-4 0-6 0,3 0-5 16,-1 0 0-16,3-1-3 0,-3-1-2 0,1 2-1 15,1-3-1-15,1 2 0 0,1-1-1 0,-2-1 0 16,2 0 0-16,-2 0 1 0,4 0 1 0,-2 0-2 15,2 0 3-15,-1 0-1 0,1-1-1 16,-1 1 1-16,0-2 0 0,0 2-1 0,0 0-2 16,0-2 4-16,-1 2-2 0,2-1-1 15,-1 1-1-15,-1 0 2 0,2-1 0 0,-2 1-2 16,0-2 2-16,2 2-1 0,-1 0 0 0,-1-2 2 16,2 2-1-16,-2 0 2 0,0-1-2 15,2 0 2-15,-3 1-3 0,3-2 1 0,-1 2-1 16,-2-1 2-16,3 1 2 0,0-2-1 0,-2 2 3 15,1 0 0-15,1-1 4 0,0 1 0 16,-2-2-1-16,1 1 2 0,3-1 0 0,-3 2-3 16,3-1-1-16,-1-1-3 0,1 0 0 0,-2 1-1 15,4-2-3-15,-3 2 4 0,2-1-3 16,0 1 0-16,-2 0 1 0,2-1 0 0,-1 0 1 16,1 1 1-16,-1 0-1 0,0 1 2 15,-1-2 1-15,3 0 0 0,-3 1 1 0,2 1-3 16,-1 0 1-16,0-1 0 0,1 1-2 0,-1-2 1 15,-2 2-2-15,2 0 1 0,1-2 2 0,-1 2-1 16,-2-1-1-16,2 1 1 0,-1 0 0 16,3 0-1-16,-3 0-1 0,1 0 2 0,0 0 0 15,1 0 1-15,0 0-1 0,2 0 2 16,-3 0-2-16,5 0 2 0,-1 0 0 0,-1 0 2 16,1 0 0-16,2 0 1 0,-1 0 0 0,-1 0 2 15,2 0 0-15,-1 0 0 0,1 0 0 16,1 1 2-16,-1-1-1 0,2 2-1 0,0-2-1 15,-1 2 0-15,1-1-1 0,1 2 1 16,0-1-1-16,-1 0 1 0,3 0-1 0,0 1-1 16,-2-2-1-16,5 1-2 0,-5 1-1 0,2-2-1 15,0 0-2-15,-1-1 1 0,0 0 0 0,0 2-2 16,-2-2 1-16,0 0 0 0,-1 2 0 16,-4-2-2-16,0 1-4 0,-2 1-9 15,-3 1-19-15,-2-2-73 0,-5 4-69 0,-4-3-104 16,0 3-170-16,-5 2-266 0,-1-1-339 0,0 1-220 15,-2-1-163-15,1-1 191 0,-1 1 568 0</inkml:trace>
  <inkml:trace contextRef="#ctx0" brushRef="#br2" timeOffset="93211.87">11531 8887 120 0,'-3'7'359'0,"-1"0"178"0,-1 2 165 16,2-1-77-16,-2-1-99 0,2-1-40 0,0 1-21 15,0 1-21-15,-2-1-50 0,2 1-78 16,-2-1-74-16,1-1-70 0,-1 2-50 0,0-1-33 15,-1 1-20-15,1 1-3 0,-1 0 1 16,1 1 10-16,0 2 28 0,0 2 26 0,-1 1 16 16,0-2 4-16,1 4-5 0,0-2-15 0,0 0-22 15,-4 4-28-15,3-1-18 0,-1 0-15 16,-2 2-12-16,0 3-7 0,-1-1-8 0,0 1 0 16,-3 5-5-16,1-1-1 0,-2 0-1 0,1 3-1 15,-3 0-1-15,-1 2-2 0,0-1 2 16,1 0 0-16,-3 1 1 0,1-2 1 0,-4 2-1 15,2-1-2-15,-2 1 1 0,-2 0 1 0,-1 0 2 16,-2 2 0-16,0-2 4 0,0-2-1 16,0-2-5-16,0-2 1 0,-1 2-3 0,1-4 0 15,-1-1-2-15,1 2 0 0,0-4 3 16,0 0 2-16,3 0 0 0,0-1-1 0,1-3 0 16,-1 1 0-16,5 0-3 0,-1-1-2 0,1 0-2 15,3-1-2-15,-1-2-1 0,2 3-1 0,1-4-1 16,1 0 0-16,2 0 0 0,0-1 0 15,2-1 0-15,1 2-1 0,-2-3 1 0,4 0-1 16,0 2-1-16,1 0 1 0,0 0-1 16,-1 1 0-16,3 1 1 0,-2 0-1 0,3 1 0 15,-1 1 0-15,0 0 1 0,0 0 0 0,1 2 0 16,-1-2 2-16,-3 4-1 0,4-2 1 16,-1 1-2-16,0 0 0 0,0 2-1 0,0-1-1 15,1 2 2-15,0 1 0 0,1 0 0 0,-1-1 0 16,2 2 2-16,0 1-1 0,0-2-1 15,0 0-1-15,2 0 1 0,-1 2-1 0,1-3 0 16,1 3 1-16,-1 0 0 0,1-2 0 16,-1 3 0-16,1-2 0 0,0 3 0 0,1 1 0 15,-1-1 0-15,1-1 1 0,-1 2 1 0,0-2-1 16,0 1 1-16,1-1-2 0,0-1 1 16,1 0-4-16,-2 1 0 0,0-1 2 0,2-1-2 15,-2-1 3-15,2-2 0 0,-2 0 0 0,0 0 1 16,1-3 0-16,0 0 0 0,-1-3 0 15,0 0-1-15,-1 0 0 0,3-1 1 0,-2-2 0 16,0-1 1-16,0 2-1 0,-1-3 0 16,1 0-1-16,3 0 0 0,-3 0 0 0,2 0 0 15,-2-1 0-15,2 4 1 0,0-3 1 0,1 2 0 16,-1 0-1-16,0 2 3 0,-1-1-1 0,1 1 0 16,2-1 0-16,-1 2-1 0,0 2 0 15,-1-2 0-15,3 1-2 0,-2 3 0 0,3-2 0 16,-2 3 0-16,3-1 0 0,0 1-1 15,0 1 0-15,3-1 1 0,2 2-1 0,0-1 1 16,2 0-1-16,2-2 1 0,3 1-1 16,3 1 0-16,2-2 1 0,3 2 0 0,2-1 0 15,0 0 0-15,2-1 1 0,1-1-1 0,0 1 2 16,0 0-1-16,1-2 0 0,0 1 0 0,-1 1-1 16,3-2 1-16,-3 0-1 0,0 1 0 15,1 0 0-15,0 0 1 0,-2 2 2 0,-1-3-1 16,0 4 2-16,0 0 2 0,2 2 3 15,-3-3 1-15,1 5 2 0,0-2 0 0,1 0 2 16,0 1-2-16,-1 0 0 0,0 2-1 0,-1-1 0 16,0 1 0-16,-1-2-3 0,-1-1-1 0,0 1-3 15,0-2 0-15,0-3-2 0,-1 2-1 16,-1-2-1-16,0-2-1 0,0 1 1 16,2-1-1-16,0 1-1 0,0-4 1 0,0 2 1 15,0-2 2-15,3 2 2 0,-1-4 1 0,4 1 3 16,-1 1-1-16,0-2 1 0,1 0-1 0,-1 1 0 15,3 1-2-15,-3-2 1 0,4 4 1 0,-4-1 0 16,1 2 0-16,-2 3 0 0,-1 0-2 16,-3 3 0-16,0 3-1 0,0 0-2 15,-3 6-2-15,-2 0-3 0,-3 4-8 0,1 3-13 16,-6 4-17-16,-3-3-32 0,0 1-76 0,-6-1-77 16,-3-4-136-16,-3-3-189 0,-4-6-313 0,-1-8-324 15,-5-5-202-15,-5-11-61 0,-6-10 451 16,-5-11 551-16</inkml:trace>
  <inkml:trace contextRef="#ctx0" brushRef="#br2" timeOffset="94349.98">10384 11509 207 0,'7'-1'399'0,"-1"-1"184"0,-2 2 96 16,-2 2-36-16,1-1-20 0,-1 2-30 15,-2-1-48-15,-2 1-57 0,-1 0-50 0,0 1-46 16,0 0-44-16,-3 1-48 0,-1-1-34 0,-2 2-32 16,-1-1-40-16,-2 0-48 0,-1-2-45 15,-1 1-26-15,-1 0-17 0,-2 0-11 0,-1-1-7 16,0-1-6-16,-3 1-7 0,0 1-3 16,-2-1-6-16,-2 0-1 0,-1 0-1 0,-2 0 0 15,1 1 1-15,-2-1 1 0,-1 1 2 0,0 1-1 16,0-1-2-16,-1 2-3 0,-3 1-4 0,0 1-3 15,-1 0-1-15,0 4 1 0,-1 2 2 16,-1 0 1-16,-1 2 0 0,-4 1 1 0,2 2-3 16,-1-1-1-16,-1 4-2 0,0-1-2 15,-2 3-2-15,1-1-1 0,-1 2-1 0,0 0-1 16,1 0 0-16,-1 5 0 0,4-4 1 0,2 3-1 16,-1 0 0-16,1-1 2 0,3 3-1 0,2-4 1 15,0 2 1-15,1 1 1 0,2 1 1 16,0-3-1-16,2 0 0 0,1-1 0 0,0 0 0 15,3-2 0-15,0 0-1 0,2 0 2 16,0-1-1-16,3 0-1 0,-1-4 1 0,2 1 0 16,-1-2-1-16,0 1 0 0,3-2 1 0,-1 0 0 15,-1-2-1-15,1-1 1 0,1 1-1 16,-2-3 0-16,0-1 1 0,-1 1-2 0,0-1 1 16,2 0 0-16,-4-1-1 0,1-1 0 15,2 1 0-15,-4-2-1 0,0 1 0 0,1-1 0 16,-1 0-1-16,0-1 1 0,-1 3-1 0,0-4 1 15,-2 2 0-15,0-2 0 0,0-1 2 16,-2 2 0-16,1-1 0 0,-1-2 0 0,-3 0 1 16,2-2 1-16,-2 2-3 0,0-3 2 15,-2-2-2-15,0 0 1 0,1 0 0 0,-1 0-1 16,-1-2 0-16,1 2 1 0,-2-3 4 0,1 1 0 16,1 2 0-16,-1 0 1 0,1 0 1 0,1 2 0 15,-1 1-2-15,2-1-1 0,1 5-1 16,-1-1-2-16,2 4-1 0,1-2-1 0,-2 4-1 15,2 3 0-15,1 2 2 0,-1 1 0 16,2 3 2-16,-1 1 0 0,2 4 1 0,-1 2 1 16,1 0 0-16,1 3-1 0,-1 0 0 0,2 1-1 15,-2-1-2-15,2 1 0 0,0 0-1 16,0 0 0-16,-2-2-2 0,2-1-7 0,1-2-10 16,-1-2-19-16,2-2-41 0,2-4-76 15,-1-2-120-15,3-5-213 0,2-5-294 0,1-5-353 16,1-7-354-16,1-5-139 0,-3-7 422 0,1-4 724 15</inkml:trace>
  <inkml:trace contextRef="#ctx0" brushRef="#br2" timeOffset="95520">8345 11958 274 0,'-22'6'667'0,"2"0"268"15,3-2 65-15,1 0-242 0,2-1-311 0,4-3-190 16,1-3-83-16,4-1-28 0,2-4 1 16,3 0 15-16,0-6 12 0,2-5-8 0,1-5-13 15,3-5-1-15,2-6 16 0,0-2 19 16,0-5 13-16,4-2 0 0,-2-6-5 0,1-2-22 16,2 0-29-16,-4-2-34 0,1-1-29 0,-3 1-15 15,0-2-13-15,-4 2-8 0,0 1-8 0,-4 3-2 16,-4 2-2-16,0 3-1 0,-6 0-1 15,-1 5-3-15,-4 0 1 0,-3 5-3 16,-3-2-4-16,-2 5-1 0,-2 1-1 0,-2 1 1 16,-2 3 3-16,1 0 0 0,-4 4 4 0,0 0-1 15,-1 2-1-15,-1 0-2 0,-2 3-6 16,1-2-1-16,-1 2-4 0,1 0-2 0,-3 1 0 16,2-2 0-16,-1 1-1 0,0 0-3 0,1-1-1 15,0-1-2-15,2-3-1 0,2 0-2 16,0-4 0-16,1 0-2 0,2-4 0 0,3-5 0 15,2 3-1-15,0-7-1 0,4 1 1 0,1-1-1 16,2 1 1-16,-1-2 0 0,2 3 1 16,3 1 2-16,-2 1 0 0,3 0 1 0,0 3 2 15,-1 0 0-15,-2 2 1 0,1-1 0 0,-1 2-1 16,-2 2 4-16,0 0 2 0,0 2 1 16,-1 1 0-16,0 1 0 0,-1 2 1 0,-1 3-3 15,2 2-3-15,0 0-2 0,-3 5-1 16,3 1-2-16,-2 2-1 0,1 2-2 0,-1 1-1 15,2 2-8-15,-4 2-19 0,2 2-35 0,-1 0-80 16,-2 2-136-16,1 2-263 0,0-2-312 0,1 0-379 16,0 0-415-16,-3 0-70 0,1 0 645 15</inkml:trace>
  <inkml:trace contextRef="#ctx0" brushRef="#br2" timeOffset="96379.85">5004 9666 268 0,'-5'-12'553'0,"0"1"203"0,2 2 80 0,0 1-255 16,1 1-264-16,1 3-161 0,2-1-83 16,1 3-22-16,1 1-8 0,5 0 17 0,3 2 49 15,3 0 24-15,2 3 51 0,3 2 34 0,5 0 6 16,-1 1-17-16,4 2-7 0,3 0 1 16,2 4-40-16,3-1-47 0,1 1-18 0,1 0-19 15,1 0-39-15,1 0-6 0,2 2-1 16,0-3 3-16,2 1 0 0,-2-3 5 0,2 1 2 15,1-2-14-15,0-1-9 0,0-4-5 0,-2 0-1 16,-1-4-1-16,-2 0 55 0,-1-4 26 16,-3 1 13-16,-2-3 5 0,-3 1-2 0,0-1 1 15,-3 2-50-15,-2-2-28 0,-1 2-12 16,0-1-9-16,-2-1-4 0,0 1-6 0,2 1 0 16,-2 0 0-16,0-1-3 0,3-3 3 0,-3 3 1 15,1-3 5-15,2 1-1 0,0-4 1 16,-1 1 1-16,0-3 1 0,1-1 2 0,2-4-6 15,1 1 1-15,-1-5 5 0,2-3-4 0,1-3-1 16,1-5-2-16,3-1-1 0,0-5 3 16,0-3-7-16,-1-1-1 0,0-4 4 0,0 0 2 15,-1-3 2-15,-2 0-1 0,0 0 1 16,-1 1 2-16,-3 2-2 0,0 1 0 0,-1 2-3 16,-3 5-2-16,-1-2 0 0,-1 2 2 0,-4 3 16 15,3 2 17-15,-5 1 10 0,2 2 8 16,-2-3 4-16,-1 3 3 0,-2-1-16 0,-3 2-18 15,3-2-10-15,-3 2-5 0,0-3-5 0,1 1-1 16,-3 1 0-16,2-2-1 0,-3 1-1 16,2-2-2-16,0 2 0 0,1 1-2 0,0-2-2 15,0 2 2-15,1-1 0 0,1 0 0 0,-2 4 1 16,4-3-2-16,-2 4 0 0,1 0-1 16,2-2 2-16,-2 0 1 0,1 1 1 0,0-2-1 15,-1-2 3-15,-1 1 3 0,0-1-5 0,-2-1 4 16,1 0-3-16,-2-1 1 0,-2-2 1 15,1 2-1-15,-3-1 1 0,2 1-1 0,-2 0 0 16,2 1 4-16,-4 2 2 0,2 1 3 0,-1-3 1 16,0 4-2-16,-1-2 3 0,2-3-6 15,-1 3-5-15,3-2 0 0,-2-3-3 0,6 3 0 16,-2-4-1-16,1-1 1 0,4-1-2 16,-1 0 2-16,2 0 0 0,4-3 3 0,-1 1 0 15,3-3-2-15,0-2 2 0,2 0-3 0,1 0-1 16,0-1-1-16,-1-1-15 0,1 2-72 0,-2-1-98 15,-4 2-201-15,1 4-282 0,-2-2-330 16,-3 5-394-16,-4 0-184 0,0 1 271 0,1 5 741 16</inkml:trace>
  <inkml:trace contextRef="#ctx0" brushRef="#br2" timeOffset="97400.89">10190 6459 177 0,'6'0'367'16,"-1"0"140"-16,0 0 91 0,1 0-241 0,-2 0-169 15,-2-2-94-15,3 1-47 0,0-1 5 16,-2 1-15-16,3-2-58 0,0 1-170 16,-1 2-211-16,0-1-102 0,0 2-32 0,0-1 81 0,-1 3 164 15</inkml:trace>
  <inkml:trace contextRef="#ctx0" brushRef="#br2" timeOffset="97572.85">10544 6456 216 0,'12'0'476'0,"-4"-3"185"16,-1 1 100-16,-1 1-228 0,0-2-234 15,-1 1-146-15,1-1-72 0,1 0-34 0,-1-1-35 16,3-1-64-16,-2 3-92 0,3-2-209 16,-1 2-207-16,0-2-114 0,-1 3 16 0,2-2 159 15,2 3 208-15</inkml:trace>
  <inkml:trace contextRef="#ctx0" brushRef="#br2" timeOffset="97732.85">11034 6398 11 0,'17'-2'194'0,"-1"-2"93"16,3 3 90-16,-2-2-99 0,-1 0-108 0,2 2-67 15,-1-2-40-15,0 1-19 0,1-1-29 0,-1 0-63 16,-1 0-164-16,2 0-112 0,-1 0-28 15,-3 2 38-15,-1-2 77 0</inkml:trace>
  <inkml:trace contextRef="#ctx0" brushRef="#br2" timeOffset="98027.03">10416 6669 13 0,'-5'3'368'0,"3"-2"270"15,-1 1 198-15,0-1 58 0,1-1-314 0,1 2-241 16,1-2-142-16,0 0-74 0,1 0-41 0,1 0-35 15,3-2-28-15,1 2-15 0,4-1-2 16,2-1-5-16,1 2-55 0,4 0-89 0,-1 0-119 16,2 0-281-16,-2 2-202 0,2-1-113 0,0 1 94 15,-2 1 248-15</inkml:trace>
  <inkml:trace contextRef="#ctx0" brushRef="#br2" timeOffset="98207.85">10884 6681 305 0,'12'0'581'0,"-2"0"196"0,1 0 69 0,-2 0-281 16,1-2-258-16,0 1-153 0,0-2-73 15,3 0-36-15,1-2-17 0,1 1-11 0,2 0-8 16,-1-1-9-16,4-2-44 0,0 3-63 0,2 0-76 16,0 1-102-16,1 1-155 0,1-1-208 15,0 1-50-15,1 2 84 0,0 0 174 0,0 0 188 16</inkml:trace>
  <inkml:trace contextRef="#ctx0" brushRef="#br2" timeOffset="98335.93">11546 6631 60 0,'25'-2'208'0,"-4"1"97"0,3 0-14 15,-2-3-59-15,0 3-26 0,-3 0-48 16,3-1-43-16,-1-1-35 0,-2 2-16 16,1-3-5-16,-4 3-27 0,2 0-64 0,-6-1-161 15,-1 2-155-15,-1 2-55 0,-4-1 18 0,-1 2 80 16</inkml:trace>
  <inkml:trace contextRef="#ctx0" brushRef="#br2" timeOffset="98606.86">10463 7117 332 0,'-19'5'564'0,"2"-3"172"15,1-1 56-15,5 0-314 0,2-1-243 0,2-1-124 16,2 1-65-16,5-1-30 0,2-1-16 16,5 0-7-16,3-1-2 0,3 2-4 0,4-1 1 15,1 1-2-15,4 1-37 0,1 0-64 0,2 0-117 16,0 1-251-16,0 2-148 0,2 2-45 15,-2-1 105-15,3 2 190 0</inkml:trace>
  <inkml:trace contextRef="#ctx0" brushRef="#br2" timeOffset="98778">11181 7194 220 0,'17'1'430'0,"-1"-1"161"0,-2 0 91 0,-1-1-233 16,-2-1-191-16,2-1-102 0,-2-1-49 15,1-1-32-15,1-3-16 0,0-1-28 0,4 0-20 16,-1 1-40-16,3-3-52 0,3 1-78 16,-3 2-199-16,3 4-192 0,2 0-83 0,-2 2 50 15,0 0 149-15</inkml:trace>
  <inkml:trace contextRef="#ctx0" brushRef="#br2" timeOffset="98892.86">12019 7109 112 0,'16'0'197'0,"-5"1"17"0,3-1-153 16,-4 0-167-16,-1 1-68 0,-2-1-6 0</inkml:trace>
  <inkml:trace contextRef="#ctx0" brushRef="#br2" timeOffset="99222.41">10294 7622 105 0,'3'6'402'0,"3"-2"211"0,-1-1 132 0,2 0-99 16,2-3-272-16,4 0-188 0,-1 0-93 0,6-3-46 16,-1-2-28-16,5-1-15 0,0-1-40 15,2-3-64-15,0 2-89 0,4-1-171 0,-1 0-205 16,2 2-92-16,-1 0 48 0,0 1 160 0</inkml:trace>
  <inkml:trace contextRef="#ctx0" brushRef="#br2" timeOffset="99378.85">11113 7651 23 0,'19'2'218'0,"0"-2"106"15,0 0 88-15,-1 0-92 0,0-2-144 16,0 0-81-16,2-2-47 0,-1 2-30 0,0-3-11 15,2-1-12-15,-1 2-50 0,0-2-186 0,-2 1-104 16,3 1-20-16,-2 2 40 0,1-2 80 16</inkml:trace>
  <inkml:trace contextRef="#ctx0" brushRef="#br2" timeOffset="99526.88">11998 7684 66 0,'26'2'240'15,"-1"-2"102"-15,0-2 72 0,1-1-149 0,-1-1-121 16,0-2-80-16,-1 0-58 0,3-2-89 16,-2 1-140-16,2 0-104 0,1-1-19 0,1-1 44 15,1 0 82-15</inkml:trace>
  <inkml:trace contextRef="#ctx0" brushRef="#br2" timeOffset="99903.5">10621 8134 321 0,'5'0'596'15,"0"0"197"-15,0 2 62 0,2-2-295 16,1 0-247-16,2 2-158 0,2 2-72 0,1-2-37 15,4 1-18-15,-1 1-10 0,3 0-4 0,2-1-20 16,4 2-55-16,2-2-85 0,3-1-131 16,0 0-270-16,3 2-178 0,1-2-54 0,-1 3 119 15,-1-3 226-15</inkml:trace>
  <inkml:trace contextRef="#ctx0" brushRef="#br2" timeOffset="100117.91">11622 8250 155 0,'32'1'362'16,"-2"-1"147"-16,2 0 101 0,-2-1-185 0,0 0-147 16,0-4-79-16,1-1-41 0,-1 0-23 0,2-2-9 15,4 0-31-15,-3-2-38 0,2 1-32 16,2-2-16-16,-1 3-13 0,1 0-3 0,2 1-4 16,-3 1-11-16,2 0-12 0,0 6-19 0,3-2-29 15,-1 4-35-15,-1 1-36 0,1 1-25 16,1 2-31-16,-2 2-44 0,0 1-30 0,0 1-48 15,-1 0-56-15,-2 0-3 0,-1 3 66 0,-2-2 103 16</inkml:trace>
  <inkml:trace contextRef="#ctx0" brushRef="#br2" timeOffset="100459.9">10631 8449 135 0,'11'2'321'0,"2"1"133"0,5-2 121 15,6 2-197-15,6 1-139 0,8-3-53 0,5 0-25 16,6-1-20-16,3 2-37 0,8-2-25 16,5 0-21-16,4 0-41 0,1 0-11 0,6 0-4 15,3 0-1-15,5 0 11 0,3 0 6 16,5 0 12-16,1 0-14 0,0 2-16 0,3-1-13 16,-5 0-25-16,1 3-48 0,-2 0-80 0,1-1-211 15,0-2-157-15,0 0-64 0,-2-2 58 0,-2 0 146 16</inkml:trace>
  <inkml:trace contextRef="#ctx0" brushRef="#br2" timeOffset="103759.02">13150 9229 332 0,'0'2'604'0,"0"0"193"16,-2 2 61-16,0 2-296 0,2 0-258 0,2 1-143 15,0 2-73-15,-2 0-34 0,1-1-20 16,2-1-10-16,1 3-10 0,-1-3-4 0,0 0-29 0,3 1-69 15,-1-3-86-15,1 3-127 0,-1-2-267 16,1 3-171-16,4-7-34 0,-6 5 137 16,4-1 226-16</inkml:trace>
  <inkml:trace contextRef="#ctx0" brushRef="#br2" timeOffset="103996.03">13349 9494 127 0,'4'5'313'0,"-1"0"128"16,-1-2 80-16,1 2-178 0,2-1-159 16,-2 0-89-16,2 0-44 0,0 0-24 0,2 1-13 15,0 0-10-15,3 0-8 0,0 1-8 16,0 0-5-16,1 1-9 0,2 0-1 0,-1 4-5 16,1 2 7-16,1-2 5 0,1 4 10 0,-3 0 0 15,1 0 4-15,1 4 0 0,-3-4 1 16,0 2-3-16,0 0 0 0,-3-2 0 0,0 0-33 15,-3-2-106-15,1-2-183 0,-4-1-78 0,-1-1 3 16,-1-5 68-16</inkml:trace>
  <inkml:trace contextRef="#ctx0" brushRef="#br2" timeOffset="104320.91">12616 9213 44 0,'9'0'420'0,"-3"1"281"0,-3 4 175 0,2 2 40 16,3 5-322-16,-4 3-230 0,1 1-119 0,2 4-61 16,-1 1-34-16,2 3-33 0,0-1-49 0,0 1-29 15,1-2-17-15,2 1-15 0,0 1-50 16,2-2-92-16,0-2-115 0,-1 0-181 0,2-4-270 16,-1 0-204-16,3-3-39 0,-2-1 188 15,0 1 301-15</inkml:trace>
  <inkml:trace contextRef="#ctx0" brushRef="#br2" timeOffset="104485">13124 9749 106 0,'13'13'379'0,"-4"1"189"0,-1 2 138 0,0-1-76 16,1 2-184-16,-2-3-133 0,-1 4-71 0,1 0-38 16,0-1-25-16,0-1-48 0,1 1-50 0,0-1-35 15,1 1-55-15,-1 0-91 0,3-3-116 16,0 3-210-16,0-1-238 0,1 0-154 0,-2 1 11 15,0-2 202-15,0 0 258 0</inkml:trace>
  <inkml:trace contextRef="#ctx0" brushRef="#br2" timeOffset="104817.04">12233 9178 262 0,'4'0'531'0,"2"4"197"16,-2 2 84-16,2 7-239 0,0 2-275 0,1 1-140 16,2 3-66-16,-1 4-36 0,2-2-19 0,-1 2-8 15,5 1-6-15,-1-3-18 0,1 1-60 0,2-1-97 16,-2-1-196-16,2 1-236 0,-2-3-146 16,1-2-16-16,0 2 157 0,-2-5 238 0</inkml:trace>
  <inkml:trace contextRef="#ctx0" brushRef="#br2" timeOffset="105102.04">12780 9912 182 0,'12'20'412'16,"1"3"166"-16,-4-2 103 0,1 2-207 0,2-1-223 16,-4 2-116-16,2 0-62 0,2-1-35 0,-2-1-25 15,4-1-26-15,-3 0-36 0,4-3-38 16,0 2-46-16,1-4-54 0,3 0-65 0,0 1-51 15,0-1-43-15,0 3-23 0,3-1 20 16,-3 1 56-16,0 0 79 0,0 3 78 0,2-2 70 16,-1 3 57-16,-1 0 48 0,2 1 52 0,-2-1 54 15,-2 5 51-15,0-1 19 0,1-2 2 16,-1 4-19-16,-2-1-35 0,2 0-25 0,-3 1-27 16,2 0-19-16,-2 1-26 0,4-3-19 15,-6 0-14-15,4 1-27 0,-3-2-61 0,1 0-114 16,-3-3-169-16,0-1-59 0,-2 1 20 0,-1-6 79 15</inkml:trace>
  <inkml:trace contextRef="#ctx0" brushRef="#br2" timeOffset="105396.61">11989 9699 16 0,'3'-6'445'15,"3"1"342"-15,-4 4 191 0,-1 1 0 0,3 4-309 16,-3 4-348-16,3 2-163 0,-1 2-81 15,0 4-46-15,3 0-64 0,0 0-81 0,-1 3-92 16,3 0-111-16,0 0-206 0,3 1-231 16,0-3-92-16,2 3 75 0,1 0 213 0,1 1 243 15</inkml:trace>
  <inkml:trace contextRef="#ctx0" brushRef="#br2" timeOffset="105725.86">12549 10426 27 0,'17'30'316'0,"0"-2"192"16,-4 0 143-16,0-2 4 0,-1 4-266 0,1-4-188 16,0 1-92-16,-2-1-46 0,0-1-21 15,3 2-11-15,1-6-11 0,-2 2-7 0,2-1-2 16,2-3-15-16,-1 3-27 0,3-3-31 16,0 0-42-16,0 1-35 0,0 0-44 0,0 1-32 15,1 0-18-15,1 0 3 0,-2 1 21 0,1 1 29 16,2 1 38-16,-1 0 36 0,0 1 40 15,1 1 34-15,-1 1 32 0,2-1 23 0,-1 5 28 16,3-1 31-16,-2 2 26 0,2 3 24 0,-1 1 10 16,1 3 14-16,-1 1 3 0,0 3-6 15,1 2-8-15,0 1-20 0,0 2-15 0,0 1-24 16,-4-5-26-16,1 0-19 0,-1-5-14 0,-4-6-12 16,-3-6-7-16,-2-6-10 0,-4-3-17 15,-4-6-29-15,-2-6-43 0,-7-6-94 0,-1-6-165 16,-5-5-157-16,-5-3-39 0,-2-8 67 0,-4-2 133 15</inkml:trace>
  <inkml:trace contextRef="#ctx0" brushRef="#br2" timeOffset="105984.92">11758 10429 13 0,'6'-9'371'15,"1"5"261"-15,-1 2 179 0,3 6 47 0,1 3-329 16,1 5-264-16,3 2-135 0,2 9-66 0,0-2-36 16,0 6-25-16,3 2-6 0,1 1-6 0,0 0-24 15,1 2-38-15,3-1-62 0,1 2-85 16,-1 1-191-16,0-1-221 0,1-1-91 15,0-2 51-15,-1 0 169 0,-1-3 208 0</inkml:trace>
  <inkml:trace contextRef="#ctx0" brushRef="#br2" timeOffset="106248.54">12586 11459 68 0,'20'35'523'0,"-3"2"348"16,-3 1 157-16,2 0-41 0,-2-1-373 0,0 0-315 15,-1-2-149-15,1 0-77 0,1-3-33 16,0-3-21-16,1-2-14 0,3-1-9 0,0-4-9 16,3 0-28-16,2 0-49 0,1-2-58 15,4 0-66-15,-1 0-68 0,-1 1-63 0,3 0-34 16,0-1 8-16,-3 2 44 0,0-1 70 0,-2 3 79 16,-1-3 72-16,-3 4 54 0,-2-1 43 15,-5 0 22-15,2-1 7 0,-5-1-2 0,0 1-1 16,-7-3-5-16,0-3-16 0,-3-2-49 15,-4-2-98-15,-3-2-166 0,-5-5-94 0,-4-4-2 16,-7-4 71-16,-6-6 113 0</inkml:trace>
  <inkml:trace contextRef="#ctx0" brushRef="#br2" timeOffset="106524.86">11271 10740 114 0,'8'6'334'0,"1"3"147"0,-1 5 107 16,-1 6-154-16,1 6-202 0,1 3-107 0,-1 5-59 15,2 2-31-15,2 3-20 0,-2 1-23 16,1 1-32-16,4-1-69 0,-2 1-107 0,1-5-201 16,2 2-87-16,0-5 19 0,-2-2 101 0,4-4 141 15</inkml:trace>
  <inkml:trace contextRef="#ctx0" brushRef="#br2" timeOffset="106735.19">11946 11756 39 0,'15'28'276'0,"-3"0"145"15,-1 1 119-15,2 1-61 0,-2-2-214 0,2 2-132 16,1 0-74-16,0 2-39 0,3-4-26 0,1 2-14 16,1 2 1-16,1-4 3 0,1 2 8 15,1 0 6-15,3 0 2 0,-3 0-6 0,2 0-37 16,0 2-77-16,-2 4-141 0,0-1-156 0,-3-1-45 15,2 2 48-15,-5-2 109 0</inkml:trace>
  <inkml:trace contextRef="#ctx0" brushRef="#br2" timeOffset="106995.85">10916 11076 59 0,'-2'-14'187'16,"5"5"85"-16,5 3 9 0,1 7-80 0,7 6-45 16,2 6-12-16,2 6 4 0,7 8-23 15,0 3-22-15,2 7-26 0,3 4-15 0,3 5-5 16,0 4-29-16,3 4-20 0,3 7-46 0,0 3-68 15,0 4-202-15,-1 2-98 0,2 1-14 16,0 1 67-16,-1-3 110 0</inkml:trace>
  <inkml:trace contextRef="#ctx0" brushRef="#br2" timeOffset="108724.9">7824 7311 38 0,'10'8'485'15,"1"2"355"-15,-3-7 181 0,0-3-27 16,3-4-344-16,0-7-324 0,2-6-167 0,4-7-79 16,-1-5-45-16,3-5-33 0,1-5-70 0,1-1-97 15,1-2-110-15,0-1-161 0,0 3-265 16,-3 1-182-16,2 3 1 0,-5 5 195 0,-2 4 269 15</inkml:trace>
  <inkml:trace contextRef="#ctx0" brushRef="#br2" timeOffset="108887.93">8585 6709 11 0,'22'-12'356'0,"-3"5"252"0,-3-2 181 16,-5 0 50-16,2-2-323 0,-1-1-256 0,-1-1-153 15,3-4-116-15,-2 1-106 0,0-5-133 16,2 0-259-16,2-2-177 0,0-2-43 0,3 1 106 16,2-2 203-16</inkml:trace>
  <inkml:trace contextRef="#ctx0" brushRef="#br2" timeOffset="109389.85">7434 8491 140 0,'-2'3'394'16,"-1"-1"183"-16,0-1 139 0,1 1-128 0,-2-2-146 15,2 0-65-15,-1 1-12 0,1 0 3 16,-1 1-12-16,1-2-29 0,2 0-54 0,-2 2-69 16,0-2-59-16,2 0-50 0,4 0-37 15,-2-4-29-15,4 0-18 0,4-5-11 0,6-5-2 16,3-9 4-16,6-7 4 0,5-9 1 0,7-8-12 15,3-8-60-15,2-6-111 0,2-3-146 16,3-3-255-16,1 1-275 0,2 1-230 0,-2 2-17 16,-2 3 289-16,-2 5 378 0</inkml:trace>
  <inkml:trace contextRef="#ctx0" brushRef="#br2" timeOffset="109539.15">8452 7392 210 0,'17'-1'602'0,"-4"-4"282"15,-2 3 93-15,-3-1-186 0,-1-4-321 0,-1-1-226 16,1-4-122-16,0-3-70 0,1-2-82 0,0-6-99 16,4-1-115-16,-2-4-231 0,4 2-244 15,0-3-156-15,2 0 27 0,-2 1 214 0,2 2 273 16</inkml:trace>
  <inkml:trace contextRef="#ctx0" brushRef="#br2" timeOffset="109674.92">9006 6750 175 0,'7'-11'390'0,"-2"0"152"16,0-6 96-16,0 3-212 0,1-2-215 15,2-2-148-15,0-1-130 0,1-2-224 0,4 1-186 16,1-3-67-16,2-1 37 0,1-1 129 0</inkml:trace>
  <inkml:trace contextRef="#ctx0" brushRef="#br2" timeOffset="110111.79">7685 8931 156 0,'5'2'393'16,"-2"2"169"-16,2-3 111 0,1 1-177 0,-1-4-171 15,3 1-119-15,-2-3-58 0,2-1-31 0,0-1-16 16,3 0-27-16,-1-3-26 0,1-4-23 16,4 0-10-16,0-5-6 0,4-2-4 0,3-6-3 15,2-6-9-15,3-2-14 0,3-5-46 16,3-5-72-16,2 0-139 0,2-4-244 0,0 2-134 15,2-3-20-15,-1-1 125 0,0 2 197 0</inkml:trace>
  <inkml:trace contextRef="#ctx0" brushRef="#br2" timeOffset="110262.87">8637 7936 255 0,'13'-4'607'15,"-5"1"256"-15,-2 0 76 0,0-1-245 16,-1 1-275-16,-2 1-200 0,2-4-116 0,1-2-59 15,-1-1-62-15,4-4-85 0,1-2-99 0,1-4-141 16,1-3-267-16,3 0-184 0,1-2-35 16,0 0 154-16,2-3 245 0</inkml:trace>
  <inkml:trace contextRef="#ctx0" brushRef="#br2" timeOffset="110402.86">9246 7319 199 0,'12'-10'374'0,"-4"-2"133"0,0-2 45 0,0 1-215 16,0-2-172-16,-2-2-134 0,1 3-192 16,-1-3-221-16,2 2-97 0,-2 1-3 0,-1-1 85 15,1 2 141-15</inkml:trace>
  <inkml:trace contextRef="#ctx0" brushRef="#br2" timeOffset="110692.17">8284 8997 66 0,'-36'66'570'0,"0"-5"402"0,-2-4 152 0,6-6-72 16,4-7-362-16,5-4-354 0,3-7-165 15,6-8-87-15,1-6-45 0,8-9-24 0,4-6-17 16,4-8-7-16,7-9-3 0,5-11-2 16,7-10-2-16,4-7 14 0,8-10 9 0,4-8 4 15,5-5-9-15,4-4-50 0,3-5-80 0,2 1-110 16,0 0-128-16,-3 3-177 0,2 6-266 0,-5 4-129 16,-2 6 56-16,-3 8 227 0,-5 3 269 15</inkml:trace>
  <inkml:trace contextRef="#ctx0" brushRef="#br2" timeOffset="110814.86">8980 8312 152 0,'14'-11'315'0,"-1"-2"121"16,1 0 39-16,-2-5-167 0,3-2-135 15,-2-6-73-15,4 1-39 0,-1-1-28 0,1-4-37 16,-1 0-72-16,3 2-156 0,-2-1-162 16,-1 2-59-16,0 3 33 0,-2 1 99 0</inkml:trace>
  <inkml:trace contextRef="#ctx0" brushRef="#br2" timeOffset="111038.8">8896 8856 241 0,'0'19'508'16,"-1"-2"193"-16,-1-5 86 0,2-6-226 0,0-3-270 15,0-3-143-15,2-5-72 0,-1-2-48 0,3-3-42 16,0-6-37-16,3-1-30 0,2-3-33 0,1-1-34 16,2-3-46-16,2 1-71 0,-1-1-175 15,3 2-115-15,-2 1-9 0,0 3 86 0,-1 1 149 16</inkml:trace>
  <inkml:trace contextRef="#ctx0" brushRef="#br2" timeOffset="111313.92">8688 10118 321 0,'-5'22'691'0,"0"-6"234"15,0-9 40-15,5-7-238 0,3-7-360 0,2-9-199 16,3-6-99-16,6-8-51 0,1-7-21 0,5-5-7 16,1-8-2-16,4 0 6 0,4-8 9 15,1 0 1-15,1-2-53 0,1 2-79 0,0 1-98 16,-1 2-153-16,-1 10-272 0,-3 1-166 16,-3 8-2-16,-5 5 174 0,0 7 243 0</inkml:trace>
  <inkml:trace contextRef="#ctx0" brushRef="#br2" timeOffset="111438.36">9241 9293 64 0,'17'-14'266'0,"-4"-2"124"0,3-1 97 0,-2-1-124 15,5-5-165-15,-1-1-90 0,2-3-51 0,-1-1-53 16,5-2-69-16,-1 0-125 0,1-2-173 16,3 4-67-16,-3 2 24 0,-2 2 92 0</inkml:trace>
  <inkml:trace contextRef="#ctx0" brushRef="#br2" timeOffset="111706.7">9076 10585 44 0,'-22'65'515'15,"1"-9"374"-15,3-9 178 0,1-7-50 0,2-8-347 16,6-8-347-16,4-7-165 0,4-8-82 16,4-6-42-16,2-7-16 0,5-8-10 0,2-6-2 15,3-5-13-15,3-7 7 0,2-5 3 0,4-3-16 16,-2-6-43-16,5 1-66 0,0-4-68 0,1 0-96 16,2 1-128-16,-3 2-227 0,0 3-166 15,0 1-31-15,-3 6 120 0,0 1 224 0</inkml:trace>
  <inkml:trace contextRef="#ctx0" brushRef="#br2" timeOffset="111838.94">9682 10012 148 0,'24'-25'359'0,"-4"-3"153"16,2-3 105-16,-1-3-200 0,3-4-178 0,-1-2-89 16,4-5-68-16,-3-2-80 0,3-3-150 15,0 1-250-15,-2 0-128 0,0 5-35 0,-1 5 71 16,-3 6 159-16</inkml:trace>
  <inkml:trace contextRef="#ctx0" brushRef="#br2" timeOffset="112657.89">12166 12966 221 0,'-2'0'339'16,"1"3"108"-16,-1-2-46 0,1 1-164 0,-1-1-118 15,2 3-64-15,2-3-33 0,-1 2-12 0,1 0-6 16,-1 0 6-16,1 1 9 0,3 2 9 15,-2 2 7-15,0-1-3 0,-1 2 3 0,2 2-10 16,-1 1-3-16,1 2-6 0,-3-1-6 16,1 0-26-16,-2 2-86 0,0 0-171 0,-2-1-141 15,1 1-41-15,-3-2 41 0,1 1 109 0</inkml:trace>
  <inkml:trace contextRef="#ctx0" brushRef="#br2" timeOffset="112828.34">12191 13419 211 0,'0'18'434'0,"-1"0"165"16,-1-1 94-16,0 2-246 0,-2 0-209 0,-1-1-115 15,4 1-65-15,-2-2-32 0,1 0-18 0,0-1-8 16,2-1-17-16,-1-1-39 0,1-1-61 16,0-2-106-16,1 1-187 0,-1-2-139 0,2-1-20 15,0 0 92-15,-1-2 157 0</inkml:trace>
  <inkml:trace contextRef="#ctx0" brushRef="#br2" timeOffset="113005.83">12196 13853 53 0,'0'16'198'0,"0"-2"78"16,0 2 9-16,0 0-71 0,0 1-68 0,0 3-36 16,0-1-24-16,2 3-8 0,-2 1-14 0,1 1-10 15,-1 1-10-15,2 1-9 0,-2 2-5 16,0-2-7-16,2 0 0 0,-2 0-9 0,0-3-12 15,-2 1-19-15,2-3-42 0,-2-2-85 16,2-1-158-16,-3 1-72 0,2-3 12 0,-1-1 70 16</inkml:trace>
  <inkml:trace contextRef="#ctx0" brushRef="#br2" timeOffset="113388.96">11726 12966 428 0,'2'17'818'0,"-2"-3"224"0,0 3-5 15,-2-3-291-15,1 3-350 0,-1 0-195 16,-1 1-96-16,0-2-47 0,0 2-27 0,1-3-18 15,1 0-32-15,-2 0-76 0,1-2-111 0,0 4-152 16,-1-3-287-16,3 1-224 0,-1 1-124 16,-1 2 110-16,0 0 307 0</inkml:trace>
  <inkml:trace contextRef="#ctx0" brushRef="#br2" timeOffset="113629.8">11743 13812 13 0,'-2'28'308'0,"-3"-2"202"0,0 1 157 0,-3 0 26 16,2-3-273-16,0 0-198 0,-1-2-109 0,1-3-58 15,1 1-25-15,2-2-16 0,-3-1-10 16,4-3-4-16,-1 2 0 0,3-1 0 0,-1 0-2 16,1 0-2-16,1-1 1 0,-1 2-1 15,2-1-9-15,-1-2-12 0,-1 2-23 0,0 3-24 16,2-1-31-16,-2 2-39 0,0 2-20 0,-2 0-25 15,2 2-36-15,-1 1-42 0,-1-1-33 0,1 3-53 16,-3 1-31-16,1 0 36 0,0 2 89 16</inkml:trace>
  <inkml:trace contextRef="#ctx0" brushRef="#br2" timeOffset="113678.32">11633 14706 32 0,'-9'18'43'0,"3"-5"-53"0,-4-4-36 16</inkml:trace>
  <inkml:trace contextRef="#ctx0" brushRef="#br2" timeOffset="113992.85">11004 12762 243 0,'0'9'543'0,"0"1"215"16,-3 2 87-16,0 3-231 0,-1 5-260 0,1 0-159 16,0 6-78-16,-2 2-36 0,-1 1-18 0,3 4-5 15,-2 0-12-15,2 0-19 0,-2 1-19 16,2-3-67-16,1-3-104 0,1-3-219 0,-1-1-242 15,1-5-163-15,-1-1-36 0,-1-4 164 16,3-1 267-16</inkml:trace>
  <inkml:trace contextRef="#ctx0" brushRef="#br2" timeOffset="114160.89">11020 13598 313 0,'-7'36'659'0,"-3"2"237"0,0-1 52 15,-3 3-237-15,1 0-340 0,0-2-181 0,0-1-90 16,2-4-61-16,1-3-82 0,-2-1-102 16,5-4-110-16,1-3-143 0,0-1-192 15,2-1-188-15,0-2-16 0,1-2 157 0,0 0 227 16</inkml:trace>
  <inkml:trace contextRef="#ctx0" brushRef="#br2" timeOffset="114272.88">10917 14389 157 0,'3'25'350'15,"-1"0"138"-15,-2 0 90 0,0-2-214 16,0 1-167-16,-2-3-121 0,-4-1-164 0,1-6-256 16,0 1-126-16,-3-3-32 0,-2-3 64 0,0-6 132 15</inkml:trace>
  <inkml:trace contextRef="#ctx0" brushRef="#br2" timeOffset="114566.81">10318 12584 357 0,'-2'-2'634'15,"-1"1"194"-15,-2 3 49 0,0 4-297 16,-2 0-285-16,2 3-151 0,-1 2-70 0,1 4-37 16,1 1-23-16,0 4-10 0,-1 3-6 0,2 2-3 15,0 2-6-15,1 3-36 0,1 1-64 16,-1 1-88-16,2-1-187 0,-1 1-232 0,-1-4-139 16,2-1 16-16,-2-2 169 0,2-6 226 15</inkml:trace>
  <inkml:trace contextRef="#ctx0" brushRef="#br2" timeOffset="114737.02">10338 13352 351 0,'0'29'607'16,"-1"-2"188"-16,-3 2 53 0,0 0-306 0,-1 3-269 16,0 0-137-16,-1-1-74 0,0-1-47 0,-2-3-56 15,2-1-51-15,-1-4-47 0,-1-1-56 16,2-3-80-16,-2-1-159 0,3-2-156 15,-1-2-42-15,3-1 66 0,-1 0 143 0</inkml:trace>
  <inkml:trace contextRef="#ctx0" brushRef="#br2" timeOffset="114838.84">10234 14035 61 0,'-3'30'252'0,"1"0"116"16,-3-1 96-16,1-1-138 0,-3-3-163 0,1-2-193 15,-2-3-236-15,-3-6-109 0,-3-2-13 0,0-6 55 16,-4-6 100-16</inkml:trace>
  <inkml:trace contextRef="#ctx0" brushRef="#br2" timeOffset="115131.88">9287 12664 215 0,'-5'-18'441'0,"-1"9"168"0,-1 8 91 0,1 5-204 16,-3 8-219-16,1 6-111 0,1 5-60 15,-1 4-31-15,-1 5-23 0,3 3-28 0,-1 3-15 16,1 2-4-16,3 1 0 0,-2 2 6 16,2 1 5-16,3-1-25 0,0 1-14 0,3-4-9 15,0-1-6-15,0-1-4 0,2-5-3 0,-2-5 21 16,2-2 8-16,0-5 6 0,-2-5-25 15,0-1-48-15,0-4-58 0,-3-2-90 0,0-3-135 16,0-2-174-16,-3 1-29 0,0-4 82 16,0 0 141-16</inkml:trace>
  <inkml:trace contextRef="#ctx0" brushRef="#br2" timeOffset="115245.2">9203 13402 18 0,'2'12'237'0,"-2"1"133"0,-2 4 116 0,2 1-58 16,-2 3-144-16,2 2-123 0,-4 2-70 15,-1 2-38-15,-1 2-14 0,-1 0-2 0,-1 0-2 16,0 1-13-16,-4 0-38 0,1-1-99 15,-5-1-170-15,-2 1-158 0,-2-4-53 0,-2-1 45 16,-2-5 123-16</inkml:trace>
  <inkml:trace contextRef="#ctx0" brushRef="#br2" timeOffset="115409.02">8172 13333 106 0,'-22'-21'276'16,"-2"7"96"-16,-1 5 59 0,0 5-215 16,1 6-159-16,2 4-122 0,-2 6-115 0,2 5-127 15,0 8-20-15,-2 1 39 0,0 4 69 0</inkml:trace>
  <inkml:trace contextRef="#ctx0" brushRef="#br2" timeOffset="115482.76">7780 13687 170 0,'-14'44'305'15,"1"1"106"-15,-1-2 17 0,3-1-169 0,-3-1-181 16,1-4-242-16,-1-4-169 0,0-3-53 15,1-5 18-15,-1-5 81 0</inkml:trace>
  <inkml:trace contextRef="#ctx0" brushRef="#br2" timeOffset="118283.81">14049 8982 63 0,'0'5'604'16,"4"-1"447"-16,-3-1 155 0,2 0-102 0,0 0-378 15,0-2-344-15,0 1-187 0,-1-2-84 0,3 1-36 16,0 1-8-16,4-1-1 0,5-1 95 16,4 0 53-16,7 0 21 0,2 0-1 0,6-1-5 15,8-2-12-15,2 1-67 0,6 0-40 16,3-3-28-16,3 2-11 0,7-3-16 0,1 1-8 15,2 1-4-15,3-1 1 0,5 1 0 0,1-2 0 16,5 1 1-16,2-1-2 0,4 0-6 16,1 0-4-16,2 1 0 0,-1 0-4 0,2 1-3 15,1-1-3-15,3 2 0 0,-1 0-1 16,6 3-3-16,-3-1-3 0,1 1-5 0,1 1 1 16,-1 0-2-16,2 1-4 0,2 1-1 0,1-2-1 15,-2 3 0-15,1-3-2 0,0 0-2 16,-1 1-2-16,-4-2 0 0,0 0 0 0,-5 0 0 15,0-2 0-15,-6 2 1 0,0-1 0 0,-7 1-8 16,-4 0-21-16,-10 1-40 0,-6 2-88 16,-11 1-161-16,-7 4-270 0,-12 1-334 0,-6 3-407 15,-10 5-413-15,-9-1 34 0,-12 7 797 0</inkml:trace>
  <inkml:trace contextRef="#ctx0" brushRef="#br2" timeOffset="119162.29">14014 13564 66 0,'4'-3'512'0,"-1"3"343"16,0 0 156-16,-1 0-36 0,2 3-391 16,-1-3-287-16,2 0-157 0,1 2-51 0,4 2-24 15,6 1 50-15,1-3 36 0,7 5 28 16,6-2 13-16,6-3-17 0,8 1 64 0,6 0-21 16,8-2-21-16,4-1-28 0,4 0 19 0,8 0 10 15,2-2-54-15,5-3-28 0,4 1-19 16,4-2-4-16,2-2-21 0,1 1-19 0,3-1-10 15,-2 1 0-15,1 1 5 0,-3 0-2 0,1 1-8 16,0 2-3-16,-1 0 3 0,1 2-4 16,1 2-7-16,-1 2-6 0,-3 2-3 0,1 0-2 15,0 3-6-15,-3 1-4 0,1 2-1 0,-1-1-1 16,0 2 0-16,-3 2-3 0,0-1 0 16,-2-1-2-16,-3 2-1 0,-3-2-1 0,-5 0 0 15,-4-2 1-15,-5-1 0 0,-4-1 0 0,-4-2 2 16,-7-2 0-16,-3-1 0 0,-4-2-2 15,-8 1-1-15,-4-2-3 0,-6 0-10 0,-6-2-12 16,-4 1-28-16,-4-2-64 0,-6-3-71 0,-4-2-109 16,-2 0-174-16,-4-3-302 0,-3-2-312 15,0-5-240-15,-5-1-125 0,-2-6 308 0,-2-6 591 16</inkml:trace>
  <inkml:trace contextRef="#ctx0" brushRef="#br2" timeOffset="119664.79">17382 10507 200 0,'5'0'573'16,"-4"0"321"-16,1 0 182 0,-1 0-158 0,-1 2-266 15,2-2-186-15,-2 1-110 0,2 4-21 0,-1 2-13 16,3 3-41-16,-1 7-17 0,3 4-23 0,-1 8-23 16,2 3-43-16,2 8-48 0,-1 7-15 15,0 9-15-15,2 6-5 0,0 9-10 0,-2 9-13 16,3 7-4-16,-3 7-10 0,-2 4-10 16,1 7-13-16,-1 7-8 0,-3 2-5 0,-2 4-9 15,1 0-4-15,-2-3-2 0,0-1 0 0,0-3-2 16,0-6 1-16,0-6-4 0,2-11-2 0,-2-9-1 15,1-11-2-15,-1-14-3 0,3-9-11 16,-3-12-13-16,0-9-29 0,-1-14-69 0,-2-10-75 16,-4-12-138-16,-2-10-191 0,1-10-308 15,-2-10-336-15,-2-9-230 0,-2-6-83 0,-4-8 453 16,-1-5 574-16</inkml:trace>
  <inkml:trace contextRef="#ctx0" brushRef="#br2" timeOffset="120051.95">17060 10669 158 0,'-5'-1'661'0,"-2"-1"420"0,1 1 135 15,2-1-144-15,0 1-330 0,1-1-227 0,3 2-156 16,0-1-98-16,0-2-61 0,3-3-19 16,2-3-39-16,3-6-23 0,1-5-14 0,4-4-7 15,3-7-6-15,3-5-19 0,3-5-15 16,3-8-17-16,4-4-13 0,2-4-6 0,3-3-1 16,2 0-9-16,0 0-5 0,-1 3 7 0,1 5 7 15,-7 5 2-15,-5 8 0 0,-2 8-1 16,-5 5-1-16,-3 8-8 0,-2 4-6 0,-2 10-2 15,-2 7-2-15,1 9 2 0,-6 6 2 16,-2 9 1-16,-1 6-2 0,-1 8-2 0,-1 7-1 16,1 4-5-16,-3 5-13 0,1 4-51 0,1-1-78 15,1 5-143-15,-1-1-239 0,1 3-308 0,2-3-364 16,-1 1-310-16,3-4-47 0,-3 1 578 16</inkml:trace>
  <inkml:trace contextRef="#ctx0" brushRef="#br2" timeOffset="120733.83">17133 12377 27 0,'1'-7'406'0,"-1"1"328"16,0 4 233-16,0-2 18 0,0 3-305 0,2 0-210 15,-1 2-118-15,4 1-66 0,-1 5-33 0,4 0-2 16,2 5 29-16,4 3 8 0,2 3-19 16,1 5-18-16,1 2-22 0,4 4-35 0,0 3-43 15,2 2-39-15,-2 2-28 0,3 1-21 0,0 2-19 16,1 0-11-16,0 1-14 0,-1-3-9 0,0-3-3 15,0-2-4-15,0-4-1 0,0-7 1 16,-2-3 1-16,-1-4 3 0,0-7-1 0,-3-5 4 16,-2-7 1-16,-1-5 2 0,-3-6 1 15,-2-9 3-15,1-5-2 0,-2-6-1 0,-2-6-1 16,1 0-2-16,-2-6-4 0,-1-2-4 0,1 0-1 16,-3 2-4-16,4 0-1 0,-3 1-4 15,1 4-17-15,-1 2-58 0,0 5-84 0,1 3-174 16,-2 4-276-16,1 6-326 0,3 2-389 15,0 5-291-15,1 0 96 0,1 4 754 0</inkml:trace>
  <inkml:trace contextRef="#ctx0" brushRef="#br2" timeOffset="123091.89">18448 11260 518 0,'3'12'1276'0,"-1"-3"248"0,-2 0-212 16,1-3-294-16,-1-1-467 0,2-5-238 15,-1 0-123-15,-1-7-60 0,4-6-25 0,0-3-5 16,1-8-30-16,3-8-16 0,2-7-11 16,3-6-6-16,5-6-7 0,2-3-9 0,2-2-7 15,-1-1-4-15,5 1-3 0,-4 8-3 0,0 1 0 16,-5 7-1-16,-1 6 1 0,-5 8-2 0,0 3 0 16,-3 7 4-16,-2 5 3 0,-1 4 3 15,0 7 9-15,-2 6 5 0,0 6 7 0,2 5-2 16,-4 9-1-16,1 4-1 0,-1 5-7 15,1 4-6-15,1 3-6 0,2 3-2 0,-2 4-3 16,2 2-2-16,-2-1-1 0,3 4 0 0,-1-3-2 16,2-1-1-16,-3-5-1 0,3-1 1 0,0-3-2 15,0-5-1-15,1-5 0 0,-2-2 1 16,5-5-2-16,-3-4-14 0,0-4-33 16,2-2-73-16,-1-6-75 0,-3-4-142 0,2-4-200 15,-3-6-313-15,3-5-322 0,-4-3-204 0,3-5-58 16,-2-6 457-16,0-4 540 0</inkml:trace>
  <inkml:trace contextRef="#ctx0" brushRef="#br2" timeOffset="123439.81">19066 10853 154 0,'8'6'665'0,"0"5"367"0,-4 4 127 16,1 6-98-16,0 6-371 0,2 5-197 0,2 4-88 15,-1 3-57-15,1 3-52 0,4 2-41 16,-2 0-43-16,2-2-72 0,1-3-53 0,0-3-28 15,3-5-19-15,-1-5-15 0,2-8-12 0,2-4-3 16,-2-7-4-16,0-7 0 0,0-7 3 16,1-5 0-16,-3-8 1 0,0-5-3 0,-4-5 1 15,-1-5-1-15,-3-2 5 0,-1-4 2 0,-3-1 5 16,-4 1 7-16,-3-1 1 0,-5 3 2 16,-1 1-5-16,-5-2-4 0,-3 5-6 0,-3 2-5 15,0 3-3-15,0 3-1 0,-2 5-2 16,1 6-2-16,1 6-1 0,0 5-2 0,-1 8-1 15,5 7-1-15,-1 8-1 0,4 7 1 0,1 5 1 16,4 4 0-16,5 4 2 0,1 4-1 0,5 3 0 16,2 0-1-16,6 2-5 0,0-3-19 15,2 0-68-15,3-4-69 0,2-4-110 16,0-4-174-16,2-7-283 0,4-5-328 0,0-8-230 16,1-7-133-16,2-5 270 0,0-7 556 0</inkml:trace>
  <inkml:trace contextRef="#ctx0" brushRef="#br2" timeOffset="123739.95">19731 10851 495 0,'4'2'959'0,"-4"9"245"0,-2 6-47 16,-1 7-316-16,1 4-307 0,1 8-201 0,-2 3-106 16,6 1-54-16,-2 6-40 0,4-1-32 0,2 1-38 15,2-3-25-15,3-3-13 0,0-7-9 16,3-5-6-16,1-9 0 0,3-6 2 0,-1-9-5 15,1-7-3-15,-5-8 2 0,3-5 5 0,-5-7-5 16,-2-3-4-16,-2-4 3 0,-3-5 0 16,-3-2 18-16,-4-1 40 0,-3 1 30 0,-1-3 17 15,-6 3 5-15,-1-1 3 0,-6 3-20 0,1 0-35 16,-2 0-25-16,-1 3-17 0,2 1-9 0,-1 8-8 16,1 4-4-16,3 9-2 0,0 1-1 15,2 11-16-15,3 5-61 0,2 6-59 0,0 7-115 16,5 4-177-16,0 3-306 0,4 6-320 15,2 2-244-15,3 4-131 0,1 2 336 0,2 1 573 16</inkml:trace>
  <inkml:trace contextRef="#ctx0" brushRef="#br2" timeOffset="124581.83">20049 11517 40 0,'4'0'448'0,"-1"0"312"0,0-5 177 15,3-1 26-15,0-4-303 0,2-5-215 0,2-4-111 16,2-3-45-16,1-3-28 0,1-6-27 0,2-2-45 16,2 0-45-16,-2-1-32 0,2 1-27 15,-3 1-13-15,0 4-19 0,-2 5-19 0,0 2-9 16,-5 6 20-16,0 4 29 0,-2 6 36 15,2 4 22-15,-4 5 10 0,1 7 3 0,0 3-19 16,0 6-31-16,-2 5-29 0,0 3-21 16,2 0-12-16,-1 2-15 0,1 1-9 0,0-3-3 15,2 0-4-15,1-3 2 0,-1-2-4 0,3-3 0 16,-1-4 0-16,2-3-1 0,-1-3 0 16,1-6 1-16,1-7 2 0,0-3 2 0,2-7 0 15,-2-4 3-15,3-5-1 0,1-3-2 0,-2-5-1 16,2 1-2-16,1 0 2 0,-3 2-3 0,-1 3-1 15,-1 2-1-15,0 5 1 0,-3 4-2 16,0 2 0-16,-1 5-1 0,-1 3 2 0,-2 3-1 16,1 5 4-16,-2 3 1 0,1 1-2 15,0 4 3-15,0 0 0 0,-2 4 1 0,5-1-2 16,-4 0-1-16,1 0 1 0,0 1 0 0,2-5-3 16,2 1-2-16,-3-4 0 0,2-2 2 15,3-3-2-15,0-4 1 0,2-3 3 0,1-2 3 16,0-6 0-16,-1-2 0 0,4-3 0 15,1 0-2-15,-4 0-2 0,3-1 1 0,-1 0-2 16,1 2-3-16,-2 4 3 0,2-2 0 0,-2 4 1 16,-1 2-1-16,0 3 0 0,-2 2 2 15,1 2-1-15,-2 3 2 0,3 3 5 0,-2 5 6 16,0 0 2-16,-1 1 0 0,2 3-1 0,-1 1 0 16,3-2-6-16,0 0-5 0,2 0-2 15,0-3-1-15,0-2 1 0,2-2 0 16,2-3 0-16,0-4 1 0,0-4 1 0,1-3 0 15,1-4 0-15,-1-1-1 0,2-4 0 0,-4 5-1 16,-1 0-1-16,0 1 0 0,-3 3 0 0,0 5 0 16,-3 1-1-16,0 4 2 0,-1 4 0 15,-3 5-1-15,4 1-1 0,-5 5 0 0,1 4 1 16,0 0 1-16,0 1-7 0,-1 2-62 16,0 2-83-16,2 0-194 0,2-4-276 0,2 0-320 15,2-1-392-15,-1-5-258 0,3-1 155 0,2-6 769 16</inkml:trace>
  <inkml:trace contextRef="#ctx0" brushRef="#br2" timeOffset="146745.79">5317 9178 13 0,'4'3'339'0,"-2"2"226"0,0-3 165 16,-2 4 57-16,1-1-332 0,-1 1-221 0,2 2-114 15,-1-2-57-15,1 0-30 0,3 1-14 0,-2-1-20 16,5 0-52-16,-2 1-76 0,2-1-135 15,2 0-250-15,-1 0-146 0,2 1-33 16,0-3 119-16,3-2 203 0</inkml:trace>
  <inkml:trace contextRef="#ctx0" brushRef="#br2" timeOffset="146927.75">5669 9274 57 0,'2'2'338'15,"3"2"191"-15,-4-2 140 0,3-1-58 16,0 1-241-16,-1 0-176 0,0-1-95 0,2-1-47 16,2 0-25-16,-1 0-8 0,5-3-19 15,-2 0-37-15,4 0-58 0,0-2-86 0,0 0-181 16,0 3-181-16,2 0-63 0,0 0 63 0,2 2 148 16</inkml:trace>
  <inkml:trace contextRef="#ctx0" brushRef="#br2" timeOffset="147342.2">5018 8757 8 0,'-7'-6'339'16,"3"4"217"-16,-2-1 149 0,1 1 51 0,3 1-330 16,2 1-229-16,0 1-132 0,5 1-39 15,0 3-17-15,6 1-9 0,0 1 0 0,4 1 0 16,3 1 0-16,4-2 2 0,2 4 27 16,3-3 15-16,1 2-10 0,2-1-50 0,2 0-68 15,-1-1-92-15,1-1-202 0,1-1-213 0,0-2-80 16,2 2 70-16,-3-3 167 0</inkml:trace>
  <inkml:trace contextRef="#ctx0" brushRef="#br2" timeOffset="147505.99">5922 8865 13 0,'22'0'213'0,"-1"1"112"0,-2 1 110 0,-2 1-62 16,-2-2-118-16,0 2-56 0,-2-2-45 15,0 3-32-15,-2-3-18 0,0 2-30 0,1 0-16 16,-2-2-23-16,1 3-17 0,0-3-24 15,-1 0-52-15,-2 1-140 0,-1 1-210 0,-2-3-93 16,0 2-3-16,-2 1 92 0,-3-3 143 0</inkml:trace>
  <inkml:trace contextRef="#ctx0" brushRef="#br2" timeOffset="147757.96">5132 8332 62 0,'-16'-7'536'0,"5"1"368"16,-2 1 157-16,5 1-62 0,0 2-362 16,5 1-342-16,0 1-158 0,6 0-75 0,2 3-39 15,6 0-12-15,3 2-8 0,2-3-3 16,6 3 0-16,5 1-8 0,0-2-50 0,6 1-87 15,0-1-99-15,4 1-112 0,-1 1-166 0,2 0-251 16,1 1-102-16,1 1 88 0,-2-1 218 0,3 1 236 16</inkml:trace>
  <inkml:trace contextRef="#ctx0" brushRef="#br2" timeOffset="147896.82">5987 8474 15 0,'30'5'197'0,"0"1"91"15,-1-1 83-15,-2-1-90 0,-2 1-97 0,0-1-60 16,0-1-36-16,-4 0-18 0,3-3-12 15,-1 2-20-15,-1-4-21 0,-1 2-3 0,0-3-12 16,-1 0-22-16,-2-1-48 0,-3-1-106 16,0-2-157-16,-4-2-53 0,0 0 26 0,-5 0 82 15</inkml:trace>
  <inkml:trace contextRef="#ctx0" brushRef="#br2" timeOffset="148295.92">5108 7761 233 0,'-8'-8'448'15,"2"2"155"-15,3 0 86 0,4 3-259 0,5 0-213 16,2 0-113-16,5 2-51 0,4 1-29 15,3 0-14-15,5 0-12 0,5 1-6 0,5 0-5 16,4 1 0-16,2 3 0 0,2-1 7 16,4 1 6-16,-2 2 8 0,4 0 5 0,-2 4 8 15,1 0-8-15,-1 1-9 0,-3-1-8 0,-1 0-15 16,-2 0-15-16,-3 0-20 0,-5-1-28 16,-1-1-54-16,-4 1-42 0,1-2-26 0,-4-1-16 15,-1 1 1-15,-2-4 19 0,-2-1 56 0,0-1 41 16,-2-2 26-16,3 0 28 0,-4-2 19 15,2 1 12-15,2-2 8 0,-2 1 8 0,3-1 7 16,0 2 13-16,-1-1-2 0,1 0 7 16,-2 1 4-16,-1 1 1 0,0-2-3 0,0 2-12 15,-1 0-39-15,-3 0-116 0,-2 2-107 0,0-2-28 16,-1 0 23-16,-4 0 57 0</inkml:trace>
  <inkml:trace contextRef="#ctx0" brushRef="#br2" timeOffset="148619.98">5141 7105 133 0,'-8'-4'319'15,"5"2"125"-15,3 0 93 0,5 6-206 0,6 0-158 16,6 2-59-16,6 2-29 0,7 1-23 16,7-1-11-16,5 2-14 0,5-2 6 0,5 1-23 15,4 0-7-15,2-1 1 0,5 0 5 16,1-1 6-16,-1 1-5 0,0-2-7 0,-1 1-9 16,-4 1-4-16,-1-1-4 0,-2 0-7 0,-4 2-3 15,-2 1-1-15,-4-3-5 0,-3 3-1 0,-4-2 5 16,-2 1 5-16,-4 2-42 0,-2-2-80 15,-2-1-161-15,-2 3-148 0,-7-2-54 0,0-1 37 16,-4-4 130-16</inkml:trace>
  <inkml:trace contextRef="#ctx0" brushRef="#br2" timeOffset="148838.17">5868 6667 212 0,'5'11'426'0,"0"1"156"15,3 1 90-15,8 3-245 0,1 3-212 0,2-3-110 16,6 2-59-16,-1-2-27 0,5 0-17 16,1-1-23-16,3-3-36 0,3-1-60 0,-1 0-100 15,3-1-222-15,0-1-108 0,-2-1 7 0,-1-3 106 16,0 1 149-16</inkml:trace>
  <inkml:trace contextRef="#ctx0" brushRef="#br2" timeOffset="149074.51">6518 6228 260 0,'2'13'460'0,"3"-1"160"0,4 4 81 16,5 3-291-16,6-1-188 0,3 3-97 0,4-4-54 16,3 3-32-16,3-2-8 0,2-2-11 15,3 0-12-15,0-2-8 0,0-1-4 0,1-1-24 16,-2 0-35-16,1 0-38 0,1 0-82 16,-1-2-212-16,-3 0-160 0,-2-2-33 0,2 0 74 15,-2-1 140-15</inkml:trace>
  <inkml:trace contextRef="#ctx0" brushRef="#br2" timeOffset="150735.85">4586 11110 173 0,'8'-3'324'15,"0"2"116"-15,3 4 31 0,0 0-191 0,3 4-131 16,-1 4-72-16,4 1-30 0,-1 3-18 0,3 1-7 16,2 2-8-16,1 0-2 0,2-1-3 0,1 4-7 15,2-2 2-15,0-1-4 0,3-1-6 16,2 2-41-16,-1-4-124 0,2 0-189 0,0-1-79 15,-1-2 4-15,-4-1 78 0</inkml:trace>
  <inkml:trace contextRef="#ctx0" brushRef="#br2" timeOffset="150914.73">5543 11681 211 0,'22'19'386'0,"-3"0"140"0,3 1 61 16,-2 0-230-16,1 2-138 0,1-2-73 0,0 3-36 15,-1 0-22-15,3 1-16 0,1-2-12 0,2 1-28 16,1 0-15-16,2 0-12 0,0-1-5 16,2 2-26-16,0-2-81 0,-1-1-98 15,1 1-141-15,1 1-172 0,0 1-61 0,-1-3 67 16,0 3 157-16</inkml:trace>
  <inkml:trace contextRef="#ctx0" brushRef="#br2" timeOffset="151275.89">4913 10894 18 0,'16'-4'239'0,"3"1"128"16,-3 1 125-16,6 4-27 0,2 1-176 0,0 1-92 15,3 3-46-15,1 3-22 0,2-2-31 16,-1 6-26-16,-1-2-19 0,4 0-20 0,-1 2-20 15,1 1-11-15,1-2-8 0,0 2-3 16,1 0-3-16,-1 0-12 0,1 2-38 0,-1-2-67 16,-1 3-145-16,0 0-179 0,-2 0-82 0,-2-1 31 15,1 0 121-15</inkml:trace>
  <inkml:trace contextRef="#ctx0" brushRef="#br2" timeOffset="151432.9">5921 11404 45 0,'22'22'243'0,"-2"1"116"0,1 3 101 15,1 0-121-15,0-1-132 0,3 7-58 0,-2-3-29 16,0 2-18-16,1-1-10 0,1 0-6 16,-4 1-8-16,4-3-31 0,-3-3-29 0,0-2-18 15,1-3-24-15,-1-3-24 0,0-2-54 16,-3 1-146-16,0-3-171 0,1-3-67 0,-4 1 33 16,0-3 94-16</inkml:trace>
  <inkml:trace contextRef="#ctx0" brushRef="#br2" timeOffset="151913.85">5268 10544 98 0,'3'-10'289'0,"2"2"122"15,4 3 93-15,1 3-167 0,4 2-147 16,3 3-84-16,5 5-47 0,1 0-29 0,4 5-9 16,3 2-13-16,3 3-4 0,4 1 10 0,1 2 11 15,5 5 11-15,3-1 5 0,0 3 4 16,1 3-4-16,1 2-10 0,2-1-7 0,-2 0-7 15,-1 1-7-15,-4-1-4 0,1-4-2 16,-3-1-6-16,-3-2-6 0,0-2-6 0,-2 0-1 16,-1-5-3-16,-3-1-5 0,-4-1 9 0,2-2 6 15,-6-3 6-15,0 0 6 0,0-2 2 0,-2-1 8 16,-3 0-3-16,3 0-1 0,-2-1-2 16,-2 1 0-16,2-1-2 0,-1 2 1 0,-1 2-7 15,2-1 2-15,-1 3 0 0,2 2 0 16,-1 0-2-16,2 1-2 0,-1-1 2 0,1-2 0 15,0 3-4-15,-1-4 0 0,1 2-13 0,2-2-14 16,-2 0-18-16,0-3-27 0,0 0-29 16,0 0-34-16,-3-2-32 0,3-1-35 0,-1-2-56 15,-2 0-81-15,0 2-3 0,-3-3 55 16,0 2 82-16</inkml:trace>
  <inkml:trace contextRef="#ctx0" brushRef="#br2" timeOffset="152189.97">6341 10306 203 0,'-8'-15'468'0,"-1"2"195"0,4 5 94 16,2 2-203-16,3 4-266 0,3 4-131 0,5 4-74 15,1 5-31-15,4 1-8 0,4 4-5 0,3 1-4 16,3 6-6-16,3 0-3 0,5 4-7 16,1-2-8-16,4 1-6 0,2 0-5 0,3 2-9 15,0-1-25-15,-1-1-50 0,2-4-52 16,-2-1-84-16,0-2-165 0,-1-1-203 0,-1-4-74 16,-2 0 67-16,-1-4 147 0,-1-1 183 0</inkml:trace>
  <inkml:trace contextRef="#ctx0" brushRef="#br2" timeOffset="152391.79">7282 10455 165 0,'3'0'400'16,"0"2"167"-16,0 6 103 0,-1 3-190 16,1 6-224-16,0-1-121 0,2 5-61 0,3 0-36 15,0 4-12-15,0-1-4 0,3 2 1 16,3 1-5-16,1 2 4 0,3 1 6 0,0 4-4 15,7-2-2-15,0 4-14 0,2-1-45 0,0 0-71 16,3 0-124-16,-2 2-239 0,2-1-134 16,1 0-12-16,-1-2 112 0,-2-2 176 0</inkml:trace>
  <inkml:trace contextRef="#ctx0" brushRef="#br2" timeOffset="152676.79">7119 11601 99 0,'8'13'467'0,"3"1"262"0,2-1 141 0,1 1-34 15,5 1-371-15,5-2-224 0,4 2-106 0,2 1-50 16,2-2-27-16,1 3-19 0,2 0-15 16,3 2-8-16,0 0-10 0,0 5-48 0,0 2-77 15,-2 4-109-15,3 2-228 0,-5 4-229 0,-1 3-136 16,0 4 32-16,-3 0 205 0,0 5 256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26:10.96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23706 11462 65 0,'-4'27'574'0,"-4"-4"444"16,2-2 179-16,-1-6-90 0,4-3-371 16,-2-4-303-16,4-3-121 0,-1-5-17 0,4-2-15 15,-1-4-14-15,2-5-23 0,2-6-31 0,3-6-52 16,3-7-61-16,0-5-33 0,5-6-21 15,5-5-11-15,-3-2-5 0,3-2 0 0,1 0-3 16,0-2-2-16,0 6-3 0,-2 1-3 0,-3 5 0 16,-1 3 1-16,-2 8 1 0,-1 1-1 15,-5 5 5-15,2 5 3 0,-5 4 9 0,2 2 0 16,-4 4 2-16,0 2 0 0,-1 1-2 0,-1 3-3 16,-1-1-7-16,0 6-7 0,0-1-5 15,0 9-4-15,-3 3-3 0,2 4-3 0,-3 6-1 16,3 3 0-16,-2 6-1 0,-1 1 0 15,3 4-1-15,-1 1 1 0,0 0-2 0,1 1-1 16,-1-2-1-16,2 0-1 0,0-2 0 0,3-2 0 16,-1-2 0-16,0-2 0 0,1-3 0 0,2-2 0 15,-2-2 0-15,2-2-9 0,1-2-15 16,-2-4-30-16,1 0-69 0,-1-3-74 0,0-2-129 16,0-5-177-16,-3-2-295 0,4-3-318 15,-1-4-228-15,1-4-107 0,-2-5 355 0,1-4 557 16</inkml:trace>
  <inkml:trace contextRef="#ctx0" brushRef="#br0" timeOffset="480.01">24100 10890 293 0,'2'-8'691'16,"-1"2"262"-16,2 4 47 0,-1-2-236 15,1 4-277-15,0 2-162 0,2 2-74 0,3 2-28 16,0 3-18-16,2 1-7 0,-1 3-26 0,5-1-34 15,1 6 0-15,2 2-7 0,-3-2-3 16,7 3-5-16,-4 2 19 0,4 1 7 0,-1 0-23 16,-2 2-11-16,0-1-10 0,1 1-11 0,-3 1-23 15,-2 1-20-15,-1-1-2 0,-2 2-2 16,-1-1 1-16,-4 1 4 0,-3 0-8 0,0 1 2 16,-4 0-6-16,-1-1-3 0,-3 0-7 15,1-1-5-15,-6-1-3 0,4-3-8 0,-2-3-3 16,-2-1-4-16,1-5 0 0,3-4-1 0,-2-1-1 15,0-4-1-15,-1-5-3 0,0-2-1 16,3-7-2-16,1-4-3 0,-1-4 0 0,3-8-1 16,2-3 3-16,1-8 0 0,0-3 2 0,1-7 0 15,5-2 1-15,-1-6 0 0,1-2-2 16,2-2 0-16,-1-3 0 0,0 4 0 0,0 2 0 16,1 3 0-16,-3 4 1 0,-2 4 2 0,-2 5-2 15,-2 4 4-15,-1 7-1 0,-3 2 0 16,1 8 0-16,-5 2 0 0,0 5-1 0,0 4-1 15,-3 6-1-15,-1 6-1 0,-4 4-1 16,2 7 0-16,-1 4 0 0,-1 4-1 0,2 4 1 16,0 1 0-16,2 3 0 0,0 0-4 0,4-1-12 15,2-2-35-15,2 0-74 0,2-4-83 0,2-3-163 16,1-2-292-16,1-3-322 0,4-2-330 16,0-4-184-16,1-3 127 0,2-2 648 0</inkml:trace>
  <inkml:trace contextRef="#ctx0" brushRef="#br0" timeOffset="797.99">24764 10944 79 0,'8'36'652'0,"-2"6"472"0,-3 3 153 16,-3 6-49-16,0 4-303 0,-1 3-318 0,-1 3-183 15,1-2-100-15,-4-1-68 0,5-5-76 0,5-9-79 16,-1-6-48-16,5-10-26 0,0-7-13 15,5-7-3-15,1-9-4 0,0-8 0 0,0-7-1 16,0-6-1-16,0-8-3 0,-4-4 1 0,1-5 0 16,0-3 1-16,-3-1 0 0,-5-1 2 15,1-2 5-15,-5 1-2 0,-5-1 0 0,-4-2 0 16,0 5-1-16,-6-3-3 0,0 3-3 16,-1 6 0-16,-5 1 0 0,1 10-2 0,1 5-2 15,-3 6 0-15,-2 9-1 0,0 5-1 0,3 8-4 16,-1 6-19-16,1 2-58 0,1 7-63 15,1-2-118-15,3 4-189 0,1 3-305 0,0 2-326 16,1 1-258-16,-2 3-142 0,1 1 357 0,0 0 608 16</inkml:trace>
  <inkml:trace contextRef="#ctx0" brushRef="#br0" timeOffset="1170.47">23732 12100 357 0,'-18'9'1023'15,"6"-3"331"-15,1 0-91 0,4-1-227 0,1 0-519 16,4-3-250-16,4 2-140 0,4-4-48 15,2 4 2-15,6-4 13 0,4 0 39 0,6 0 15 16,4-4 14-16,5 0-10 0,5-2-28 0,8-1-20 16,3-2-34-16,5-4-12 0,4 4-10 15,4-5-9-15,5 1-2 0,2-2-3 0,5 1-3 16,2-1-9-16,0 0-8 0,-1 3-6 16,-1-3-2-16,-5 5-3 0,-1 2 1 0,-1 0-2 15,-5 4 1-15,-4 1-2 0,-3 1-6 0,-4 5-20 16,-9 0-57-16,-3 3-68 0,-9 2-104 0,-7 1-171 15,-4 2-266-15,-8-1-324 0,-4 3-258 16,-6 1-167-16,-6-2 213 0,-4 1 574 0</inkml:trace>
  <inkml:trace contextRef="#ctx0" brushRef="#br0" timeOffset="1663.93">24233 12722 411 0,'3'-6'846'15,"0"1"294"-15,-1 0 20 0,0 2-317 0,-2 0-269 16,1 1-155-16,1 4-71 0,-1 1-42 16,1 3-35-16,0 3-30 0,2 4-37 15,-2 1-50-15,1 7-46 0,-2 2-32 0,4 2-24 0,-2 4-15 16,1 0-9-16,-3 5-8 16,3 0-7-16,-1 3-4 0,-2-2-5 0,2 1-2 0,-1 0-1 15,-1-4-3-15,2 2-21 0,-1-6-54 16,0-3-63-16,-2-6-111 0,1-4-171 0,-1-5-289 15,0-5-318-15,2-5-258 0,-1-7-158 16,1-8 272-16,0-6 575 0</inkml:trace>
  <inkml:trace contextRef="#ctx0" brushRef="#br0" timeOffset="1844.13">24480 12709 146 0,'6'-7'627'0,"-1"2"372"0,0 5 149 0,-5 6-127 16,1 3-332-16,-1 7-248 0,0 4-139 0,0 4-53 15,0 3-42-15,-1 3-36 0,1 2-32 0,0 1-31 16,0 0-25-16,1 1-34 0,4-1-23 16,-1 0-27-16,0 0-43 0,0-3-40 15,0-4-98-15,-1-3-151 0,-1-4-257 0,-2-3-284 16,0-4-248-16,-2-1-181 0,-3-5 189 0,-1-3 503 16</inkml:trace>
  <inkml:trace contextRef="#ctx0" brushRef="#br0" timeOffset="2054.04">24184 12777 372 0,'2'-6'1071'0,"-1"1"327"16,-1 3-114-16,5-2-238 0,-2 3-513 0,2-2-247 16,3 0-127-16,1 2-55 0,5-3 5 15,2 0 9-15,5 1-3 0,4-4 0 0,3 1-22 16,6-1-12-16,1-2-30 0,4 2-23 0,5-2-10 15,-1 0-59-15,3 0-71 0,-2-3-145 16,2 5-259-16,0 1-294 0,-2 0-354 0,4 2-276 16,-4 0-29-16,0 1 568 0</inkml:trace>
  <inkml:trace contextRef="#ctx0" brushRef="#br0" timeOffset="3033.88">26519 10878 183 0,'0'-8'512'0,"0"0"299"16,-1 3 217-16,1-1-124 0,-2 4-229 0,1-3-154 16,-1 4-96-16,2 0-58 0,0-1-58 15,0 2-70-15,0 2-47 0,2-1-33 0,1 5-16 16,-2 1-23-16,3 5-20 0,0 5-7 15,2 5-5-15,-1 8 3 0,2 2-17 0,1 7-9 16,-2 4-12-16,2 4-7 0,0 2-4 0,-4 2-12 16,3 2-7-16,-1-3-6 0,2-3-5 15,-2-1-5-15,1-6-3 0,-1-2-1 0,2-7-1 16,-2-6-3-16,0-3 0 0,-1-6-1 16,3-2 2-16,-2-5 2 0,2-6 1 0,0-6 0 15,0-6 1-15,1-7 0 0,3-7 0 0,-3-6-2 16,5-4 0-16,-1-4 2 0,4-2-1 15,-2-2 0-15,0-2 0 0,2 0 0 0,0 0-1 16,-3 1-2-16,2 0 1 0,-3 2-3 16,0 2 1-16,-1 2-1 0,-3 4 1 0,0 3 1 15,-2 2 0-15,-1 4 3 0,-2 4 1 0,-3 3 8 16,1 2 5-16,-2 5 1 0,-2 1 2 0,-3 3-2 16,1 3-1-16,-3 7-9 0,-2 1-3 15,-1 2-4-15,1 7-1 0,-7 1-1 0,5 7 0 16,-5 2 2-16,3 4-1 0,1 5 0 15,-4 4 3-15,2 5 2 0,0 3 1 0,-1 2 1 16,1 2 4-16,5 2 1 0,-1-1-1 0,1-4-2 16,4 0 0-16,2-5-2 0,3-6-3 0,1-3-1 15,3-6-1-15,2-4-2 0,5-6-1 16,-2-3 1-16,5-5 0 0,1-4 0 0,2-6 1 16,2-4 1-16,3-6 0 0,2-3-2 15,-2-2-1-15,4-2-7 0,-1-1-19 0,0 0-53 16,-1-1-78-16,-3 1-137 0,0 5-239 0,3-1-307 15,-5 3-360-15,5 1-301 0,0 2-61 16,-2 2 550-16</inkml:trace>
  <inkml:trace contextRef="#ctx0" brushRef="#br0" timeOffset="3784.05">27762 10609 36 0,'-3'-4'488'0,"0"-1"421"0,0 1 248 15,-1 1-20-15,1 1-381 0,2 1-270 0,1 1-190 16,0 0-111-16,0 1-60 0,1 4-18 0,6 2 21 16,-1 2 42-16,5 5 27 0,-2 1 8 15,4 4-4-15,4 3-18 0,2 4-35 0,2 4-37 16,0 3-25-16,1 3-11 0,0 3-11 16,2 4-11-16,-2 1-9 0,1 3-12 0,-2 1-6 15,1 0-10-15,-2 2-7 0,0-1-3 0,-1-3-2 16,-3-2 0-16,1-3 0 0,-4-6-1 15,1-2 0-15,-5-6 1 0,-1-2 0 0,1-5-1 16,-4-4 5-16,-2-2 7 0,1-5 6 0,-3-3 2 16,-2-3 1-16,-3-4-2 0,-2-7-4 15,0-2-7-15,-3-7-5 0,-1-2-2 0,0-5-2 16,-2-4 0-16,2-4 1 0,1 0-3 0,-2-1 0 16,1 2-1-16,1 0 1 0,-1 3-1 15,2 4 1-15,2-1 1 0,1 8 0 0,0-1 0 16,-1 5 0-16,2 3 2 0,0 1-1 15,3 1-2-15,-2 6 0 0,-2 1-1 0,1 2-1 16,0 3 0-16,-2 5 0 0,-1 4 1 0,2 1-1 16,-3 4 3-16,-1 3 0 0,0 4-1 15,-1 0 0-15,-2 5 0 0,-1 1-1 0,0 2 0 16,-3 1 1-16,4 0 1 0,-6 2 0 16,4-3 1-16,-3 1 1 0,2-4-2 0,1-2-1 15,1 0 0-15,0-6-8 0,1-2-17 0,1-4-59 16,0-5-77-16,-2-3-148 0,1-5-258 0,1-2-314 15,0-2-371-15,-3 0-298 0,2-4-18 16,0 0 630-16</inkml:trace>
  <inkml:trace contextRef="#ctx0" brushRef="#br0" timeOffset="4214.27">26156 12283 127 0,'-8'-5'662'0,"1"1"392"0,2-2 103 16,5 0-115-16,4 0-426 0,4 0-295 15,5-1-139-15,4-1-53 0,5 1-17 0,5-1 22 16,3 2 59-16,4 1 38 0,3 3 7 16,3 1 3-16,4-2-11 0,2 6-24 0,2-1-46 0,3 2-26 15,6 0-22-15,5 0-20 0,4 1-16 16,8-1-13-16,3 0-11 0,6-3-12 0,4-1-13 16,3-1-7-16,3-4-5 0,1-1-4 0,2-2 0 15,2 0-2-15,2-3-1 0,1-3-3 16,0 1-2-16,-3-2 1 0,1-1-2 0,-5 1 1 15,0-2 0-15,-1-1-1 0,-3 0 1 16,-5 0-2-16,-1-2-2 0,-9 3-6 0,-6-3-11 16,-7 2-21-16,-8 0-63 0,-9 1-77 0,-10 1-152 15,-8 3-251-15,-11 7-314 0,-5-1-370 0,-11 5-269 16,-6 4-18-16,-9 5 623 0</inkml:trace>
  <inkml:trace contextRef="#ctx0" brushRef="#br0" timeOffset="4714.02">27607 13341 45 0,'0'-8'426'0,"-1"1"373"16,1-1 293-16,-2 4-23 0,1-1-267 0,1 2-168 16,-4 2-104-16,4 1-86 0,0 1-77 15,-1 5-60-15,1 2-45 0,-2 4-56 0,0 3-59 16,1 6-38-16,-1 2-25 0,1 8-19 0,1 3-15 16,-2 7-13-16,0 3-8 0,1 5-8 0,-1 5-6 15,1 1-4-15,-4 4-2 0,4-1 0 16,1 0-4-16,-3-2-4 0,3-5-1 0,0-5-1 15,0-7-2-15,0-6 0 0,0-7-2 16,0-5-1-16,0-8-10 0,0-6-22 0,-4-9-60 16,1-9-69-16,-3-8-91 0,-1-6-147 0,-2-7-189 15,-1-5-313-15,-1-4-248 0,-3-2-184 0,1-4 43 16,-4-3 427-16,3 0 466 0</inkml:trace>
  <inkml:trace contextRef="#ctx0" brushRef="#br0" timeOffset="5001.89">27323 13266 101 0,'-5'-19'493'0,"-3"3"325"16,1 4 210-16,1 2-45 0,2 1-272 0,-1 3-207 16,2 1-139-16,-1 2-76 0,4 3-37 0,0 3-19 15,5 2-7-15,2 3-8 0,1 2-7 16,2 0-15-16,3 5-32 0,3 1-34 0,0 3-38 16,3 0-27-16,1 1-19 0,-1 1-12 0,5-1-6 15,-1-3-10-15,0 0-6 0,1-2-4 16,-1-2-1-16,1-5-2 0,-3-3-1 0,1 1 1 15,0-6-1-15,-5-2 3 0,4-4 0 16,-6-5-1-16,1-4 0 0,2-3 0 0,-6-4 0 16,1-5-5-16,0-5 1 0,-2-4 0 0,1-3-1 15,-2-4-3-15,0-4-2 0,-1-2-18 0,-1-7-46 16,0-2-63-16,-3-4-57 0,-1-2-83 16,2-1-142-16,-3 4-169 0,-1 0-258 0,-2 10-214 15,-2 2-194-15,-2 6 25 0,-2 8 386 16,-4 6 437-16</inkml:trace>
  <inkml:trace contextRef="#ctx0" brushRef="#br1" timeOffset="10559.92">19566 2376 203 0,'1'6'389'0,"-1"1"139"0,2 4 109 0,-2 1-182 16,0 3-102-16,2 3 54 0,0 4 64 0,-2 5 38 16,0 5-17-16,4 5-54 0,-3 10-62 0,2 4-41 15,1 9-32-15,-1 6-28 0,0 9-20 0,-1 9-18 16,-1 9-26-16,-1 12-51 0,-1 10-40 15,-3 10-23-15,0 8-21 0,-1 10-17 0,-2 6-15 16,-2 5-3-16,1 4-6 0,-2 6-12 0,3 2-7 16,1-2-2-16,-1 1-1 0,2-2-5 0,2 0-4 15,1-6-1-15,4-3 2 0,1-2-3 16,1-6 0-16,0-5-1 0,3-6 1 0,0-4-1 16,-2-7-1-16,3-9 1 0,-1-7-2 15,-1-9 1-15,2-8 0 0,-4-9 2 0,3-10 0 16,-2-9-2-16,-1-10-6 0,0-7-12 0,0-12-21 15,-4-7-54-15,0-6-71 0,-6-9-93 0,1-6-152 16,-1-7-207-16,-4-8-313 0,-1-7-268 16,2-5-185-16,-3-7 60 0,0-8 497 0</inkml:trace>
  <inkml:trace contextRef="#ctx0" brushRef="#br1" timeOffset="11220.04">19341 2463 305 0,'3'-11'562'15,"1"-1"269"-15,0 4 125 0,1-3-162 16,-4-2-154-16,4 1-126 0,-2 1-85 0,2-4-73 16,2-2-63-16,1-3-61 0,2 0-38 0,3-5-5 15,1-6-17-15,2 0-25 0,1-6-20 16,0 1-29-16,0 2-23 0,-1-3-30 0,-1 1-14 16,1 6-3-16,-2 3-9 0,-4 2 1 0,-2 6-2 15,1 4-4-15,-2 4-7 0,-1 3-4 0,-1 4-3 16,2 2 1-16,-2 6 2 0,2 4 1 0,1 5 4 15,-2 5 7-15,2 5 3 0,0 7-4 16,-2 2-2-16,1 6 0 0,-3 5 0 0,2 4-7 16,1 3-2-16,-1 2-7 0,1 1-50 0,-3 2-71 15,2-1-132-15,-1 2-225 0,0-1-303 0,-2 1-349 16,4-2-285-16,-6 0-88 0,4 0 477 16,-1-1 632-16</inkml:trace>
  <inkml:trace contextRef="#ctx0" brushRef="#br1" timeOffset="13021.88">19343 6786 101 0,'-3'2'381'0,"-1"2"208"15,1-3 161-15,1 0-95 0,-1 2-218 0,3-3-152 16,-1 0-97-16,1 0-56 0,1 0-46 15,1 0 17-15,1 0 19 0,4 0 59 0,2-3 50 16,3 2 22-16,5 0 26 0,0 1-28 16,2-1-30-16,6-2-51 0,0 3-39 0,4 0-24 15,3 0-33-15,1 4-24 0,2-2-14 0,-1 1-15 16,6 3-14-16,-1-2 53 0,3 2 25 16,2 1 15-16,-2 1 9 0,1-1 3 0,5 0-1 15,-2 3-50-15,6-3-22 0,1 1-16 0,2-3-11 16,1 3-5-16,4 0-2 0,2-2-5 15,2 0-6-15,1 0-1 0,3-2 3 0,4 2 5 16,2-1 2-16,-1-1 2 0,7 0 2 0,1 1-2 16,3-1 1-16,2 1-6 0,1-1-5 0,1 0 2 15,0-1 3-15,2 0 1 0,2-1-1 16,1-2 0-16,5 0 6 0,2-2-5 0,-1 0-4 16,1 0 0-16,1-2 6 0,0-1-1 15,2 2 2-15,-1-2 2 0,3 0 3 0,-2 2-4 16,2-2-7-16,-1 1-3 0,-5 1 0 0,4-2 4 15,-2 3-1-15,1 0 2 0,-1 1 3 16,1-2 5-16,0 1-8 0,-3 1-6 0,0-1 6 16,-1 1 0-16,-1-1 0 0,0 1-1 15,-1 1 2-15,-1-2 5 0,2 2-4 0,-2 0-1 16,-4 2 0-16,3-2-2 0,-4 1 5 16,-2 1 32-16,2 1 24 0,0 0 11 0,-1 0 2 15,-1 0 3-15,0 1-4 0,-1 0-34 0,-1 1-18 16,0 1-9-16,-3 0-2 0,-2-2-3 0,1 2-1 15,-1 1 2-15,3-1 1 0,-2 0 2 16,2 1 7-16,-5-2 3 0,1-1 5 0,-2 1-1 16,-1-4 0-16,0 2-3 0,-2-1-8 15,0-1-5-15,-1 0-2 0,-1-1-1 0,1 0-1 16,0 0 0-16,-3 0-2 0,1-1 0 0,0 1-2 16,-4 0 1-16,0 0 6 0,0 0 7 0,-3 1 4 15,0 1 2-15,-2 1 0 0,0-1 1 16,0 2-9-16,1-1-4 0,-3 2-2 0,1 0-3 15,-2-2-2-15,-1 2 0 0,-1 0 0 16,-1 0-1-16,-1-1 0 0,-3-1 0 0,1 1 2 16,-3 0-1-16,1 0 0 0,-2-1 0 0,0 0 0 15,-2-2-1-15,2 2 1 0,-2 0 1 0,1-2 0 16,-1-1 0-16,-2 2 1 0,-2 0 0 16,-3-2-3-16,2 0-2 0,-4-2-1 0,-1 2 1 15,2-2 0-15,-6 1-1 0,0 0 1 16,-3-3 2-16,-1 3 0 0,0-2 1 0,-3 2 0 15,-3-2 3-15,2 0-2 0,-4 2-2 0,-2-3 1 16,-2 3-1-16,0-1-1 0,-2-1-1 16,-2 2 0-16,-1 1 2 0,-2-2 1 0,-1 1 2 15,-2 0 0-15,-3 1-1 0,-1-2 2 16,2 2-2-16,-3 0 0 0,1-2 10 0,-4 2 6 16,1-1 4-16,-1 1 3 0,0-1 3 0,0 1-1 15,0 0-6-15,0 0-2 0,0 0 0 16,0 0 1-16,0 0 1 0,0 0 1 0,0 0-1 15,0 0-2-15,0 0-1 0,-1 0-4 16,1 0-2-16,0-2-3 0,-2 2-2 0,0-2-2 16,1 0-1-16,-2 2-3 0,-2-3 0 0,4 1-1 15,-2-4 0-15,-1 4-1 0,-1-4 0 0,2 2 0 16,-2-4 0-16,2 2-1 0,-3-3 2 16,2 0-1-16,-1-1-1 0,0-3 0 0,-2 3 1 15,3-5 0-15,-4 2 0 0,2-1 1 0,-1 2 1 16,1-1 0-16,-1 2 2 0,-2-1-1 15,3 3 1-15,-1 2 0 0,-1 1 3 0,1 0 1 16,2 3 0-16,0 0 0 0,0 0 0 16,2 3-2-16,0 2-4 0,1 0-2 0,2 3-1 15,2 1-1-15,-1 3 1 0,4-2 0 0,0 3 1 16,2 1-1-16,2-2 2 0,-1 2 0 0,1-1 2 16,5 1-1-16,-2-1 2 0,2 1-1 15,2 2 0-15,0-4-1 0,2 2 1 0,0-2 0 16,-2 2-1-16,1-1 0 0,-3-2 0 15,2 2 1-15,-2-1-1 0,-2 2-1 0,-2-3 1 16,-2 1 0-16,-3 2 0 0,-2 0 0 0,1 2 0 16,-8-1 0-16,0 1 1 0,-3 1-1 15,-2-2-1-15,-5 3 1 0,-1-2-2 0,-2 1 0 16,-1 1-1-16,-1-3-4 0,1 0-9 16,0-1-11-16,-1 0-16 0,5-1-24 0,-2-1-62 15,7-3-69-15,-3-2-115 0,6 0-176 0,2-1-296 16,4 0-328-16,1-1-263 0,6-1-133 0,2 1 339 15,0-2 616-15</inkml:trace>
  <inkml:trace contextRef="#ctx0" brushRef="#br1" timeOffset="14107.86">29543 7622 24 0,'0'-5'395'0,"0"-1"289"0,1 1 192 16,2-2 71-16,5-2-289 0,0-3-181 0,5 1-98 15,1-2-55-15,2 0-30 0,3-3-43 16,3-1-41-16,-2 1-39 0,4 2-37 0,0-3-25 15,-1 3-13-15,-2 2-14 0,0 2 17 16,-3 4 23-16,-3 1 20 0,0 5 15 0,-3 5 6 16,-4 2 4-16,-2 5-29 0,-3 6-30 0,0 4-23 15,-7 3-18-15,-1 3-12 0,-2 5-11 0,-2 2-7 16,-4 2-7-16,1 2-7 0,0 2-4 16,-2-1-5-16,1 3-3 0,3-1-3 15,0-1-4-15,0-1-2 0,3-2-1 0,2-1-2 16,0-2-1-16,5-4-2 0,0-1 0 0,5-5-1 15,3-1 0-15,1-5-1 0,3-2 1 0,3-4 1 16,1-3 1-16,3-4 0 0,1-2-3 16,1-6-11-16,3-6-23 0,-1-2-59 0,3-5-67 15,-4-4-73-15,3-2-102 0,-1-5-124 16,1-1-118-16,-2-1-29 0,0-2 12 0,2 2 35 16,-3-1 118-16,-1 2 149 0,0 3 133 0,-3 3 93 15,-3 4 65-15,1 4 66 0,-5 4 66 0,-2 5 69 16,2 4 54-16,-3 4 56 0,0 5 37 15,0 3 6-15,0 4-19 0,0 3-43 0,-2 3-43 16,1 1-49-16,2 1-50 0,0 2-43 0,1-1-36 16,2-1-23-16,1 1-16 0,1-4-6 0,1-3-11 15,2-3-3-15,1-4 1 0,0-3 8 0,2-6 60 16,0-8 40-16,0-2 34 0,1-7 17 16,0-5-1-16,-1-5 0 0,-1-5-48 0,-1-3-30 15,-2-5-21-15,-1 0-16 0,-2-3-6 0,-2 1-15 16,-3-1-2-16,-5 1-5 0,-1-1-6 0,-6 3-5 15,-2 1-2-15,-5 3-1 0,2 4-3 0,-6 3-1 16,-4 6-1-16,2 3-1 0,-5 7-2 16,-3 3-2-16,-2 8-1 0,0 4-7 0,-2 4-31 15,1 6-59-15,2 1-55 0,-2 3-61 0,3 3-125 16,-2-1-162-16,3 2-236 0,2 0-225 0,5 1-211 16,-1 0-115-16,6-2 278 0,0 0 459 15</inkml:trace>
  <inkml:trace contextRef="#ctx0" brushRef="#br1" timeOffset="14306.05">30328 7732 280 0,'11'-7'752'0,"-3"2"320"0,1 1 40 16,-2 1-246-16,-1 0-287 0,2 0-207 16,1 0-126-16,3 0-52 0,1 1-25 0,1 0-24 15,-2 2-35-15,4-3-31 0,-1 1-21 0,0-2-19 16,1 2-14-16,1 0-11 0,1-1-11 0,1-1 1 15,-1 1-4-15,2 0-27 0,-3 0-46 0,-1 1-128 16,0 1-214-16,-3-1-288 0,0 4-286 16,-1-1-248-16,-4 1-46 0,1-2 424 0</inkml:trace>
  <inkml:trace contextRef="#ctx0" brushRef="#br1" timeOffset="15390.05">19891 1054 263 0,'2'7'553'16,"-2"-4"214"-16,0 4 123 0,0-1-190 0,1 3-148 15,-1 1-98-15,2 4-54 0,0-3-27 0,-1 6-32 16,3 3-40-16,-3 0-37 0,4 4-36 0,1 4-32 16,-3 0-27-16,2 1-30 0,-2 1-34 0,0-1-42 15,2 0-28-15,-3-2-13 0,1 0-11 0,0-3-2 16,-2-1-3-16,2-4 2 0,-3-1-1 0,2-3-2 16,-2-1-20-16,0-3-56 0,-2 0-52 0,-1-4-123 15,-1-1-168-15,-1-1-292 0,-1-1-295 16,-1-2-239-16,2-2-140 0,-4-2 321 0,1-5 531 15</inkml:trace>
  <inkml:trace contextRef="#ctx0" brushRef="#br1" timeOffset="15658.04">19689 1019 29 0,'8'0'419'0,"-4"2"293"0,1 1 179 0,0 0 30 16,3 0-265-16,3 2-223 0,0-1-100 0,0 1-40 0,3-3-19 16,1 4-20-16,2-2-66 0,-1 1-56 15,4-2-39-15,-1 2-27 0,2-3-26 0,1 2-12 16,0 1-14-16,2-2-6 0,-2 0-2 0,2-1-4 16,-1-1 3-16,1 0-2 0,-1 1 1 0,-2-2 2 15,1 0-6-15,-2 2-2 0,-1-2-3 0,-1 2-18 16,-3 1-68-16,-4 1-155 0,-2 3-195 15,-2 0-282-15,-4 2-271 0,-3 3-216 0,-2 0 71 16,-3 3 454-16</inkml:trace>
  <inkml:trace contextRef="#ctx0" brushRef="#br1" timeOffset="15908.05">19689 1819 15 0,'2'8'402'0,"-1"1"301"0,4-3 203 16,-1 0 95-16,1-1-247 0,3 0-243 0,5-2-122 15,0 2-62-15,1-2-46 0,3-2-71 16,4 0-68-16,-1-1-41 0,2 0-32 0,2-1-21 16,1-2-7-16,-1 0-1 0,3-1-10 0,2-1-11 15,-1 2-4-15,0-1-4 0,2 1-2 0,-1 2-21 16,-1 1-55-16,-1 0-141 0,0 1-242 15,-3 3-279-15,1 0-282 0,-1 4-252 0,-1 0 11 16,-2 0 473-16</inkml:trace>
  <inkml:trace contextRef="#ctx0" brushRef="#br1" timeOffset="20280">19901 6044 11 0,'0'5'243'0,"-2"0"138"0,2-2 118 0,0 0-34 16,2-2-186-16,-2 1-123 0,2-1-76 15,-1-1-23-15,2 0-4 0,2 0 11 0,-2 0 8 16,2 0 29-16,1 0 20 0,2 0 23 0,3 0 8 16,-1-1-7-16,2-1 32 0,2 1-6 15,1 0-10-15,2-1-25 0,-1 0-20 0,4 0-10 16,-1 0-35-16,1-2-5 0,2 1 38 0,-1-1 25 15,2 0 5-15,1 2-1 0,-1-4 1 16,2 1-19-16,-1-1-47 0,-1 2-28 0,0 0-14 16,-3-1-8-16,1 1-6 0,0-1-4 15,-2 1-4-15,-2-1-2 0,0 1 0 0,0 1-1 16,0-2-4-16,-3 3 1 0,3-2 2 0,-2 1 0 16,0-1-4-16,1 2 3 0,0 2-1 15,-2-5 4-15,2 3-6 0,-2-2 4 0,2 2 2 16,0-2 22-16,0 0 35 0,-2-2 15 15,3 0 14-15,-1 0 2 0,-2-1 0 0,2-3-20 16,-2 0-29-16,1 1-4 0,0-4 0 0,-3-2-1 16,2 1 1-16,-3-2 0 0,0-1 2 15,1-1 0-15,-2-1 6 0,1 0 8 0,2-3 5 16,-4 0 1-16,-1-1-2 0,3 1 0 16,-3-1 18-16,2 0 3 0,0 2 4 0,-1-3 0 15,-1 2-4-15,0-1-5 0,1 1-31 0,-1-2-16 16,0 2-13-16,1-2-4 0,1 1-3 0,-2-1 1 15,-2 0-2-15,3 0 2 0,1-3 12 16,-2 2 20-16,1-1 16 0,-1-2-1 0,0 2 4 16,0-4 2-16,0 2-12 0,0-2-19 15,-2 1-13-15,1-2-5 0,-1 1-4 0,1-2-4 16,0 0 0-16,-2 3-4 0,0-5-1 0,-1 2 0 16,1-1 0-16,-2 1-2 0,0-1 1 15,-1 1 2-15,-1 0 3 0,3-2 1 0,-4 0 0 16,1 3 1-16,1-2 1 0,-2 2-1 15,1-3-2-15,1 3 0 0,0 0 0 0,-2-2 0 16,1 1 0-16,-1 0-2 0,3 1 1 0,-1-1-2 16,0 1 2-16,2-2-1 0,-1 1-2 0,0-1 1 15,1 2 0-15,0-1-3 0,0-1 0 16,0 3-1-16,0-3 0 0,2 1 1 0,-2 1 1 16,3-2 1-16,-1 0-2 0,-1 0 5 15,3-1 3-15,0-2 0 0,-2 3 0 0,2-2 1 16,1 2 0-16,-2-1-2 0,1 0 0 0,-2 3-4 15,3-1 0-15,-1 3 0 0,0 1-1 16,0-2-3-16,1 4 3 0,-2 1 0 0,1-1 0 16,-2 2-1-16,4 0 3 0,-2 3-2 15,-2 0-1-15,0 1-1 0,2 1 0 0,-3 5 2 0,0-1-3 16,-1 2 4-16,1 1-2 0,-1-1 2 16,0 3 0-16,1 1-1 0,-2 1 2 15,0 1-4-15,0 1 0 0,0 0 1 0,-1 0 0 16,1 2-1-16,1 0-1 0,-1-1 2 15,3 2-1-15,-5-1 0 0,4 0 1 0,-2 2-1 0,0-1 0 16,-1 1 0-16,1 0 3 0,1 2-3 16,0-3 1-16,1 3 2 0,-1 0 2 0,0 0-2 15,-1 3-3-15,2-3 5 0,0 4-1 16,-1 0 0-16,2 1 1 0,1 2 1 0,-1 0 2 16,4 1-4-16,1 2 5 0,-3 1-3 15,3 1-3-15,1-1-1 0,-1 5 2 0,2-3 1 16,1 2-1-16,1 0 3 0,0 1 2 0,1 3 0 15,2-2 13-15,-1 1 6 0,-1 1 4 0,3 2 3 16,-2 0-1-16,0 0 3 0,3-1-13 16,-2 3-6-16,3-2-3 0,-2 2-4 0,2-1 0 15,-3 2 0-15,0-2 8 0,2 3 2 16,-2 0 1-16,-1 2-1 0,2-1-1 0,-3 2-3 16,1-2-7-16,-2 2-1 0,0 0 0 0,0 2 7 15,-1-1 6-15,0 1 2 0,-3-1 0 0,3 1 0 16,-1-1-2-16,0 2-5 0,-2-3-4 15,2 2-4-15,-3-2-2 0,2 4 2 0,-3-3-3 16,4 1 1-16,-4 0-1 0,2-2-1 16,-1 0-1-16,-1 2-1 0,-1-2-1 0,3 0-2 15,-3 1 0-15,2-2 1 0,0 0 0 0,-1-2 1 16,-1 2 0-16,0-1 3 0,-1-1 0 16,1 1 1-16,0 0-1 0,0-3 1 0,0 3-2 15,-2-2 0-15,2 1 0 0,-1 1 0 16,0 0 0-16,1-3 0 0,-1 3 0 0,-1 1 2 15,3-2-1-15,-2 0-1 0,1 3 2 0,-2-1-1 16,2-2 0-16,-2 1 0 0,1-1-1 0,-1-1 1 16,0 1-1-16,2-2-1 0,-2-1 2 15,-1 2-1-15,2-1 1 0,-1-2 0 0,0 2 0 16,0-2 0-16,-1 0-3 0,2 0 1 16,-1 1-2-16,2-3 1 0,0 3 0 0,-2-3 1 15,0 0 1-15,4-2 1 0,-4 1 1 0,2 0 0 16,0-1 0-16,1-1-1 0,-1-1-1 15,0 0-1-15,2 0 1 0,1-1 0 0,-2 1 0 16,1-3 0-16,2-1-1 0,-2 1 2 0,2 1 0 16,0-2-1-16,0-1 0 0,1 1 0 15,0 0 0-15,-1-2 0 0,2 1 1 0,-1 1 0 16,1-2 1-16,2 1-2 0,-2-2 2 16,2 1-1-16,2 2-1 0,-4-2 2 0,2-1-1 15,0 3-1-15,1-2 1 0,0 1 1 0,1-3-2 16,-3 1-2-16,3 2 2 0,1-3 0 15,-3 0-2-15,3 1 0 0,-1-2 0 0,2-1 2 16,0 2-1-16,-1-1-2 0,3-1 1 16,-1-2 0-16,1 1 1 0,-1-1-1 0,1 1 1 15,-1 0 3-15,0-1-1 0,3 0 0 0,-2-2 2 16,2 2-3-16,-3-1 0 0,2 0-1 16,1 2-1-16,-2-3 2 0,0 2 1 0,2-1 1 15,-1 0 0-15,1 2-1 0,-1-2 0 0,0 3 0 16,1-3-2-16,1 1 1 0,-3 0 0 15,4 0 0-15,-3-1 1 0,2 0 0 0,-1 3 0 16,-1-2-1-16,0 0 0 0,1 0 0 0,-2 0-1 16,0-1 0-16,0 2-1 0,0-1-1 15,1 0 1-15,0 0 1 0,-1-2-2 0,0-1 1 16,-1 2 1-16,1-4 1 0,0 1 0 16,-1-1 1-16,1-2 0 0,-2-1 0 0,1-1 1 15,0 1-1-15,-3-5 1 0,2 0-1 0,0-2-1 16,0-4 1-16,-2 0 0 0,1 0 1 0,-1-4-1 15,-3 1 1-15,1-4 0 0,1 3 0 16,-1-5-1-16,-3 1-1 0,0 0 0 0,1-2 1 16,-5 0-1-16,1-1 0 0,1-2 0 0,-2 2 2 15,-1-1 0-15,0-1 0 0,-2 0-1 16,1-1 1-16,-1 2 0 0,1-3-2 0,-1 2 1 16,-2-2 0-16,1 0 1 0,2 0-1 0,-1 0 0 15,2 1 0-15,-2-2 0 0,2 0-1 16,0 1-1-16,1 4 1 0,1-4 0 0,0 4-3 15,0 2 1-15,-2-1 0 0,4 2-1 16,-2 0 0-16,2 1 0 0,-3 1 1 0,4 1-1 16,-2 0 0-16,0-1 0 0,1 3-1 0,1-1 2 15,0 2 0-15,-1 0 0 0,0 4 1 16,2-1 0-16,-5 2 2 0,4 0-1 0,-2 3-1 16,-1-1 0-16,0 3 0 0,0 0 1 15,0 2-3-15,0 0 1 0,-2 1 1 0,2 3-1 16,-2-3 0-16,3 1-1 0,-2 0 3 0,1 1 1 15,2 0-1-15,0 0 1 0,-3-1 1 16,5 1 0-16,-2 0-1 0,1-2-1 0,0 2-1 16,1 0 1-16,1 2 0 0,-1-2 0 0,-1 0 1 15,1 1-2-15,0 2 1 0,-1 0-1 16,2 0 1-16,-2 4 1 0,1-3-1 0,-1 2 0 16,3 1 0-16,-4 1-2 0,1 1 0 0,1 0 1 15,1 1 0-15,0 0 1 0,-2 2 0 16,3-1 2-16,-3 1-1 0,2 2-1 0,0 1 0 15,0 0 2-15,0 0-1 0,0 1 0 16,0 1 1-16,0-1-1 0,0 4 1 0,0-3-1 16,0 3 2-16,-1 2 0 0,0-4 1 0,1 5-1 15,-1-1-1-15,-2 0 0 0,1-2 0 0,0 3 0 16,1 1-2-16,-2-2 1 0,0 0 1 16,2 0-1-16,-3 1 0 0,1 3-1 0,0-3 0 15,0 2-1-15,-1-1 0 0,0 2-1 16,-1-1 0-16,2 3 0 0,-2-3 1 0,0 4 0 15,0-1 1-15,0-1 0 0,0 3 0 0,-1-1-1 16,0-1 3-16,0 0 0 0,0 1-1 0,-1-1 0 16,1 1 2-16,-1 0-1 0,1 1-1 15,1-1-1-15,-2 0 1 0,1 1-1 16,1 0 0-16,0-1 0 0,0-1-1 0,0-1 1 16,0 1 0-16,-1-3 0 0,4-1-1 0,-4-2 1 15,4 1-1-15,-2-4 1 0,2 0 1 16,-3 1-1-16,3-2-1 0,0-1 1 0,-2-2-1 15,0 1 1-15,5-1-2 0,-5-1 2 0,3 2 1 16,-1-2-2-16,2 1 2 0,-2-2-1 16,2 0 1-16,0 1-1 0,0 0 0 0,-1-3-1 15,2 2 1-15,-2 0 0 0,0-1 0 0,3-1-1 16,-2-1 0-16,2 2 2 0,-1-3-2 16,1-1 1-16,-1 2-1 0,1-3 0 0,2 2 0 15,-3-4 0-15,3 0 1 0,-3 0 0 16,3-2-1-16,0 0 1 0,-3 0 0 0,3 0 1 15,-2-2-1-15,4 0 0 0,-4 1 0 0,4 0 0 16,-3-3 0-16,2 2 0 0,0 2 0 0,0-2 1 16,0-1-1-16,0 1 1 0,1 1 0 15,-1 1-1-15,2-3 1 0,-1 3-1 0,0 0 0 16,1 0 0-16,0-2 0 0,1 2 1 16,-2 0-1-16,1 0-1 0,3 0 1 0,-4-3 0 15,5 3 0-15,-1 0 0 0,0-2-1 0,2 2 1 16,-4-1 1-16,5 1 0 0,-3 0 0 15,2 0 0-15,-1 0 0 0,1 0 1 0,-2 0-2 16,2 1 0-16,-3-1-1 0,2 2-1 16,0-2 1-16,0 0-1 0,-1 3-1 0,-1-3 2 15,1 0 0-15,0 0 1 0,1-3 0 0,-1 3-1 16,-3 0 1-16,4-2-1 0,-3 1 1 16,1 0 1-16,-1 1 0 0,1 0 0 0,-2-2 2 15,4 2-1-15,-3 0-1 0,0 0 0 16,-1 0-1-16,1 0 0 0,1 0 0 0,-2 0 0 15,4 0 0-15,-1 0 1 0,0 0-1 0,0-2 1 16,-1 2-1-16,5-1 0 0,-4 0 0 16,0-1-1-16,0 0 2 0,1 1 0 0,-1 0-1 15,1-1 0-15,-1 0 0 0,-2 1-1 0,3 0 0 16,-2-1 0-16,-1 2-1 0,2-1 2 16,-1-2 0-16,0 1 0 0,-2-1 0 0,2 0 0 15,-2 0 0-15,-1-1 0 0,1-4 1 0,-2 2 1 16,-1-1 0-16,0-1 2 0,0-3-3 0,-1-1 0 15,0 1-1-15,-2-1 0 0,2-4 1 16,-2 3-1-16,-1-4 2 0,0 1-1 0,0-1 0 16,-2-2 1-16,1 0-1 0,-1-2 1 15,1 1 0-15,-3-1 0 0,0-4-1 0,2 1 0 16,-4-2-2-16,5-2-2 0,-2-2 1 0,-1-4 0 16,3 2 2-16,-1-5-1 0,1 0 2 15,-2-1 1-15,1 3 0 0,1-1 0 0,-1 0 1 16,-1 4 0-16,1 1 0 0,0 2-1 15,-2 2-2-15,0 3 0 0,1 4-2 0,0 1 0 16,-1 0 0-16,1 2 0 0,0 4 0 0,0 0 0 16,1 2 0-16,-2 1 1 0,1 0-1 15,1 3 0-15,1 1 1 0,-1 1-2 0,0-1 0 16,3 3 2-16,-4 2 0 0,2-1 1 16,1 1-2-16,0 2 2 0,0 1-1 0,0-1-1 15,1 1 1-15,2 0-2 0,-2 3 0 0,2-2 1 16,0 0 1-16,-1 0 0 0,0 1 1 15,3 1 1-15,-3 1 1 0,1-1 0 0,-1 2 0 16,2-2-1-16,-3 3 0 0,1-1 0 0,-1 3 0 16,1 1 1-16,-2 2-1 0,-2 0 1 15,0 1 0-15,3 1 1 0,-3 3-2 0,-2 0 0 16,1 2 0-16,1 1-1 0,0 1 0 16,-4 1 3-16,2 3 5 0,0-3 2 0,-3 4 2 15,4 2 2-15,-3-2 1 0,0 3 0 0,-1 1-3 16,2 2 3-16,1 0 2 0,-3 2-1 15,1-1-1-15,0 2-2 0,0 2-1 0,0-1-5 16,0 1-3-16,3-1-1 0,-4 1-3 0,2-1 0 16,2 0 0-16,-3-2-2 0,4-1 0 0,-2 1 1 15,2-3-1-15,-1-1 2 0,-1-3-1 16,5 0 1-16,-3-3 0 0,1-1 1 0,2 0 0 16,-1-4-2-16,1-1 1 0,2-1 0 15,-1-2-1-15,0-3 0 0,3-1 0 0,2-3 1 16,0 0-1-16,0-3 1 0,0-2 2 15,3-1 0-15,1-3 1 0,0-1 0 0,3-1 0 16,1-2 2-16,-2-1-1 0,2-2 0 0,0-1 0 16,2 1 0-16,0-1-1 0,-2 0 0 0,1-2 0 15,-1 1 0-15,0 0-2 0,0 0 1 0,-2-1-2 16,-1-1-2-16,-2 1 0 0,-2 1-1 16,-1 1 1-16,-4-1-2 0,-1 3 1 0,-2 0-5 15,-5 1-10-15,-3 3-21 0,-2 0-54 0,-5 0-74 16,0 2-107-16,-5 2-181 0,-2 2-298 0,-2 0-336 15,0 3-283-15,-4 1-146 0,-1 0 279 0,-2 3 640 16</inkml:trace>
  <inkml:trace contextRef="#ctx0" brushRef="#br0" timeOffset="28390.06">25202 1123 19 0,'5'4'290'0,"0"2"177"16,-2 2 192-16,2 3 110 0,-1 4-86 0,4 1-65 16,-3 5-41-16,3 3-23 0,-2 1-13 15,1 8-62-15,-2 0-103 0,-1 0-80 0,2 5-52 16,-1 1-47-16,-2 2-60 0,-1 0-47 0,-1-3-29 16,-1 1-19-16,2-1-14 0,-2-4-9 0,0 0-6 15,2-7-3-15,-2-2-3 0,0-2-5 16,1-6-2-16,-1-1-2 0,0-4 0 0,0-1 3 15,0-3 0-15,0-3 5 0,0-4 2 0,-1-2 2 16,1-5-2-16,0-7-2 0,-2-2-5 0,0-7 0 16,1-3-5-16,-1-6-3 0,2-3 4 0,-1-4-1 15,-1-3 4-15,0-3 1 0,2-1-5 0,-1-3-1 16,-1-1-5-16,2 4-3 0,3-1-1 0,-1 6-3 16,0 4 8-16,-1 4 4 0,2 5 0 0,1 4 1 15,-3 6-3-15,3 2 2 0,-3 2-5 0,2 5 1 16,3 0 1-16,1 2 1 0,1 3 3 0,1 2-1 15,4 1 3-15,-2 1-1 0,3 1 1 0,-1 2 1 16,2-1-2-16,0 1 3 0,2 2-2 0,-3-1 4 16,5 1-2-16,-3 0 2 0,3-1 0 15,-3-2 0-15,5 2 0 0,-3-4 6 0,2 2 5 16,-2-3 2-16,2 0 1 0,-2-3-2 0,3 2 2 16,-3-3-12-16,-1 0-33 0,-3-1-60 0,2-2-55 15,-7 1-98-15,-1 0-155 0,0 1-244 0,-5 1-290 16,-3 1-237-16,-2 1-187 0,-5 4 144 0,-3-1 505 15</inkml:trace>
  <inkml:trace contextRef="#ctx0" brushRef="#br0" timeOffset="28603.07">25311 1371 142 0,'8'4'372'16,"0"-4"178"-16,1 0 168 0,3-1-101 0,2-2-96 15,0 1-15-15,3-3-20 0,-1 2-46 0,3-2-72 16,1-1-82-16,1-2-83 0,1 2-93 0,1-2-52 16,2 3-25-16,-1-1-17 0,1-2-6 0,0 4-4 15,-2-1-1-15,0 1-45 0,-1 2-106 0,0 2-146 16,-4 2-297-16,1-2-262 0,-5 6-238 0,3 0-58 16,-2 1 302-16,0-1 419 0</inkml:trace>
  <inkml:trace contextRef="#ctx0" brushRef="#br0" timeOffset="29459.95">25976 1192 299 0,'0'-6'552'0,"0"2"272"16,0 0 157-16,0 2-149 0,-2-3-163 0,0 4-84 16,2 0-34-16,0-1-60 0,0 2-97 0,0 0-78 15,0 0-56-15,0 0-58 0,0 0-66 0,0 2-53 16,2-2-32-16,-2 0-22 0,2 0-15 0,-2 1-12 16,0 2-7-16,2 1 1 0,-2 7 0 0,0 2 10 15,2 7 9-15,-2 5 10 0,-2 5 3 0,0 5 0 16,0 4 2-16,-3 1 0 0,4 2-4 15,-4 2-6-15,2-1-1 0,-1-2 0 0,4-2-3 16,0-3-6-16,2-5-5 0,1-3-3 0,2-3-2 16,1-6-2-16,4 0 2 0,-1-7-2 0,2-4-1 15,2-2 3-15,1-4 0 0,2-4 0 0,2-3 1 16,-1-2 0-16,2 0 1 0,0-2-1 16,1 0-1-16,-1 1 0 0,0 2-1 0,0 3 0 15,-1 0 1-15,-3 2 0 0,0 2-1 0,0 0 1 16,-2 3 0-16,-2 0 0 0,2 0 0 0,-4 3-1 15,4-3 1-15,-5 3 0 0,0-3 0 0,-2-1-1 16,1 0-1-16,2 0 2 0,-3-3 1 16,1 0 1-16,1-3 2 0,1-3-1 0,-3-5 1 15,2-1-1-15,0-3-2 0,1-3 0 0,-1-3-1 16,-1-1-2-16,-1-4 2 0,0-2 2 0,1-1 1 16,-6-4 2-16,2 0-5 0,1-2-2 0,-4-2-3 15,0-2-4-15,0 1 0 0,-2 0-3 0,0 1 6 16,-1 3 2-16,0 4 2 0,-2 5 1 15,-1 2 1-15,2 4 0 0,-1 5-3 0,-2 3-1 16,2 5-9-16,1 5-11 0,-2 4-15 0,-1 5-43 16,2 1-62-16,2 6-65 0,0 0-121 0,1 1-157 15,2 0-260-15,0 3-272 0,4-1-221 0,-1 0-130 16,3-2 293-16,1 1 498 0</inkml:trace>
  <inkml:trace contextRef="#ctx0" brushRef="#br0" timeOffset="29734.22">26693 1224 137 0,'3'-13'719'0,"1"2"457"16,-3 2 96-16,-1 1-156 0,2 2-376 0,-2 3-301 16,1 2-179-16,1 2-92 0,0 2 1 0,-1 5-7 15,2 2-3-15,1 6-8 0,-2 1 0 0,0 3-4 16,1 3-42-16,-1 5-27 0,1 0-27 0,0 3-19 15,0 5-11-15,1-1-8 0,0 3-4 0,2 2-3 16,-2 2 1-16,0 3 1 0,0-4-4 0,0 1 0 16,1-2 0-16,-2-2-2 0,2-5-8 15,0-5-27-15,-4-4-50 0,1-4-58 0,-2-7-71 16,-3-4-142-16,-2-3-185 0,0-6-291 0,-1-5-252 16,0-2-216-16,-2-5-51 0,-2-1 422 0,2-4 495 15</inkml:trace>
  <inkml:trace contextRef="#ctx0" brushRef="#br0" timeOffset="29918.02">26698 1570 162 0,'3'0'392'0,"0"1"165"15,2 3 145-15,2-2-145 0,-1 3-133 0,2 0-41 16,0 2-6-16,4-2 13 0,-1-1-27 0,4 0-34 16,0 0-53-16,0-2-67 0,2-1-54 0,2 0-47 15,-2 1-35-15,2-2-34 0,-1-2-14 0,2 1-8 16,-1 0-21-16,-1-3-65 0,-3 0-117 15,-2-2-134-15,-2 1-235 0,2-6-282 0,-4 3-231 16,4-1-38-16,-7-4 270 0,0-1 371 0</inkml:trace>
  <inkml:trace contextRef="#ctx0" brushRef="#br0" timeOffset="30163.99">27090 1111 242 0,'1'-1'654'15,"-1"1"313"-15,0 1 144 0,-1 2-200 0,-1 2-252 16,1-1-185-16,1 4-72 0,-3 0-23 0,3 5-54 16,0 2-44-16,0 3-34 0,-2-1-41 0,2 5-51 15,-3 2-49-15,3 1-29 0,-1 4-25 0,-3 2-17 16,3 2-11-16,-1 3-12 0,-1 0-4 0,1 3-2 16,1 0-1-16,-1 0-1 0,0 2 2 0,1-2-1 15,-1-3-3-15,2 1-12 0,0-1-37 0,0-4-65 16,2-1-65-16,-2-2-122 0,1-4-180 15,3-3-309-15,-3-2-287 0,4-2-226 0,0-6-119 16,1-3 348-16,0-5 555 0</inkml:trace>
  <inkml:trace contextRef="#ctx0" brushRef="#br0" timeOffset="30902.05">27436 1200 78 0,'-1'-9'330'0,"-3"1"194"0,0 2 191 0,-1 0 8 0,2 4-66 16,0 0-51-16,0 0-61 0,-1 1-66 16,3 0-71-16,-1-1-104 0,2 2-97 0,0 0-70 15,-1 0-44-15,1 2-25 0,0 0-18 0,0 3 2 16,0 3 25-16,0 3 29 0,0 4 33 0,1 2 10 16,1 6 1-16,-1 2-4 0,3 2-24 0,-3 5-31 15,3 3-31-15,-3 1-16 0,1 3-7 0,-1 0-12 16,1 0-8-16,1 0-5 0,-2 0-1 0,2-6-3 15,1 0-3-15,-3-5-2 0,4-5-2 16,-2-3-1-16,1-5 0 0,-1-3 2 0,0-6 2 16,1-3 0-16,-1-6 0 0,2-8 3 0,2-4 0 15,-2-6-4-15,-1-4-1 0,2-4 1 0,-1-2 1 16,0-5-1-16,-2 0 0 0,-1-3 0 0,1 0 1 16,-1 1-1-16,-1-4-1 0,1 3-1 0,-1 2-1 15,1 0 0-15,0 6-3 0,0 5 1 16,0 1 2-16,0 7-3 0,-2 3 0 0,1 4-2 15,1 1 0-15,-1 3-2 0,3 5 1 0,-1 2 2 0,2 2 3 16,-1 5 3-16,1 3 2 0,4 1 1 16,-4 4 6-16,3 2 6 0,0 2 2 0,1 1 1 15,-2 2 1-15,-1 2-2 0,2 0-6 0,1 0-6 16,0-1-4-16,-1-2-3 0,1-2-2 0,-1-2 2 16,1-4 0-16,4-1 0 0,-2-7 2 0,2-4 5 15,2-2 2-15,0-7 0 0,2-2 2 0,1-7-1 16,2-1-6-16,0-3-8 0,0 0-3 0,-1 0-2 15,-1 2-4-15,-2 1 0 0,-2 3 3 0,-2 1 5 16,-3 4 0-16,-1 2 1 0,1 4 2 0,-2 3 0 16,-2 1 0-16,0 4 2 0,-2 3 9 0,-2 5 5 15,-1 4 0-15,-1 4 2 0,-2 3-2 0,-2 3-1 16,0 4-9-16,-2 1-4 0,-2 2-1 0,3 3 1 16,-1 1 0-16,-1 2 2 0,0 3-2 0,-1-1-15 15,0 0-51-15,0-3-67 0,0-1-117 16,1-8-188-16,2-1-300 0,1-3-333 0,0-6-293 15,-2-4-160-15,0-3 345 0,-1-3 630 0</inkml:trace>
  <inkml:trace contextRef="#ctx0" brushRef="#br0" timeOffset="31721.8">25035 2173 234 0,'-22'4'444'0,"4"1"184"16,-1 1 147-16,5 0-211 0,0-4-137 0,2 4-82 15,5-3-68-15,2-1-57 0,4 0-66 0,2 0-74 16,7-2-13-16,5 2-1 0,5-2 7 16,8-2 96-16,7 0 46 0,10-2 15 0,4-2-28 15,10 1-4-15,6-4 9 0,8 1-69 0,4 0-33 16,4 0 59-16,3-1 33 0,7 3-3 0,-1 2-19 15,4 1 5-15,3 2-6 0,0 1-61 0,1 0-27 16,1 1-17-16,0 2-5 0,1 1-10 16,-1 1-4-16,1-1 8 0,0 2-3 0,0-1-2 15,1-1-2-15,-2 1-7 0,0-3 1 0,-4 0-2 16,-1 0-2-16,-6-1-1 0,1-1-3 0,-3-1-3 16,2-1-7-16,-4 0-9 0,-4 1-4 15,-1 0-5-15,-6-3-3 0,-1 3-3 0,-4-2-1 16,-9 0-3-16,-2 0 0 0,-4-1 1 0,-7 0 0 15,-3 0 1-15,-5-1 0 0,-6 0 1 0,-4 2-1 16,-7-1-2-16,-4 0 0 0,-3 1 1 0,-6 2-2 16,-4-2-11-16,-4 1-15 0,-4 2-29 15,-6 0-67-15,-5 0-83 0,-5 2-153 0,1 5-241 16,-5 3-317-16,-1 1-361 0,-2 6-250 0,1-1-9 16,0 5 596-16</inkml:trace>
  <inkml:trace contextRef="#ctx0" brushRef="#br0" timeOffset="34545.89">21676 5131 274 0,'0'3'472'0,"-1"-3"196"0,-1 2 77 15,2-2-144-15,0 3-97 0,0 0-51 16,0 0-36-16,0 0-38 0,0 2-52 0,0-1-63 15,0 3-56-15,2 1-49 0,-2 1-39 16,1 1-26-16,1 2-5 0,1 2-4 0,-1 1-2 16,1 1 16-16,0 1 11 0,0-1-4 0,1 2-19 15,0-3-13-15,-2 2-9 0,1-2-24 0,-2 0-20 16,3-3-5-16,-3 0-6 0,-1-4-4 16,3 2-5-16,-3-4-1 0,0-2 7 0,0 0 2 15,0 0-4-15,0-4-10 0,-3 0-37 16,2-5-42-16,-1-1-47 0,-1-3-93 0,-2-1-125 15,1-3-133-15,-3-4-127 0,4 2-214 0,-2-2-226 16,0 1-46-16,2-2 216 0,0 0 318 16</inkml:trace>
  <inkml:trace contextRef="#ctx0" brushRef="#br0" timeOffset="34831.94">21602 5038 196 0,'0'-3'369'15,"0"0"160"-15,0 0 50 0,0 2-95 16,0-2-76-16,0 3-43 0,0-2-31 0,3 4-34 16,-3-2-20-16,2 3-16 0,-1 1-8 0,2 4-9 15,2 0-11-15,0 5-2 0,-2-1-31 0,2 3-36 16,3 0-43-16,-2-1-38 0,1 3-26 16,1 0-23-16,1-4-12 0,-3 1-10 15,2-2-6-15,0-4-4 0,3 0-5 0,-3-3 5 16,0-2 1-16,2-2-3 0,-1-5 4 0,0 2 4 15,-1-9-2-15,3-1-4 0,-3-2 2 0,2-3 1 16,1-2-1-16,-3 0-10 0,1 2-26 16,-1-4-100-16,-2 3-151 0,1-2-249 15,-2 4-282-15,-2 1-268 0,2 2-177 0,-2 2 207 16,0 4 470-16</inkml:trace>
  <inkml:trace contextRef="#ctx0" brushRef="#br0" timeOffset="37247.92">21817 5610 15 0,'0'4'218'15,"2"0"114"-15,-2 3 103 0,0-1-78 0,0 1-119 16,0 1-88-16,0 0-56 0,0 3-23 0,0 2-20 16,0-2-12-16,0 4-5 0,3 0-9 0,-3 2-3 15,1 0-9-15,2 0-3 0,1 4-4 16,-3-1-8-16,4 3-2 0,-2 0-4 0,1 4 1 16,-1 2-7-16,3 0 0 0,-3 3 2 15,2 1 10-15,-2 2 4 0,2 1 8 0,0 3 6 16,-1 0 7-16,2 2-1 0,1 0-4 0,-1 3-5 15,2 1-1-15,1 1-4 0,-1-1-8 16,4 0-4-16,-3-1-4 0,5 1-2 0,-2-3-5 16,3-2-1-16,0-1 0 0,-2-1 3 15,4 1 5-15,0-3 4 0,-1 1 8 0,3-1 4 16,-1 0 1-16,2 0-1 0,0 2 2 0,2-1-10 16,-3 1 0-16,3-1-2 0,2 2-6 15,-2 0 0-15,2 1-5 0,0-3-5 0,1 3-6 16,0-3 1-16,-1 1-1 0,3-1 5 15,0 0-1-15,0-1 6 0,-1-2 12 0,3-1 10 16,-1 2 8-16,1-2-1 0,-2 0 11 0,6-2 4 16,-3 1-5-16,1-2-3 0,3 0-7 0,-3-2-1 15,4-1-6-15,0 0-2 0,0-1-2 16,0-3-4-16,1 1-4 0,2-1-4 0,0 0-6 16,0-2 3-16,1-1-7 0,2 0-10 15,2-1 15-15,-2-1 5 0,3 0 8 0,1-1 4 16,2-2 9-16,-1 0 7 0,5-1-4 0,-1-1-6 15,1-1-1-15,1 1-9 0,2-5 0 16,-4 1-7-16,2 0-7 0,4-2-2 0,-3 1-4 16,-2-1 1-16,5-1 3 0,-3-2 6 0,0 5 10 15,0-3 6-15,4-2 8 0,0 1 0 16,1 1-1-16,-1-4-3 0,3 3-2 0,-2-2-8 16,-1-1-6-16,3-1-6 0,-4 1-5 0,4-2-3 15,-1 1 2-15,-1 1 9 0,2-2 10 16,-1 0 11-16,1 1 4 0,2-1 8 0,-2 1-7 15,1 1-3-15,1-2-6 0,0 3-10 16,-1-2-4-16,-2 1-4 0,3 0-5 0,1-1-7 16,-4 0 4-16,2 2 10 0,-1-2 4 0,2 1 8 15,0 1 10-15,-1-3 8 0,3 2-5 16,-3 0-5-16,4 1-6 0,-4-2-4 0,1 1-8 16,0-1-6-16,-3 1-5 0,2 0-9 15,-1 0 8-15,0 2 7 0,-1 0 9 0,-1 0 2 16,1 2 9-16,-1 0 9 0,1 2-4 0,-3 1-4 15,-1-1-2-15,0 1-4 0,-2 1 1 0,-1 2-1 16,-2 0-4-16,0 0-2 0,1 1-1 16,-4 3-5-16,2-1 2 0,-3 1 4 15,0 0 6-15,-2 1 4 0,0 1 5 0,-1 0 9 16,2 1-2-16,-1 1-1 0,-5 1 20 0,4 0 8 16,0 1 4-16,-5 2 0 0,1-1 2 0,1 2-3 15,-4-1-23-15,-1 4 2 0,0-3 4 16,-4 0 5-16,3 2 14 0,-3-2 2 0,-1 3 2 15,-1-1-14-15,1-2-19 0,-2 2-1 16,-1 0-7-16,0-1 8 0,-2 1 7 0,-1 1 10 16,0-1 16-16,-1 4 10 0,2-2 3 0,-2 1-6 15,1 2 0-15,-1 2-4 0,1-2-8 16,-2 0-13-16,0 4-12 0,2-3-7 0,-1 3-7 16,0-3-3-16,1 3-2 0,1-1 17 15,-2 0 24-15,-2-1 18 0,1 1 24 0,-1 1 35 16,-1 1 31-16,-2 1 22 0,0 1 6 0,-1 6 8 15,0 0-10-15,-4 0-25 0,1 3-24 16,0 1-41-16,-2 2-26 0,3 0-26 0,-4 1-20 16,1-2-11-16,0 1-8 0,0-2-6 15,-1 1-7-15,2 1-5 0,-1-2 4 0,1 0 8 16,1-1 2-16,-1 1 5 0,3 0 7 0,-2 3 5 16,1-2-6-16,2 3-6 0,0 1-6 0,-1-1-1 15,1 2-8-15,-2-3-4 0,3 3-1 16,-1 1-4-16,0 0 21 0,-1 1 23 0,1 0 15 15,-1 2 17-15,1-1 5 0,-1 2 6 16,1 0-14-16,-1 2-6 0,-2 0-5 0,4-4-6 16,-6 3-5-16,6-2-3 0,-5-2 2 0,1-1-6 15,0 0 2-15,-1 1 3 0,1 2 1 0,-1 1 3 16,1 1 0-16,-3-1-6 0,-2 3-10 16,2 1-8-16,-1-3-1 0,0 0-10 0,-3 0-7 15,-1-2-1-15,2 0 6 0,-3-1 6 16,0 0 3-16,-2-2 4 0,2 0 6 0,-2 3-1 15,-2-3-6-15,1 2-4 0,0 1-3 0,-2 1-1 16,-2-1-2-16,0-1-4 0,1-2 2 0,-1-2 4 16,1-2 3-16,-4-2 3 0,2-4-2 15,-2-3 5-15,0 0 2 0,1-6-2 0,-4-1-2 16,0-6-4-16,0 0 1 0,-2-3 2 16,1-3 2-16,0-2 0 0,-4-2 1 0,0-2 8 15,1-3 4-15,-2 0-5 0,-1-4 1 0,1-2-2 16,-5-3 1-16,2-2-9 0,-3-2-5 15,-2-1 1-15,1-1-1 0,-2-1 2 0,-1-1 2 16,1-1 9-16,-4 0 10 0,2-2 17 16,1 0 17-16,-3 0 22 0,2 3 20 0,-1-3 15 15,0 2 4-15,-1 0-9 0,3 3-14 0,-5-2-19 16,2 2-22-16,1 0-15 0,-1-5-11 16,-2 4-4-16,3 0-5 0,-1-4 0 0,-2 2 0 15,5-3-4-15,-3 0-4 0,2-1-3 0,0-4-1 16,0 1-2-16,1-2 1 0,-2-2-2 15,1 1-2-15,0-2-2 0,-2-1-1 0,0-1-1 16,3 0 0-16,-1 2 9 0,2 0 8 16,1 2 10-16,1 0 7 0,2 3 3 0,2 1 0 15,1 1-5-15,0 2-9 0,5 1-7 0,0 0-7 16,1 1-4-16,2 1-3 0,4 0-3 16,-1 0 0-16,1 1-2 0,1 1 1 0,3 1-1 15,-1 0-1-15,2 0-2 0,-1 1 2 0,5 1 2 16,0 1-3-16,1 0 3 0,1 1 5 15,2 1 0-15,1-1 0 0,-1 2 0 0,-1 2 1 16,5-2-1-16,-4 1-2 0,4-1 1 16,-2 1 0-16,2 0 1 0,-3 0 1 0,2 1-2 15,-3-1-12-15,0 1-29 0,1-1-58 0,-3 0-52 16,-1 4-63-16,1-5-110 0,-3 1-136 16,-3 0-152-16,1-1-207 0,0 1-228 0,-2 1-166 15,0-2 118-15,0-2 366 0,0 1 367 16</inkml:trace>
  <inkml:trace contextRef="#ctx0" brushRef="#br0" timeOffset="37599.9">28377 13989 61 0,'-1'-8'304'0,"-6"-1"158"0,2-3 148 16,1-3-51-16,-1-2-119 0,-3-2-48 15,2-3-20-15,1-1-5 0,-1-1-6 0,2-1-25 16,0 1-42-16,-1-2-54 0,4 5-46 0,-3 0-36 16,4 3-35-16,-1 3-35 0,1 5-32 15,0-1-21-15,0 6-6 0,1 0 0 0,3 2-2 16,0 1 1-16,2 4 0 0,-1 1-2 0,3 0-7 16,3 3-11-16,-1-1 0 0,-1 3 1 15,5 0 1-15,-1 0 3 0,3 0-2 0,-2 1-1 16,2-1-2-16,0-1-2 0,-1 3 0 15,0-3-1-15,-1-1-1 0,3 1 1 0,-4-1 0 16,3-1-3-16,-2 2-1 0,0-1 5 0,1 0-1 16,-1 0-3-16,-1 3-7 0,-1 1-31 15,-2 0-67-15,1 2-101 0,0-1-120 0,-3 1-153 16,0 2-276-16,0-2-235 0,-1 2-84 16,0-4 153-16,-4 1 316 0</inkml:trace>
  <inkml:trace contextRef="#ctx0" brushRef="#br0" timeOffset="37990">28591 13849 74 0,'-18'-15'360'16,"-1"0"209"-16,3 0 147 0,-1 2-67 16,3 4-186-16,0-2-94 0,4 4-32 0,2 1 2 15,0 1 5-15,4 1-16 0,-1 2-32 0,2-1-55 16,-1 0-56-16,-1 2-42 0,4 0-31 0,-2 1-23 16,0 0-25-16,1 2-18 0,1 1-18 15,-2 3-11-15,1 0-10 0,0 2-3 16,2 0-1-16,-1 2 4 0,1-1 1 0,0 2-2 15,0-3-4-15,0 3-1 0,0-2-1 0,0-2-3 16,0 1 3-16,0-2-1 0,1-2 2 0,-1-1-1 16,0-2 3-16,2-1 1 0,-2-1-3 15,2-5-2-15,-2-3-4 0,0-3-1 16,0-3-3-16,-2-3-2 0,2-3 3 0,-2-1 2 16,2 0 2-16,0-2 6 0,0 4-1 0,2 2 3 15,-2 3-4-15,0 3 0 0,0 2-3 0,0 6 0 16,0 2 2-16,0 7-1 0,-2 3 1 15,2 3 1-15,0 6 6 0,-1 4-3 0,1 3 4 16,-2 1 2-16,1 1 0 0,-3 0 0 16,3 4-4-16,-1-4 1 0,0 4-4 0,1-5-2 15,1 0-1-15,0 0-2 0,0-3-6 0,1-1-26 16,3-2-94-16,-4-2-142 0,3-2-209 16,0 0-284-16,2-4-267 0,0 0-179 0,2-3 154 15,1 3 430-15</inkml:trace>
  <inkml:trace contextRef="#ctx0" brushRef="#br0" timeOffset="62461.9">30338 11876 24 0,'1'-5'389'0,"1"2"280"16,-2 0 178-16,-2 2 27 0,2-1-353 0,0 0-242 15,0 2-124-15,2-1-61 0,0 1-31 0,-1-1-7 16,2 1 29-16,3 0 16 0,2 1 49 0,4 0 65 15,1 1 24-15,4 0 22 0,5-1-20 0,1 2-16 16,1 0-57-16,5-1 20 0,1 0 1 16,1-1-18-16,3-1-13 0,0 0-13 0,1 0 18 15,0 0-53-15,1-1-29 0,-1-2-11 0,1 0-7 16,-1 0-2-16,3 1-26 0,-3-4-20 0,0 1-9 16,-1 0-7-16,0-2-5 0,1 3-2 15,-2-2-4-15,-2-1 6 0,4 3 3 0,-8-2 4 16,1 1-1-16,-2 2 0 0,-3 0 3 0,-2 0 0 15,-4 0 2-15,-1 0-4 0,-3 2 1 16,-4-1 0-16,0 2-2 0,-4-1 0 0,-1 1-7 16,-1 1-59-16,-3-1-59 0,-3 3-122 0,-2-1-173 15,-3 0-304-15,-3 3-333 0,1-2-248 0,-4 2-146 16,1-2 352-16,-4-2 571 0</inkml:trace>
  <inkml:trace contextRef="#ctx0" brushRef="#br0" timeOffset="62709.94">31068 11664 145 0,'6'0'564'0,"-1"0"299"0,2 0 89 15,2 1-78-15,1-1-266 0,1 0-180 0,-1 0-95 16,3 0-46-16,3 2 43 0,2-2-24 0,0 3-68 16,3-1-57-16,1 2-37 0,3 2-23 0,-1-1-54 15,0 2-25-15,1 0-17 0,1 2-9 16,-1 2-6-16,-2-1 1 0,1 5-1 0,-1 1 0 15,-3 0-3-15,-1 2 3 0,-3 0-4 0,-2 2-1 16,-5 2 3-16,-1 2-2 0,-3-3-9 0,-3 4-47 16,-4-3-41-16,-4 1-79 0,-2-3-161 15,-8 1-214-15,-2-3-299 0,-4-3-246 0,-3-4-212 16,-5-3 91-16,-5-6 495 0</inkml:trace>
  <inkml:trace contextRef="#ctx0" brushRef="#br0" timeOffset="69886.06">32516 11878 39 0,'-5'0'241'0,"4"0"127"15,-3-2 124-15,0 2-86 0,3 0-95 0,-2-1-52 16,-1 1-19-16,3-2-3 0,-2 1-1 0,-1 0-2 16,3 1 0-16,-3 0 6 0,3-2-1 0,-2 2 2 15,-2 0 8-15,4 0-2 0,-2 0-9 16,-1 0-26-16,3 0-25 0,-2 0-29 0,1 0-31 16,0 2-31-16,1-2-27 0,-3 2-23 0,3 0-17 15,-1 1-14-15,1 0-5 0,1 0-7 0,-5 2-3 16,5-1 0-16,0 0-2 0,0 2 3 15,0 0-4-15,0 1 1 0,5-1 0 0,-4 0-1 16,1 0 2-16,1 1-2 0,2-2 0 0,0 0 3 16,0 0 0-16,1 0-3 0,1-2-1 0,0-1 4 15,-1-2 2-15,2 0-1 0,1 0 4 0,0-2-1 16,-3-1 2-16,0-2-5 0,4-1 1 16,-6 0 0-16,1-3 0 0,0 2 3 0,-2-2-1 15,0-1 3-15,-1 2-5 0,-2 0 0 0,0 1 11 16,-2-1 17-16,1 2 30 0,-2 0 21 0,-2 2 15 15,2-2 6-15,-2 1-7 0,-2 2-12 0,0 2-26 16,0-1-20-16,-1 2-16 0,3 0-10 16,-2 0-8-16,1 2-1 0,1-1-2 0,-2 1-1 15,2-1 0-15,1 1 1 0,-1-1-3 0,2 1-7 16,2 0-3-16,-3-1-7 0,3 2-26 0,1-1-32 16,-2 0-41-16,1 0-95 0,1-1-133 0,-2-1-160 15,2 2-235-15,0-2-249 0,0 0-178 16,0 0 99-16,0 0 360 0,2 0 355 0</inkml:trace>
  <inkml:trace contextRef="#ctx0" brushRef="#br0" timeOffset="70513.39">32441 11689 94 0,'0'0'262'0,"0"-2"112"16,0 2 16-16,0 0-69 0,0 0-78 0,0 0-59 15,0 0-26-15,0-3-13 0,1 3-8 16,-1 0-3-16,0 0-4 0,0 0 5 0,0 0 12 15,0 0 20-15,0 0 24 0,0 0 23 0,0 0 19 16,0 3 12-16,0-3-1 0,0 0-11 16,0 0-20-16,0 0-27 0,0 2-29 0,0 0-29 15,2-2-29-15,1 2-26 0,-3 0-8 0,0 1-7 16,1 0-7-16,-1 0-3 0,2 2 0 0,-2 0-2 16,1-1-5-16,-1 0 0 0,2 2-7 15,0 0-8-15,-1 0-7 0,-1 0 0 0,4 1-9 16,-3-1-3-16,1 2-6 0,-1 1 3 0,3-1-1 15,-1-1 0-15,-2 0-1 0,4 1 2 0,-2 1-1 16,-2 0 2-16,3 0 2 0,1-1-5 0,-4-1 1 16,2 3-2-16,-1-2 1 0,1-1 0 15,-1 3-1-15,1-2 3 0,-1 2 1 0,2-2-4 16,-3 3-2-16,1-2-2 0,0 1 2 0,-1-1 0 16,3 2-6-16,-3-2 6 0,1-1 1 0,-1 3 0 15,1-1-6-15,0-3 4 0,1 1 5 0,-3-1-1 16,1 0-2-16,-1-2 2 0,4 1 2 15,-4-2-1-15,2 1-4 0,-2-2-3 0,0 0 0 16,0 1 0-16,2-2 4 0,0-1 1 0,-2 2-2 16,0 1 4-16,0-4 2 0,0 3 2 0,0-2-6 15,0 2 13-15,0-1 10 0,0 0 2 16,0-1 3-16,0 0-2 0,0 1-1 0,0-2-15 16,0 0-7-16,0 0-18 0,0 0-51 0,0-2-113 15,0 0-161-15,-4-2-292 0,4 1-280 0,-2 2-258 16,-2-2-79-16,4 1 322 0,-1 0 478 15</inkml:trace>
  <inkml:trace contextRef="#ctx0" brushRef="#br2" timeOffset="91833.97">21159 4754 72 0,'-3'5'294'0,"2"-3"156"15,1-2 144-15,-4 3-84 0,3-3-120 0,-1 0-51 16,1 0-10-16,1 0 1 0,-2 0-4 0,0 0-8 15,2 0-7-15,0-3-19 0,0 3-24 16,-2-2-31-16,2 2-31 0,0-5-32 0,-2 4-35 16,2-1-15-16,0 2 3 0,0-3 15 15,0 3 20-15,0 0 17 0,0 0-1 0,0 0-12 16,0 0-29-16,0 0-30 0,0 0-31 0,0 0-24 16,0 0-15-16,0 0-11 0,0 0-6 15,2 0-7-15,-2 0-1 0,0 0 1 0,0 0 0 16,0 0-1-16,0 0 1 0,0 0 2 15,2 0-1-15,-2 0-6 0,0 0-1 0,2 0 0 16,-2 0-1-16,2 0-3 0,-2 0 2 0,0 0-1 16,1 0-2-16,-1 0-1 0,0 0 0 0,2 0 0 15,-1 0 1-15,3 0-1 0,-3-1 0 16,2 0 1-16,2-1 0 0,-2 0 0 0,-1 2 1 16,1-1-1-16,3-2 1 0,-3 1 0 0,2 1 0 15,-2 0 0-15,1-1 1 0,-1 2 0 16,0-1 3-16,0-1-2 0,2 1 2 0,-2 1-3 15,0-3 2-15,0 3 0 0,0 0-1 16,1-2-1-16,-1 2 1 0,0 0 0 0,0-1-2 16,2 1-2-16,-2-2 1 0,0 2 1 15,0 0-1-15,1-2 0 0,0 2 0 0,0-1 1 16,0 1-1-16,2 0 0 0,1-1 0 0,-2 1 2 16,1 0 0-16,0 0 1 0,3 0 0 0,-2 0 2 15,-1 0 0-15,1 0 0 0,0 0-1 16,1 0 3-16,0 0-2 0,0 0 0 15,2 1-2-15,-2-1 1 0,0 0-2 0,-2 0-1 16,3 0-1-16,-2 1-1 0,1-1 2 0,-2 0-2 16,3 0 1-16,-1 0-2 0,0 2 2 0,0-2-2 15,0 0 0-15,-2 0 0 0,2 0-1 16,-1 0 1-16,0 0-1 0,0 0-1 0,-1 0 1 16,1 0 1-16,-3 0 1 0,2 0 1 15,-1 0 0-15,2 0 2 0,-3-2-2 0,1 2 3 16,0-1-1-16,-2 1-1 0,3 0 1 0,-3-1 0 15,1 1-1-15,-3-2 0 0,1 2 0 16,-1 0 0-16,1 0-2 0,0 0 1 0,-2 0 2 16,0 0 2-16,0 0 6 0,0 0 10 15,0 0 6-15,0 0 11 0,0 0 10 0,0 0 8 16,-4-1 0-16,4 1-5 0,-3 0-5 0,0-2-10 16,-2 1-9-16,-1-2-10 0,-2 1-7 0,2 0-2 15,-4-2-3-15,-1 2-2 0,2 0-1 16,-1-1 0-16,-2 0-1 0,1 0-1 0,-1 1-1 15,0 0 2-15,1-2-2 0,-3 2 2 16,2-1-1-16,0 2 0 0,-1 0 0 0,0-3 0 16,1 3 0-16,-1 0-1 0,0-1 0 0,-1 2 0 15,1-2 1-15,1 1 0 0,-1 0-1 16,4 1 0-16,-4-2 1 0,2 2-1 0,0 0 0 16,0 0 0-16,1 0 0 0,1 0 0 15,0 2 0-15,1-2 0 0,0 1 0 0,-2-1 0 16,2 0 0-16,0 0 1 0,2 1-1 0,-2-1 0 15,2 0 0-15,0 0 0 0,1 0 0 16,-2 0 0-16,3 0-1 0,-1 0 1 0,4 0 0 16,-3 0 0-16,1 0 0 0,2 0 0 15,-1 0 0-15,0 0-1 0,2 0 0 0,0 0 1 16,-1 0 0-16,1 0-1 0,0 0 1 0,0 0 0 16,0 0 0-16,0 0-1 0,0 0 0 0,0 0-1 15,0 0 1-15,0 0 0 0,0 0 0 16,0 0-1-16,0 0 1 0,0 0 0 0,1 0-1 15,-1 0 0-15,0 0 0 0,2 0 0 16,0 0 0-16,-1 0 0 0,4 0 1 0,-2 0 0 16,6 0 0-16,-2 0 2 0,2 0-1 0,1 0 1 15,2 0 0-15,1-1 0 0,1 1-1 16,2 0 1-16,1-1-2 0,0-1 1 0,1 2-1 16,0-1 0-16,2-1 1 0,-1 1-1 15,2-2 1-15,-1 1 0 0,1-1 0 0,-2 0 0 16,1 2-1-16,-1-1 0 0,-3 1 1 0,3-2-1 15,-3 2 0-15,-2-1 0 0,1 0 0 0,-1 1 0 16,-5 1 1-16,1-1-1 0,-4 1 1 16,3 0-1-16,-4 0 1 0,-2 0 0 0,1 0 0 15,-3 0 1-15,2 0 2 0,-3 0 0 16,0 0 2-16,0 0-1 0,-3 0 0 0,0 0 1 16,-2 0-3-16,-1 1 0 0,-3-1 1 0,1 0-1 15,0 0 0-15,-4 0 0 0,0-1 0 16,-1 1 0-16,-1-2 0 0,0 0 0 0,-2 2-1 15,2-2 0-15,-2 0 0 0,2 0 0 16,-3 1 0-16,0-1-1 0,2 1 0 0,0-2 1 16,-2 1-1-16,4 2 0 0,-2 0 0 0,0-2-1 15,3 2 1-15,-1-3 0 0,2 2 0 16,-1 1 0-16,2 0 0 0,0 0 0 0,1 0 1 16,1 0-1-16,0 1 0 0,2 2 0 15,-4-3-1-15,6 0 1 0,-3 2 0 0,2-2-1 16,1 0 1-16,-2 0 1 0,2 0-1 0,1 2 0 15,0-2-1-15,0 0 0 0,1 0 1 0,1 0-1 16,-3 3 1-16,3-3 0 0,-1 0 1 16,0 1-1-16,-1-1 1 0,3 2-1 0,-1-2 1 15,-2 0-1-15,1 1 0 0,1-1 0 16,-1 2 0-16,2-2 0 0,0 0 0 0,-1 0-1 16,1 0 0-16,0 0-1 0,0 0 0 0,0 0 0 15,1 0-1-15,-1 0 0 0,3 0 1 16,2 0 0-16,-1 0 1 0,1 0 0 0,3 0 0 15,2 0 1-15,2 0 1 0,0 0-1 16,2 0 1-16,2-2-1 0,-1 1 1 0,1 1-1 16,1-2 0-16,1 1 0 0,1-2-1 0,0 3 0 15,-2-2 1-15,2 2-1 0,-1 0 1 0,1 0-1 16,-3-2 1-16,2 2 0 0,0 0 0 16,-4 0 0-16,2 0-1 0,-3 0 1 0,-2 0 0 15,1 0-1-15,-4 2 1 0,2-2 0 16,-3 0 0-16,-2 0 0 0,2 0 0 0,-4 0-1 15,-2 0 1-15,3 0 0 0,-4 0 0 0,0 0 0 16,0 0-1-16,-2 0-5 0,-1 2-17 16,-4-2-39-16,-1 3-87 0,-2 0-179 0,-3 0-268 15,-3 0-339-15,2 2-423 0,-3-4-440 16,0 0 66-16,-3-1 903 0</inkml:trace>
  <inkml:trace contextRef="#ctx0" brushRef="#br2" timeOffset="93097.99">12256 2078 32 0,'3'-4'464'16,"-1"3"380"-16,-2-2 258 0,0 2 34 0,0-1-337 16,0 0-255-16,0 1-121 0,2 1-68 15,-1 0-66-15,-1 0-73 0,2 3-50 0,-1 1-41 16,1 3-30-16,1 4-20 0,3 6-12 0,-1 2-3 16,1 7 3-16,3 2 14 0,0 4-15 0,0 3-5 15,3 3 2-15,-2 3-2 0,3 1-1 0,0-1-13 16,1 0-8-16,-1-3-10 0,2-4-9 15,0-3-8-15,0-1-6 0,0-4-2 0,0-5 1 16,0-4-1-16,0 1 6 0,-2-6 7 0,1-3 9 16,-1-3 6-16,0-5 8 0,1-1 4 0,-3-6 3 15,3-3 1-15,-3-3 0 0,-1-4-6 0,-1-4-4 16,1-2-5-16,-4-3 1 0,-1-1 0 16,3-1 0-16,-7 0 0 0,-1 0 1 0,0 0-1 15,-5 0-6-15,1 0-4 0,-2 0-5 0,-1-1-3 16,1 5-4-16,-1 1-1 0,1 2-4 0,0 3 0 15,1 5-1-15,2 0-1 0,0 5-1 0,1 0 0 16,-1 2-3-16,1 2-1 0,1 1-1 0,-2 4-3 16,3 2-8-16,0 2-18 0,-2 3-32 15,4 3-71-15,-2-2-98 0,0 2-172 0,3 2-288 16,-2-2-336-16,2 0-378 0,2 0-214 0,0 1 182 16,0-1 704-16</inkml:trace>
  <inkml:trace contextRef="#ctx0" brushRef="#br2" timeOffset="93565.86">12866 2252 231 0,'0'-10'532'0,"-3"0"277"0,3 1 188 0,-1 3-181 16,-1 0-184-16,2 2-145 0,2 2-117 15,-1 0-89-15,2 4-71 0,1 0-55 0,0 5-27 16,5 0 20-16,-2 7 39 0,4 1 27 0,-1 4 3 16,2 1-14-16,-1 4-14 0,2 1-37 0,1 4-41 15,-2 0-31-15,3 4-22 0,-2 1-14 0,1-1-17 16,0 0-8-16,-1-2-7 0,1 1-5 15,-1-3-3-15,-1-1-4 0,0-6 0 0,0-1-2 16,-2-5 0-16,-1-3 1 0,1-2 5 0,-1-3 14 16,-2-4 10-16,-1-4 10 0,2-5 5 0,-1-6 3 15,2-4-2-15,-3-4-7 0,0-6-7 0,0-3-5 16,-1-2-2-16,0-2-1 0,-2-1-3 16,-1 0-1-16,-1-4-4 0,-2 1-3 0,-1 2-2 15,1-2-3-15,-1 3-2 0,0 1-1 0,-1 5 0 16,2 5-1-16,-3 1-3 0,0 6-1 0,1 2-3 15,1 5-9-15,1 3-20 0,-1 0-41 16,0 5-77-16,1 2-117 0,-1 3-188 0,1 2-299 16,1 1-336-16,0 0-344 0,3 0-147 0,2 0 345 15,1 1 670-15</inkml:trace>
  <inkml:trace contextRef="#ctx0" brushRef="#br2" timeOffset="94225.93">13513 2294 141 0,'0'-20'441'16,"0"2"304"-16,-2 0 277 0,2 1-83 0,-3 3-182 15,3 1-90-15,-1 0-45 0,1 3-93 0,0 3-108 16,0 1-89-16,0 1-69 0,0 1-73 16,0 1-70-16,0 2-44 0,0 1-28 0,0 1-17 15,-3 4-4-15,3 4-2 0,-2 2-4 0,-1 7 0 16,2 7 4-16,-3 3 1 0,1 4-5 0,0 4-3 16,0 4-1-16,-1 5-4 0,1 0-3 15,2 2-6-15,-1-2 0 0,2-2 0 0,2-1 3 16,-1-5 3-16,2-3-1 0,-1-6 1 0,1-4-1 15,2-6-1-15,-2-3-6 0,2-5-1 0,0-4 0 16,2-1 0-16,1-11 1 0,-1-1 1 16,1-8 0-16,4-3 0 0,-2-4-2 0,1-4-1 15,-2 0 0-15,3-2-1 0,-2 1-2 0,0 0 0 16,0 4 0-16,-2-1-1 0,1 6-1 0,-3 4 2 16,2 1-1-16,-3 7 1 0,4 1 0 15,-4 7 2-15,1 3 2 0,1 6 0 0,-1 2 1 16,2 5-2-16,-2 2 1 0,-1 4 2 0,3 4-3 15,0-3 0-15,-2 4 0 0,2-4 0 0,0-1 0 16,1-3-3-16,-1-3 2 0,0-3 0 0,2-3-1 16,-1-4 1-16,-1-4 2 0,0-4 2 15,0-4 0-15,1-6 0 0,-2-3 1 0,-1-5 1 16,1-4-1-16,0-6 0 0,-4 1 0 0,2-4 2 16,-3-2 3-16,-1-1 4 0,-1-1 2 0,0-1 0 15,-3-3 2-15,0-1-1 0,0 2-4 0,-2-1-3 16,1 3-1-16,-1 3 0 0,0 4 0 15,0 4 1-15,0 6-1 0,2 0-1 0,0 6-1 16,-1 3-2-16,2 1-3 0,0 2-2 0,1 1-3 16,-1 2-2-16,1 2-5 0,-1-2-12 0,2 4-25 15,-2 2-67-15,-1 0-79 0,0 0-150 0,1 3-278 16,-1 1-321-16,2 1-371 0,-3 2-250 16,0 0 30-16,2 2 659 0</inkml:trace>
  <inkml:trace contextRef="#ctx0" brushRef="#br2" timeOffset="95079.01">14278 2589 325 0,'5'0'668'16,"-3"-1"245"-16,1 1 116 0,-2-2-222 0,3 0-226 15,-3 0-166-15,3 2-96 0,-3 0-56 0,2-3-72 16,2 2-55-16,1 1-40 0,2 0-21 16,2 0-14-16,2 0-6 0,1 1 35 0,4 2 8 15,-2-1-2-15,2 3-4 0,-1-2-6 0,1 0-3 16,-1 0-33-16,1-2-21 0,-2 2-17 0,0-1-4 15,1-2-2-15,-2 0-5 0,-1 0-4 0,0-2 2 16,-4 1 1-16,-1-1-16 0,-1 1-41 16,-1-1-55-16,-5 0-148 0,-1 2-283 0,-3-2-289 15,-3 0-298-15,0 1-230 0,-2-2 30 0,-2-1 569 16</inkml:trace>
  <inkml:trace contextRef="#ctx0" brushRef="#br2" timeOffset="95323.87">14492 2434 182 0,'16'2'383'0,"2"1"237"15,0 0 191-15,3 1-73 0,-1 1-56 0,1 1-59 16,-1-2-76-16,2 2-109 0,-1 0-97 0,0 2-60 16,-3 0-47-16,0 2-20 0,-1 0-4 15,-4 0-13-15,1 1-13 0,-4 1-35 0,-4 0-23 16,0 3-28-16,-4-2-28 0,-2 3-16 0,-2 0-18 15,-1 2-7-15,-5 0-12 0,0 1-9 0,-3-2-4 16,0 1-18-16,-2-1-57 0,1-2-64 16,-1-2-143-16,-1-2-236 0,5-1-306 0,-1-3-345 15,1-1-270-15,2-1-80 0,1-4 537 0</inkml:trace>
  <inkml:trace contextRef="#ctx0" brushRef="#br2" timeOffset="96021.93">15469 2344 67 0,'-1'-3'353'0,"-3"0"245"16,1 0 243-16,-2 1 49 0,-1 1-144 16,-2 0-125-16,2-3-96 0,-2 4-75 0,-2 0-68 15,0 2-64-15,0 1-46 0,0 2-35 0,-4 2-29 16,1-1-31-16,1 3-32 0,-2 3-38 0,-2 5-29 16,2 2-28-16,-4 3-15 0,6 4-9 0,-4 1-7 15,6 4-6-15,2-2-9 0,2 0-2 16,1 2 0-16,5-4-2 0,2 1 2 0,1-6-4 15,3-1 0-15,2-2 1 0,2-4 0 0,2-3 0 16,3-3-2-16,0-3 4 0,3-4 6 0,2-4 6 16,-1-5 3-16,0-3 2 0,3-6 3 15,-3-2-3-15,1-1-5 0,-3-3-7 0,-1-3-3 16,-2 1-2-16,-3 2-2 0,0-1 1 0,-5 2 0 16,-1 2 2-16,-2 1 2 0,-3 1 1 0,-1 0-1 15,-4 4 4-15,0 1-1 0,-3 2-2 0,2 1-1 16,0 2-1-16,-3 3 0 0,0 3-2 15,1 1-1-15,0 1-2 0,0 3 0 0,-1 3 2 16,1 3-10-16,3 1-2 0,0 4-1 0,1 1 1 16,-1 2-2-16,2 5 0 0,2-1 6 0,1 2 4 15,1 0-1-15,2-1 7 0,2 1 5 0,1-3 1 16,0 0-1-16,4-2 0 0,2-2 0 16,1-2-7-16,1-2-6 0,1-2-45 0,0-2-63 15,0-3-71-15,0-5-130 0,1 0-191 0,-3-3-321 16,1-2-282-16,-2-2-214 0,0-2-57 0,-3-1 406 15,1-1 530-15</inkml:trace>
  <inkml:trace contextRef="#ctx0" brushRef="#br2" timeOffset="96576.21">15711 2470 257 0,'3'5'532'0,"-3"2"237"16,3 2 184-16,-1 3-153 0,2 4-166 0,1 1-119 16,-2 4-63-16,1 4-28 0,0 6-43 15,3 0-56-15,-1 7-56 0,0 1-36 0,-1 3-36 16,1 2-45-16,-1-1-47 0,0 2-41 0,1-2-22 15,-1-1-18-15,1-1-7 0,2-5-9 16,-1-4-3-16,0-2 0 0,0-5-5 0,-1-6 1 16,-3 0-3-16,2-7 6 0,-2-4 0 15,-3-1-1-15,0-6 2 0,0-6 1 0,-3-4-1 16,0-3-1-16,0-6-3 0,-1-4 2 0,1-3-2 16,-2-6 1-16,1-2 0 0,-4-3-2 0,2-3 2 15,-1-4 0-15,-1-5 1 0,-1-2-3 0,3-1-1 16,1-1 1-16,2 1-3 0,1 3-1 15,2 5-2-15,2 5 0 0,-1 3 0 0,4 8-1 16,0 3 3-16,0 3-3 0,2 4 0 0,1 4 2 16,0 1 1-16,0 3 0 0,3 3 0 0,0 3 3 15,3 2 1-15,-2 4 1 0,-1 1 1 16,1 5 1-16,-1 1 2 0,-1 5 2 0,-1 4 0 16,-1 2 1-16,-3 4 3 0,-2 0 0 0,-3 4 1 15,0 2 2-15,-3 3 0 0,-2-3-2 0,0 1-3 16,1-2-1-16,-6 0-5 0,4-5-1 15,0-1-5-15,1-2 2 0,0-6 0 0,-1-1-5 16,1-5-20-16,4-1-64 0,-4-4-61 0,2-4-104 16,-1-4-150-16,1-5-204 0,3-2-312 0,0-3-231 15,2-1-187-15,1-2 125 0,2-4 448 16</inkml:trace>
  <inkml:trace contextRef="#ctx0" brushRef="#br2" timeOffset="96950.18">16084 2483 272 0,'7'-2'702'16,"-3"-2"375"-16,-1 3 116 0,-3 0-268 0,2 1-221 16,-4 2-128-16,2 4-113 0,-1 5-92 0,-3-2-66 15,-2 5-43-15,0 2-57 0,1 3-68 0,-3 4-44 16,2 1-30-16,-2 2-17 0,2 1-18 16,1-2-11-16,0-2-8 0,3-2-6 0,2-3-4 15,2-3-4-15,5-5 0 0,-3-1-1 0,4-5 1 16,1-4 2-16,1-2 2 0,1-7-4 0,2-5-7 15,-2-2-18-15,1-4-29 0,1-1-38 16,-2-4-46-16,0-1-30 0,0 1-20 0,-1 0 1 16,-1 0 18-16,-1 1 44 0,-3 3 51 0,2 4 37 15,-4-1 21-15,-2 5 11 0,1 3 16 0,1 1 9 16,-3 4-1-16,0 2 1 0,0 3 2 16,-3 3 10-16,1 5 0 0,1 2-2 0,-2 2 5 15,-1 5 0-15,4 1 3 0,-3 3-9 0,3 1-9 16,-2 2-4-16,2 0-1 0,2-1-2 0,-2-1-4 15,3-1-4-15,2-1-2 0,0-4-10 16,1-2-31-16,0-2-38 0,1-3-79 0,-1-5-135 16,-1-1-157-16,2-4-233 0,2-4-265 0,-5-2-227 15,3-5 2-15,0-2 341 0,0-3 399 0</inkml:trace>
  <inkml:trace contextRef="#ctx0" brushRef="#br2" timeOffset="97669.99">16337 2494 93 0,'6'-13'402'0,"-3"3"274"16,1 3 230-16,-3 6-50 0,2-1-131 0,-3 5-135 15,2 2-123-15,0 3-84 0,-1 3-69 0,-1 3-76 16,2 1-74-16,0 3-50 0,-1-1-34 0,1 2-26 16,-1-1-23-16,4-2-15 0,-4 0-8 15,2-2-5-15,-1-3-3 0,3 0 0 0,-2-5 0 16,0-2 2-16,2-4 1 0,0-2-1 0,1-4 3 16,0-3-3-16,-1-3-4 0,2-3-4 15,-1 0-9-15,1-3-9 0,2-1-19 0,-5-2-13 16,3 1-11-16,0-1-21 0,0 1-33 0,-1 2-49 15,-1 1-60-15,0-1-69 0,2 3-68 0,-2 4-53 16,0 1-17-16,0 4 20 0,0 1 54 0,-1 5 69 16,1 2 57-16,1 2 39 0,-1 2 26 15,0 0 31-15,-2 1 33 0,4 3 19 0,-4-5 23 16,3 2 19-16,-3-3 24 0,0 2 17 0,0-3 25 16,2 0 22-16,-2-3 30 0,1 2 21 15,-3-2 34-15,1-2 44 0,-1 2 84 0,4 0 107 16,-4 0 109-16,1 0 59 0,-1 2-5 0,-1-2-45 15,0 1-56-15,0 4-44 0,0-1-43 0,0 3-41 16,0 4-34-16,-3 1-29 0,3 1-36 0,-1 4-46 16,-4 3-46-16,4 0-32 0,-1 5-18 15,1 0-9-15,1 0-12 0,0 5-9 0,1-4-5 16,1 0-4-16,4-2-7 0,-2-3-4 0,4-4-4 16,1-1 0-16,3-6-2 0,-1-2 0 0,2-5 1 15,-1-4 3-15,3-7 1 0,0-4 1 0,-2-6-1 16,1-3 0-16,2-5 1 0,0-2-2 15,-2-4 0-15,0-3-1 0,-1 3-1 0,-2-4 0 16,3 1-2-16,-2-1-2 0,0-3 0 0,-1-1 3 16,-1-1 1-16,0-1 1 0,0-2 2 0,-2-2 3 15,1-2 1-15,-2-1-1 0,-1-2-1 0,-1-3-1 16,-2 2-2-16,0-4-3 0,1 3-3 16,-3 1-3-16,4 4 2 0,-4 4 0 0,2 8 2 15,-3 6 6-15,2 6 4 0,0 6 1 0,-1 4 0 16,-1 3-1-16,2 6 4 0,-1 5 8 15,-1 5 14-15,2 4 15 0,0 7 11 0,-1 3 2 16,-1 7 4-16,4 4-4 0,-4 3-9 0,1 4-9 16,-1 4-9-16,3 1-3 0,-3 4-9 0,5 3-6 15,-4 0-7-15,1 3-7 0,1 1-1 0,2 3-1 16,0-1 0-16,1 1 0 0,-1-1 0 16,2-2 1-16,2 0-1 0,-3-4-2 0,0-3 0 15,3-4-9-15,0-4-14 0,-3-7-21 0,0-2-26 16,0-7-49-16,-3-4-77 0,-1-5-79 15,-2-5-140-15,0-3-199 0,-5-4-301 0,1-3-283 16,-2-4-190-16,-2-2-23 0,-2-4 492 0,-4-2 525 16</inkml:trace>
  <inkml:trace contextRef="#ctx0" brushRef="#br2" timeOffset="97877.9">16772 2236 570 0,'3'0'1116'0,"-2"0"194"15,4 0-125-15,-2 0-303 0,2-1-433 0,2-1-192 16,3-1-80-16,2 0-31 0,5 0-24 16,1-1-11-16,4-1-13 0,1-1-30 0,6 2-30 15,-4-2-19-15,5 1-5 0,0 2-5 0,2 0-4 16,0 2-2-16,2 2 1 0,-1 0-12 0,-1 4-54 16,-1 3-76-16,-1-1-165 0,-3 1-262 0,-3 2-295 15,0 1-313-15,-2 1-205 0,-3 1 121 0,-2 2 578 16</inkml:trace>
  <inkml:trace contextRef="#ctx0" brushRef="#br3" timeOffset="110022">21681 4642 109 0,'0'0'302'0,"0"-1"143"0,0-1 81 16,0 1-87-16,0-1-77 0,0 1-38 15,0-2 4-15,0 1 23 0,0 1 20 0,2 0 16 16,-2-3-8-16,1 3-33 0,-1 0-47 0,0-1-46 16,0 2-41-16,0-2-33 0,0 2-8 15,0 0 16-15,0 0 15 0,0 0-3 0,0 0-12 16,0 2-21-16,0-2-29 0,0 0-35 15,0 0-30-15,2 0-20 0,-2 0-14 0,2 0-10 16,-2 0-8-16,0 2-11 0,1-2-5 0,-1 0-4 16,0 0-2-16,0 0 0 0,2 0-1 15,-1 0 1-15,-1 0-1 0,0 0-2 0,2 0-3 16,0 0 1-16,0 1 0 0,2-1-1 0,0 0 3 16,0 0 3-16,2 0 1 0,-1 0 3 15,2 0-1-15,1 0 1 0,0-1-1 0,0 1 2 16,3 0-1-16,0-2-1 0,2 0 2 15,1 1 1-15,-1 1 1 0,3-3-1 0,-3 0 2 16,0 3 1-16,2-2-1 0,-1 2-1 0,-3-2 1 16,2 2 1-16,-2 0-1 0,-2-3-2 15,-1 2 0-15,2 1 0 0,-6 0 0 0,1-1 0 16,-2 1 12-16,1-1 12 0,-3 1 14 0,1 0 11 16,-2-3 14-16,0 3 11 0,-2 0-1 15,2 0-7-15,-1 0-10 0,-3 0-10 0,0 0-13 16,-3 0-15-16,-2 0-9 0,1 3-6 15,-2-3-4-15,0 2-1 0,-3-1-2 0,1 4 2 16,-1-3 0-16,0 1-2 0,0 0 1 0,1 0-1 16,0 0 0-16,2 2 0 0,-2-3-2 15,3 2 1-15,0-2 0 0,0 1 0 0,3-1 0 16,1 0 1-16,-2 2-1 0,3-3 1 16,0 1-1-16,0-1 0 0,3 1 1 0,-2-1-1 15,1 1 0-15,0-2 0 0,1 1 0 0,-1 1-1 16,2-1 1-16,-1-1-1 0,1 0-1 15,0 1-1-15,1 1-1 0,-1 1 2 0,3-2 0 16,1 3-1-16,0-2 2 0,1 2 0 0,0 1 2 16,4-3 0-16,-1 3-2 0,0-2 2 15,5 0 1-15,-4 1 0 0,3 0-1 0,-2-2 0 16,2 2 1-16,-3-2 0 0,2 1 0 0,-1 0-1 16,-2 0 1-16,1-1-1 0,-5 1-1 15,1-2 1-15,0 1 2 0,-2-1-1 0,1 1 2 16,-3-2 1-16,-1 1 1 0,0-1 1 15,0 0-1-15,-1 0 0 0,-3 2-1 0,0-2 0 16,-3 1-3-16,-2-1 0 0,-1 0-1 0,1 1 0 16,-4 1 0-16,1 0 0 0,-1-1 0 15,-3 0 0-15,3 3-1 0,-1-3 1 0,1 0-2 16,1 2 2-16,2-2-2 0,1 0 2 0,0 0-1 16,2 2 1-16,2-1 0 0,2-2 0 15,0 0-1-15,0 0-1 0,1 0-2 0,1 2 0 16,1-2-1-16,0 0 0 0,0 0 1 0,0 0 0 15,1 0 1-15,1 0 2 0,3 0-1 16,-4 3 2-16,6-3-1 0,-1 1 1 0,2 1 0 16,0-1 1-16,1 1 0 0,-1 0 0 15,5-1 0-15,-4 0 0 0,4 1 0 0,-2-2-1 16,0 2 0-16,1-2 0 0,-2-2-1 0,1 0 0 16,2 2-1-16,-4-2 2 0,4-2 0 15,-5 0 0-15,0 1 1 0,-2-4 2 0,3 1-1 16,-4 0 1-16,2 0 0 0,-3-1-1 15,0 0 1-15,-3-1 0 0,-1 1 0 0,0-1-1 16,-1 1 1-16,-3-1-1 0,0 0 0 0,-3-1 0 16,0 2-1-16,-1 0-1 0,0-1 1 15,-4 1-2-15,2-1 0 0,-2 2 1 0,3 0-1 16,-4 2 1-16,4-1-1 0,-4-1 0 0,4 4 1 16,1-1 0-16,0 2-1 0,-1 0 1 15,2 1-1-15,2 0 0 0,0 0-2 0,2 0 0 16,2 1-1-16,-4 0 1 0,5 2-2 0,0-2 2 15,0 4 0-15,5-3 1 0,-4 0 0 16,2 4 0-16,2-3 1 0,2 0-2 0,-1 0 2 16,3-1 0-16,-1-1 0 0,2 0 1 15,1 1 0-15,0-4 1 0,0 2 0 0,1-1 0 16,0 0-1-16,2-3 1 0,-5 2-2 0,3 0 1 16,-4-1 0-16,1 0 0 0,-3 0 0 15,1 1 3-15,-4 2 2 0,-2-2 1 0,1-1-1 16,-2 2 0-16,-2 0 1 0,-1 0-2 0,-2 1-1 15,-1 0-3-15,-2 0 2 0,-3 0-2 16,3 0 1-16,-2 1-2 0,0 0 1 0,2 3 0 16,1-2 0-16,-1-2-1 0,2 2-1 15,2-2 1-15,-1 3-2 0,2 0-1 0,1-2 0 16,0 3-1-16,2-2 2 0,0 3-1 16,2 1 0-16,1-2 1 0,0 4-10 0,2-2-20 15,3-3-64-15,-4 1-83 0,3-3-163 0,-1-1-282 16,1 0-329-16,3-1-392 0,0 0-283 0,1-2 64 15,3 0 732-15</inkml:trace>
  <inkml:trace contextRef="#ctx0" brushRef="#br3" timeOffset="113483.9">12685 4551 187 0,'4'0'483'0,"-2"-2"227"0,1 0 177 0,-1-3-89 16,1-1-146-16,0 2-128 0,3-2-66 0,-1-3-24 16,1 1-33-16,3-1-47 0,0-2-62 15,0 0-33-15,1-3-28 0,4-2-34 16,-1-1-34-16,2-3-33 0,0-1-18 0,2-2-13 15,1-2-4-15,0 0-3 0,0-2-3 0,2-3-4 16,1-1-7-16,-2-2-8 0,2 1-12 0,0-1-13 16,-1-2-10-16,0-1-9 0,1 4-6 15,-2-2-5-15,1 3-1 0,-4 0-1 0,0 5-2 16,-2 2 0-16,-3 3-4 0,0 2-1 16,-3 6-1-16,-2 1-2 0,-1 4-1 0,0 0 0 15,-2 3-1-15,0 1-1 0,-3 1 0 0,2 0 0 16,-2 1-2-16,0 0 1 0,0 2 0 15,-2 0-1-15,1 0 1 0,-1 2-2 0,-3 3-1 16,0-1-2-16,2 2-3 0,-3 0-9 16,0 2-13-16,1-3-16 0,-1 2-21 0,-1 0-29 15,1-1-56-15,-2 2-69 0,2-3-85 0,-2 1-133 16,-1-2-180-16,1 2-306 0,-2-2-250 16,2 1-186-16,0-1 27 0,-1 1 441 0,-1-2 481 15</inkml:trace>
  <inkml:trace contextRef="#ctx0" brushRef="#br3" timeOffset="114064.46">12631 3876 254 0,'-2'0'558'0,"1"0"258"16,-1 0 155-16,2 0-180 0,0 0-193 0,0 0-132 16,0 0-93-16,2 0-74 0,-2 0-71 15,1 0-77-15,1 2-61 0,0-2-40 0,2 1-24 16,2 0-10-16,2 1-6 0,0 2 39 0,5 1 58 15,4 2 33-15,2 2 66 0,4 3 22 0,2 3 2 16,2 0-21-16,4 4-40 0,1 3-27 16,5 2-39-16,-3 3-18 0,5 1-13 0,0 2-19 15,-3 3-10-15,2 0-7 0,0 2-12 16,-2-3-8-16,1 0-5 0,-3 0-3 0,-2-2-1 16,1-3-2-16,-3-2 4 0,-1 0 2 0,-2-7 1 15,-4 1 0-15,-2-2 1 0,-2-4-1 0,-2-3-4 16,-3 1-2-16,-4-4-3 0,-1-1 0 15,-4 0 1-15,1-3 0 0,-2 0-1 16,-1 0 8-16,0-1 5 0,-1-1 2 0,-1-1 4 16,-1 1 1-16,0-1-1 0,0-1-6 0,-1 1-5 15,-1-1-4-15,1-1-2 0,-1 0-3 0,-1 1-1 16,1-2 0-16,-3 1-1 0,2 0 0 16,1-1-1-16,-2 0 0 0,-1 0 0 0,2-2-2 15,-2 2 1-15,0 0 0 0,2 0-1 16,0 1 0-16,-2-2-3 0,2 3-8 0,-3 0-17 15,3-3-26-15,-2 3-59 0,0 0-75 0,-3 1-108 16,3 0-167-16,-4 1-273 0,3 0-323 16,-1 3-260-16,2-3-165 0,-2 2 222 0,2 0 595 15</inkml:trace>
  <inkml:trace contextRef="#ctx0" brushRef="#br0" timeOffset="119813.8">22041 4578 13 0,'0'0'220'0,"-1"0"128"0,-1 0 115 15,2 0-34-15,0 1-89 0,-1-1-68 0,1 2-41 16,0-2-26-16,0 0-30 0,0 1-30 15,0-1-38-15,0 0-32 0,1 2-35 0,-1-2-16 16,3 1-12-16,1-1 21 0,-3 0 22 0,4 1 17 16,-2 1 50-16,2 0 24 0,3-1 13 0,-2-1-21 15,2 1 43-15,0 1 37 0,5 0-24 16,-4 0-11-16,1 1-12 0,1-3-8 0,-2 1-54 16,3 0-9-16,-2 0 1 0,1 2-6 15,-1-3-2-15,-1 0-5 0,1 0 1 0,-4-3-38 16,2 2-17-16,-2 1-1 0,-3-1 11 0,1 0 38 15,-3 1 55-15,3 0 59 0,-3 0 30 16,-1 0 8-16,0 0-17 0,0 0-37 0,-3 0-45 16,0 0-48-16,-2 0-33 0,-1 0-24 15,0 0-13-15,1 0-8 0,-2 0-4 0,2 0-1 16,1 0-2-16,-4 0 0 0,3 0-2 0,0 0 0 16,1 0-1-16,-1 1 0 0,2-1-2 0,-2 1 1 15,2-1-1-15,0 4 0 0,1-4-1 16,1 2 1-16,-3-2 0 0,4 2-2 15,-3-2 1-15,3 3-1 0,0 0-1 0,0-2 0 16,2 1 1-16,-1 1 0 0,3-2 1 0,1 3 2 16,-1-3-1-16,4 2 2 0,-2-1 1 0,4-1-1 15,1-1 0-15,-2 0 0 0,1 0-1 16,2 0-1-16,-2-1 1 0,1 1 2 0,-2-2 0 16,-1 2-1-16,0 0 1 0,-3 0 2 15,-2 0 0-15,1 0 2 0,0 0 0 0,-2 0 3 16,-2 2 3-16,-2-2 0 0,-2 1-1 0,-1 0-1 15,-2 2-1-15,-2 0-2 0,-2 2-3 16,0-1 0-16,-2 1 0 0,-1 0-1 0,3 1-1 16,-5 0 0-16,5-1 1 0,0 1 1 15,0 0-2-15,3-1 0 0,0-1 0 0,0 1 0 16,3-2-3-16,1 0 0 0,0 0 1 0,3 0-1 16,-1-2-3-16,1 2 0 0,1 0 1 0,0-1 2 15,0 1-1-15,1 0 0 0,2-2 3 16,2 2-1-16,0-2 0 0,3 3-1 15,-2-3 1-15,4 0 1 0,-2 1-1 0,2 0 1 16,0-1 0-16,0 0 0 0,2-1-1 0,-4 3 0 16,0-3 2-16,1 0-1 0,-2 1 1 0,-4-1 1 15,0 0 3-15,0 0 4 0,-1 0 0 16,-2 0 1-16,-2 1 0 0,-1-1 1 0,-2 1-5 16,-1 2-2-16,-2-1 1 0,-1 0-1 15,-1 1-2-15,-1 0 0 0,2 0 0 0,1 0 0 16,0 0 0-16,-1-1-1 0,4 0 0 0,-2 0 1 15,4 0 0-15,0-1-5 0,1 0 0 16,1 1-3-16,1-2-1 0,0 0-1 0,0 1 1 16,1-1 1-16,1 0 3 0,1 0 0 15,0 0 4-15,4 0-1 0,-4-1 1 0,2-1-1 16,2 1 2-16,0 0-2 0,-3-3 0 0,1 3 0 16,0-2 1-16,-2 1 0 0,3 1 0 0,-3 0 2 15,1-1 0-15,-3 2 1 0,-1 0 0 16,2-2 2-16,-2 2 1 0,0 0-1 0,-2 0 1 15,1 2 1-15,-3-2-2 0,1 2-1 16,-3 0-1-16,2 0 0 0,-1 0-2 0,0 0-1 16,0 2 2-16,0-2-2 0,-1 1 0 0,3 0-2 15,-2 0-1-15,4 0 0 0,-3 0-1 16,3 2-1-16,-1-1 0 0,2-1 1 0,2 1 0 16,-1 2 0-16,3-1 0 0,-1 1 1 15,0-1 0-15,5-2 0 0,-4 2 1 0,4-4 1 16,1 2-1-16,1-3 1 0,0-2-1 0,1 0 1 15,3-3-1-15,-3-1-15 0,2 1-64 16,-4 0-71-16,-1-2-153 0,-3 3-266 0,0-1-316 16,-1 4-362-16,0 1-252 0,-4 1 12 0,-2 4 633 15</inkml:trace>
  <inkml:trace contextRef="#ctx0" brushRef="#br0" timeOffset="124929.85">21303 12098 440 0,'0'10'951'0,"-2"-4"253"0,-1-2-46 16,-1-1-239-16,1 0-438 0,1-1-146 0,1-1-37 15,1-1-22-15,0 1-27 0,0 2-30 16,0-3-37-16,1 0-57 0,2 0-64 0,2 0-36 15,1 0-17-15,5-3-8 0,3 2 3 0,6 0-3 16,2-3 10-16,4 2 13 0,4-2 7 16,4 2 3-16,1-3 2 0,3 2 1 0,0-1-1 15,2-1-4-15,3 2-3 0,1-1 0 16,-1-1-1-16,2 1-1 0,0 1-3 0,-2-2-9 16,1 2-4-16,-4-1-6 0,-2 0-4 0,-2 1-1 15,-4 2-2-15,0-1 0 0,-6-1 1 0,0 2 0 16,-4 1 1-16,-5 0-10 0,-1 0-37 15,-5 0-70-15,-3 0-96 0,-5 1-178 0,-3 2-297 16,-8-1-327-16,0-1-315 0,-3 2-175 16,-4-3 233-16,-5 0 656 0</inkml:trace>
  <inkml:trace contextRef="#ctx0" brushRef="#br0" timeOffset="125209.89">21999 11800 299 0,'21'-6'517'0,"-1"3"260"0,1 1 218 16,2 0-212-16,3 2-152 0,-1-2-96 16,2 4-23-16,-2 0-77 0,2 3-67 0,2-1-59 15,-3 4-48-15,0 0-34 0,-3 2-47 16,0 3-35-16,-1-2-33 0,-2 3-29 0,-2-1-11 16,-3 2-10-16,-2 2-6 0,-2 1 0 0,-5 3-10 15,-2-1-5-15,-3 5-9 0,-2 3-9 0,-4 0-6 16,-2 4-7-16,-5 1-4 0,1 0-3 15,-5-1 0-15,2 0 0 0,-3 0-2 0,0-3-1 16,-1-4-5-16,3-1-15 0,-2-4-35 16,3-3-74-16,-2-7-86 0,1 2-162 0,2-6-278 15,0-3-321-15,0-3-339 0,4-3-195 0,2-3 113 16,2-2 635-16</inkml:trace>
  <inkml:trace contextRef="#ctx0" brushRef="#br0" timeOffset="130123.83">22320 4367 169 0,'1'0'316'0,"3"0"126"0,-3 0-22 15,-1 0-83-15,2 0-86 0,-1-1-56 0,1 1-23 16,0 0-7-16,-2-1 13 0,0-1 29 0,0 0 35 16,0 1 43-16,0 0 40 0,0-1 24 15,0 2-1-15,0-1-22 0,0 1-36 0,0 0-49 16,0 0-49-16,0 0-38 0,0 0-18 15,0 0 3-15,0 0 11 0,0 0 25 0,-2-2 1 16,0 2-11-16,2 0-19 0,-1-1-27 0,-1 1-29 16,1-2-32-16,-3 1-17 0,1-1-6 15,0 2-3-15,-1-2-6 0,-1 1-4 0,2-1-3 16,-2 1 1-16,0 1-1 0,0-1-4 16,0-1 0-16,1 2 0 0,-1 0-2 0,2-1-5 15,-2 1-2-15,4 0-3 0,-4-2-3 0,1 2 0 16,0 0 1-16,-1 0 1 0,2 2 1 15,-2-2-2-15,1 0 3 0,-1 1-1 0,1 1-1 16,0-1-2-16,-4 0 0 0,3 1 1 0,0 1-4 16,1-1 2-16,-1 1-2 0,2 0 1 15,-5 0 2-15,5-1 0 0,-2 2 0 0,0-2 0 16,4 2 1-16,-4-2-1 0,2 2-1 16,-3-2 0-16,3 1 1 0,-1 1-1 0,-1-1 0 15,2 0 1-15,-2 0 0 0,2-2 0 0,0 4 0 16,-3-2 1-16,1 2 1 0,4-3-1 15,-6 3 1-15,4-1-2 0,-2-1 0 0,0 2-2 16,-1-1-2-16,3 0 3 0,-2 2-2 0,1-1 1 16,-3 1 1-16,2-2 1 0,-1 3 1 15,2-3-3-15,-1 1 2 0,2 0-1 0,-2-1-1 16,1 0-2-16,3 1-1 0,-2-3 1 16,0 3 0-16,0 0 2 0,1-1 0 0,1 0 0 15,-3 2 1-15,4 0 1 0,-3 0-2 0,2 1 1 16,-1-1 0-16,0 0-2 0,-1 1 1 15,1 1-2-15,-1-1 2 0,2-1-2 0,-4 2 4 16,4-1 1-16,-2 0 0 0,1 2 1 0,-1-2 0 16,1 1 0-16,-1 0-2 0,1 1 1 15,-1 2 0-15,1-2 1 0,-1-1-2 0,3 3 1 16,-1 0 0-16,-4-1 1 0,4 0 0 16,-1-1-1-16,2 1 0 0,0-2-1 0,0 2 0 15,0-3-1-15,0 1 0 0,0-1 1 0,2 1-2 16,-1-2 4-16,4 1-2 0,-4 1 1 15,2-1 1-15,-1 2-1 0,1-1 2 0,0-1-2 16,1 1-1-16,1 1 0 0,-1 0-1 0,1 0 0 16,-1 0-3-16,0 0 4 0,1-2 2 15,-1 2-1-15,1 0 0 0,3-1-1 0,-4 0 0 16,1 0 0-16,0 1-1 0,2-1-1 0,-3-1 3 16,2 0-1-16,1 1 0 0,-1 0-2 15,-1-1 3-15,1-1-1 0,0 1-2 0,-1-1 1 16,2 1 2-16,-3-1-3 0,1 0-1 0,2-2 1 15,-1 2-1-15,0-2 1 0,0 1-1 16,1 0 1-16,-1 1 2 0,3-2 1 0,-2 1-1 16,1-1-1-16,-2 1-1 0,3-2 2 15,-1 0-4-15,1 0 3 0,0-2 1 0,-3 1-2 16,2 0 1-16,0-1 0 0,1-1-1 0,-1-1 0 16,0-1-2-16,0-1 2 0,2 2 1 0,-2-3 0 15,0 2 0-15,0-3 0 0,-1 2 0 16,1-2 2-16,0 0-2 0,0-1 1 15,1 2-1-15,-1 0 3 0,-3-2-1 0,3 1 1 16,0-1-1-16,-2 0 1 0,2-1 0 0,-3 1-2 16,3-1 0-16,0-1-1 0,-3 0 2 15,1 0-1-15,0 0 1 0,0-1 2 0,-1 1-1 16,0-1 0-16,0 0-2 0,1 1 3 0,-1-3-1 16,1 2 1-16,-1-1 0 0,0 0 0 15,1 0 1-15,-1-1-3 0,0-1-1 0,1 2 2 16,-2-2-2-16,1 1 0 0,2-2 0 15,-4 1 2-15,2 0 2 0,1-3-2 0,-5 2 7 16,4-3 4-16,-2 1 1 0,-1 0 1 0,1-1 1 16,-1 0 0-16,-1 0-5 0,-1 0 4 15,0-1 2-15,0 2 4 0,0-2 3 0,-1 4 3 16,-1-2 4-16,-1 2-6 0,0 1-4 16,-1-1-3-16,0 0-1 0,-2 0 0 0,1 2 0 15,0 0 5-15,-1-2 1 0,-2 2 1 0,0-1-3 16,2 2-2-16,-2 1-4 0,-2-1-4 0,-1 1-2 15,3 0-1-15,-2 0-1 0,0 5-2 16,0-5 0-16,0 5-1 0,0 0-2 0,2-1-2 16,-4 1 0-16,3 1-1 0,0 1 0 15,-3 1-1-15,0-1 0 0,2 2-1 0,1 2-2 16,-4 1-9-16,4 1-22 0,-2 4-59 0,-3 0-79 16,1 3-172-16,-3 3-279 0,3 1-322 15,-2 0-383-15,0 1-290 0,-2 1 66 0,-1 0 751 16</inkml:trace>
  <inkml:trace contextRef="#ctx0" brushRef="#br2" timeOffset="145537.84">24481 5317 114 0,'0'0'347'0,"0"0"188"0,-1-1 179 16,-1-1-99-16,0 1-97 0,2 1-53 0,0 0-31 15,0-2-37-15,0 2-55 0,2-1-63 16,0 1-71-16,-2 0-66 0,1 0-50 0,-1 0-37 16,2 0-29-16,-1 0-18 0,3 1-6 15,1-1-2-15,2 2-2 0,1-1-3 0,2-1 34 16,4 3 24-16,2-2 13 0,-1 3 3 0,1-1 1 16,5 1 3-16,-4-1-26 0,4 0 27 0,-1 2 12 15,1-3 8-15,1 3 4 0,-2-1 1 16,1-3-5-16,-2 0-40 0,1 0-22 0,0 1-14 15,-1-2-7-15,-3-2-4 0,-1 2 41 16,-2-1 29-16,-1 0 17 0,-2 0 24 0,-2-2 14 16,0 2 16-16,-4 0-15 0,0-3-13 0,-4 3-13 15,0-2-14-15,-4-1-15 0,0 1-15 16,-4-3-19-16,0 1-15 0,-3-1-8 0,-5 2-8 16,0-2-5-16,-1 0-2 0,-3 0-3 15,-3-2 0-15,0 2-1 0,1 1 1 0,1-1-1 16,-1 0-1-16,1 1-1 0,4 0 0 0,1 2 0 15,3 0-1-15,2 0 0 0,3 0-1 16,2 2-1-16,3 1-3 0,0-2-2 0,-1 2-1 16,4 2-1-16,4-2 2 0,0 1 0 15,3 2 4-15,1 2 1 0,3-2 0 0,0 1 2 16,2 1-2-16,1-1 1 0,2 0 1 0,1 0 0 16,2-2 2-16,-3 2-1 0,2-3 1 0,0 2-1 15,-1-3 1-15,-1 3 0 0,0-3 0 16,-3 0 0-16,-1 0 1 0,-4-3 1 0,-1 3 1 15,-1 0 2-15,-3 0 9 0,2 0 11 16,-5-2 7-16,0 2 1 0,-5-1 0 0,-1 0-3 16,-2 1-8-16,-2-1-10 0,-4-2-6 0,1 2-2 15,-4 0-2-15,-1-1-1 0,-2-1 0 16,1 2 0-16,-2-3-1 0,1 2-1 0,0-3 1 16,2 2 1-16,2 0-1 0,2 0 0 15,2 1 1-15,2 1-2 0,2 0-1 0,2-1-2 16,2 2-2-16,0-1-2 0,2 1-2 0,4 1 0 15,0 1 1-15,4 0 1 0,2 3 1 16,0-2 3-16,2 3 1 0,3-2 1 0,0 1 0 16,3 0 0-16,-2-3 1 0,2 3 0 15,-2-4-1-15,2 1 0 0,-3 1 0 0,0-3 1 16,-3 0 0-16,-2 0 0 0,1 0 2 0,-4 0 2 16,-2-3 3-16,-3 1 0 0,0 0 2 0,-3-3-1 15,-2 0-1-15,-4-1-1 0,-4 1-2 16,-1-1 0-16,-3-1-1 0,-5 2-1 0,-2 1-1 15,-3-2 0-15,2 1 0 0,-2 2-1 16,0-2 0-16,2 1 1 0,4 2-1 0,2 2 0 16,4-3-1-16,2 3-1 0,0-2 0 0,7 2-2 15,-1 0-1-15,4 0-1 0,2 2-2 16,1 1 1-16,4-1 1 0,1 1 1 0,6 3 2 16,0-2 1-16,4 1-1 0,3 0 0 15,1-1-1-15,2-3 0 0,1 2-3 0,3-2-14 16,1 1-32-16,-2-2-82 0,1 0-131 0,-2-2-262 15,1 2-308-15,-3 0-382 0,-1 2-420 16,-1 0-73-16,-3 1 618 0</inkml:trace>
  <inkml:trace contextRef="#ctx0" brushRef="#br2" timeOffset="147721.76">28682 5502 79 0,'2'0'324'16,"-2"0"181"-16,2 0 153 0,-2 0-94 0,0 1-129 15,1-1-91-15,-1 0-46 0,0 1-43 0,0-1-36 16,5 2-47-16,-4-2-1 0,2 0-5 16,1 3 32-16,2-3 29 0,0 0 14 0,4 0 7 15,-2 0-37-15,1 0-38 0,4 0-43 16,-2 0-35-16,2 2-26 0,2-2-19 0,0 0-7 16,0 3-8-16,0 0-16 0,2-2-11 0,-1 1-4 15,1 1-3-15,-2-2 1 0,2 3 0 16,0-3-3-16,-3 2 4 0,4-1 2 0,-4-1-3 15,2-1-3-15,-3 1 3 0,-2-1 3 16,-1 2-7-16,-1-2-2 0,-5 0 4 0,1 1 27 16,0-1 59-16,-1 2 57 0,-2-2 44 0,0 1 16 15,-2-1-3-15,-4 1-25 0,2 1-48 0,-5 0-44 16,2-1-35-16,-3-1-17 0,0 2-14 16,-2-2-6-16,0 1-2 0,-1-1-3 0,-2-1-2 15,0-1-2-15,1 1 2 0,-1-3 0 16,2 0-1-16,-1 1 1 0,-1-1 0 0,0 0 1 15,4 0-1-15,-2 0 2 0,-2-1-1 0,4 1 0 16,1 2-1-16,-2-1 0 0,2 0-1 16,0 0-1-16,3 0 0 0,1 2 0 0,-2-1 0 15,3 0-1-15,-1 1-1 0,3 1-1 16,-1 0-2-16,1-1-2 0,1 1 0 0,0-2-3 16,0 2 0-16,3 0 1 0,-2 0-1 0,6 2 2 15,-1-2 2-15,2 1 1 0,0-1 1 16,3 0 0-16,0 1 1 0,2-1 0 0,-1 0-1 15,1 2 3-15,0-2-1 0,1 0 2 16,-1 0-1-16,0-2 0 0,0 2 0 0,0 0 0 16,-4-1-1-16,3 1 0 0,-3 0 0 0,-3-1-1 15,-1 1 1-15,0-2 2 0,-4 2 3 0,3 0 3 16,-4 0 3-16,0-2-1 0,-2 2 1 16,-1-1-3-16,-2 1-2 0,-2-3-3 0,0 2 1 15,-1-1-2-15,-2-1 0 0,2 0 0 16,-4-3 0-16,1 2-1 0,-3-2 0 0,1 0 0 15,0 0 0-15,-1 0 1 0,0 1 3 0,1-1 2 16,-1 1 0-16,1 3 2 0,1-2 0 16,0 3-1-16,2 0-4 0,0-1-3 0,3 2-2 15,-2 2-1-15,5-1-2 0,0 0-1 16,1 3 0-16,1-2 1 0,2 3 2 0,0 1-2 16,4-1 3-16,1-1 0 0,-1 2 1 0,5-1-2 15,0 1 0-15,-1 0 1 0,4-2-1 16,1 1 0-16,0-1 1 0,1 1 0 0,-2-3 1 15,2 2 0-15,1-3 1 0,0 0-2 16,-2 1 0-16,3 0 1 0,-3-2 0 0,-2 0-1 16,0 0 1-16,-2 0 0 0,-2 0 2 0,-1 0 0 15,-2 0 4-15,0 0 3 0,-4 0 0 0,0-2 0 16,-4 0 1-16,0 2-2 0,-4-1-2 16,0-2-3-16,-3 1-1 0,-3 1 0 0,-1-2 0 15,-2 0-1-15,1 0-1 0,-3 0 1 16,-1 0 0-16,-1 0-1 0,1 0-2 0,-1 2 1 15,2-3 0-15,0 2-2 0,5-1 1 0,-2 2 1 16,7-1-1-16,1 0 0 0,-2 2-1 16,6 0 0-16,-1 0-4 0,2 0 1 0,3 0-1 15,0 2 0-15,3 1 2 0,2 0 1 16,1 0 3-16,3 1 1 0,2 0 0 0,1 1 1 16,2 0-1-16,-1-1 0 0,2-1-2 0,1 2 1 15,1-3 1-15,-1 2 0 0,2-2-1 16,-2 2 0-16,2-3 2 0,0 0-1 0,-4-1-2 15,2 2 2-15,-4-2-1 0,0 0 1 16,-2 0-1-16,0 0 0 0,-3 0 1 0,-1 0-1 16,-2 0-2-16,-1 0-18 0,1 0-54 0,-6-2-67 15,-1 2-120-15,-3-1-196 0,0 1-304 0,-2 0-335 16,-4 1-282-16,-2 1-137 0,0 1 376 16,-3-1 634-16</inkml:trace>
  <inkml:trace contextRef="#ctx0" brushRef="#br2" timeOffset="149169.73">24760 5332 100 0,'-4'0'320'0,"3"2"172"0,-3-1 169 15,3 0-81-15,-1 1-71 0,1 1-9 0,-2-2-3 16,1-1-23-16,2 2-53 0,0 0-70 15,0-2-86-15,0 1-84 0,0-1-67 0,2 1-44 16,1 2-31-16,-2-2-11 0,2-1-5 0,1 1-1 16,1 2-3-16,-1 0 0 0,4-1 14 15,1 1 1-15,1 1 4 0,1 0-3 0,3 0 3 16,-1 0 0-16,1 0-14 0,2-2-12 0,1 1-6 16,0 0 0-16,0-2 0 0,0 1-6 15,1-2 4-15,-4 2-3 0,2-2 2 0,-2 0 3 16,0 0-1-16,-3 0 3 0,0-2-2 15,-5 2 53-15,2 0 60 0,-3 0 47 0,-1 0 34 16,-1 0 18-16,-3 0 1 0,0-2-45 0,0 1-46 16,-3-2-39-16,-1 2-30 0,-1-2-23 0,1 0-17 15,-3-1-7-15,0-2-6 0,-1 1-3 16,0-1 0-16,0 1-1 0,-5 0 1 0,4-4-1 16,-3 2 2-16,2 0-1 0,-2-1-1 15,3 1 0-15,-4 1-2 0,2 0 1 0,-1 0-1 16,2 1 2-16,0 1-1 0,0 2 2 0,2-3 2 15,0 3 1-15,1 1 0 0,0-2-1 16,2 3 1-16,2 0-2 0,-2 0-4 0,2 0 0 16,-1 0-2-16,3 0 0 0,-1 3-2 15,1-3 0-15,-1 1 1 0,0 0 0 0,2-1-1 16,-2 1-1-16,2 1 2 0,0 1-3 0,0-3 1 16,2 2 0-16,0 1 0 0,3 0 2 0,-2 2 0 15,3-3 0-15,1 3 2 0,4 0-1 16,-2-1 1-16,3-1-1 0,0 1 2 0,1-1-1 15,-2 2 1-15,1-4-1 0,1 2 0 16,-1-1 1-16,-2-1 0 0,-2-1 0 0,1 0 2 16,-4 0 1-16,0 0 3 0,-2 0 2 0,-1 0 3 15,-2 0 1-15,-2-1-1 0,1-1-2 0,-4 1 0 16,-2-2-3-16,-2 0-2 0,0 1 0 16,-4-1-1-16,-1 0 0 0,-1 0 0 0,-4-1 1 15,1 1-1-15,-2-1-1 0,-2-1 0 16,0-1 0-16,0 0 2 0,-2 1 4 0,2 1 1 15,0-2 2-15,5 1 0 0,0 0 0 0,2 1-3 16,1 1-2-16,3 0-3 0,1 2-1 16,5-1-2-16,-2 1-1 0,4-1-1 0,-1 2-2 15,1-2-1-15,3 2-2 0,-1 0-2 16,2 0 1-16,2 2 1 0,2 0 1 0,4 1 0 16,-1 0 3-16,4 0 1 0,3 1 0 0,0 1-2 15,3-3 2-15,0 3 0 0,4 0-1 16,2-3 1-16,-1 3-12 0,0-3-45 0,0-2-83 15,-1 3-162-15,-1-3-270 0,0 1-319 16,-3 2-390-16,-1 1-351 0,0 2 26 0,-3-2 738 16</inkml:trace>
  <inkml:trace contextRef="#ctx0" brushRef="#br2" timeOffset="152245.85">28901 5509 204 0,'1'2'526'16,"4"-2"244"-16,-5 3 106 0,1-2-185 0,-1 1-231 16,2-1-140-16,-2 1-79 0,1-2-44 15,-1 2-25-15,2-2-29 0,0 0-42 0,-2 0-38 16,1 0-29-16,1 0-18 0,1 0 14 0,0-2 31 15,1 0 25-15,0-1 22 0,1-1 10 16,-2 2 4-16,0-1-17 0,0 0-31 0,0 0-24 16,1 1-19-16,-3 0-13 0,3 0-8 15,-3 0-4-15,1 1 0 0,-2 0 4 0,0-1 10 16,0 2 18-16,0-2 65 0,-2 1 77 0,1 1 30 16,-1 0 1-16,-1-1-6 0,-4-2-18 15,1 0-45-15,-3 0-55 0,-3 0-27 0,3-1-15 16,-4 0-9-16,2 0-5 0,0 1-5 0,0 0-3 15,2 0-4-15,2 0-2 0,2 2-6 16,1-1-7-16,1 2-8 0,1 0-4 0,1 0-4 16,4 2-1-16,0-1 2 0,5 2 2 15,0 0 5-15,3 2 3 0,3-1 3 0,-1 0 0 16,4-1-26-16,1 0-70 0,-1 0-80 0,-1-1-150 16,1-2-281-16,-3 1-321 0,0 1-337 15,-2-1-211-15,-2 2 82 0,-3 3 608 0</inkml:trace>
  <inkml:trace contextRef="#ctx0" brushRef="#br3" timeOffset="160833.91">25166 5335 176 0,'2'0'273'16,"-1"0"58"-16,-1 0-20 0,2 0-49 0,-2-1-45 16,0 1-32-16,-2-2-17 0,2 2-4 15,-1-1 2-15,1 1 15 0,-4-2 20 0,3 1 16 16,-1 1 7-16,1 0 18 0,1-2 7 15,-2 2 7-15,2-1-4 0,-2 1-4 0,2 0-13 16,0 0-22-16,0 0-21 0,0 0-25 0,-1 0-28 16,1 0-21-16,0 0-22 0,-4 0-19 15,4 0-16-15,0 0-11 0,0 0-8 0,0 0-8 16,0 0 0-16,0 0-3 0,0 0 0 0,0 0-2 16,0 0-3-16,0 0-7 0,0 0-6 15,0 0 5-15,0 1-2 0,2-1-1 0,0 0 1 16,-2 0 1-16,0 0-2 0,1 2-7 15,-1-2-3-15,0 0-6 0,0 0-6 0,2 0 0 16,-2 0-2-16,2 0-1 0,-2 1 2 0,0-1 0 16,1 0 5-16,1 2-3 0,-1-2 5 15,1 0 1-15,0 1 1 0,-1-1 4 0,1 0-3 16,-1 0 1-16,3 0 0 0,-2 0 3 16,-2 0-4-16,4 0 1 0,-4 0-2 0,0 0 0 15,1 0 2-15,-1 0-1 0,0 0-1 0,0 0 1 16,0 0 4-16,0 2 0 0,0-2-1 15,0 0-3-15,0 0 1 0,0 0-1 0,0 0-2 16,0 1 1-16,0-1 2 0,0 0 1 16,0 0 1-16,0 0-5 0,0 0-2 0,0 0-1 15,0 0-4-15,0 0 1 0,0 0 1 0,0 0 9 16,0 0 2-16,0 0 1 0,0 0-2 16,0 0-1-16,0 0 33 0,-1 0 14 0,1 0 35 15,0 0 26-15,0 0 18 0,0 0 12 16,-2-1-22-16,2 1-14 0,-2 0-25 0,2 0-22 15,0 0-16-15,0 0-13 0,0 0-7 0,0 0-10 16,0 0-3-16,0 0-4 0,0 0-3 0,0 0-1 16,0-2 0-16,0 2-1 0,0 0-3 15,0 0 1-15,0 0 1 0,0 0 1 0,0 0-1 16,0 0 2-16,0 0 1 0,0 0-1 16,0 0 0-16,0 0-1 0,0 0 3 0,-2 0-1 15,2 0 3-15,0 0 4 0,0 0 2 16,0 0 2-16,0 0-1 0,-2 0 1 0,0-1-3 15,1 1-4-15,-1 0-3 0,2 0 1 0,-1 0-3 16,-1 0 0-16,0-2-2 0,2 2 0 16,-1-1 1-16,-1 1-3 0,1 0 1 0,1 0-2 15,-2 0 4-15,0 0 0 0,2 0-1 0,0 0 1 16,-1 0-1-16,1 0 1 0,-2 0-2 16,0 0 0-16,2 0 1 0,0 0 1 0,0 0 0 15,0 0-2-15,0 0 1 0,0 0 0 16,0 0-1-16,0 0-1 0,0 0 2 0,0 0-2 15,0 0 2-15,0 0-3 0,2 0-1 0,0 0 1 16,-2 0-3-16,0 0 0 0,1 0-2 0,-1 0 4 16,2 0 1-16,0 0-1 0,1 0 1 15,-2 0 3-15,3 0-1 0,0 0-2 0,2 0 1 16,-2 0 2-16,0 0-1 0,1 0 0 16,2 0 2-16,-3 0 0 0,4 0 0 0,-3-2 0 15,1 2 1-15,1 0-1 0,-3 0-1 0,4 0 0 16,-3-1-1-16,1 1 2 0,-1 0-1 15,0 0 0-15,0 0 0 0,-1 0 0 0,-1 0 0 16,0 0-2-16,1 0 2 0,-1 0 0 16,-2 0 0-16,3-2 0 0,-4 2 3 0,1 0-1 15,-1 0 0-15,2 0 1 0,-2 0 3 0,0 0 10 16,-2 0 11-16,2 0 10 0,-1 0 3 16,-1 0 1-16,0 0 1 0,-1 0-12 0,-2 0-8 15,1 0-10-15,-1 0-4 0,1 0-4 16,-1 0-1-16,-2 0-1 0,2 0-2 0,1 2 1 15,-2-2-1-15,1 0 0 0,2 1-1 0,-4 1 0 16,4-2 2-16,-2 1-1 0,2 1-1 0,-1-2 2 16,-1 1 0-16,2-1 0 0,-1 2 1 15,1-2-2-15,2 1 1 0,-1-1-3 0,0 0 1 16,1 0 0-16,-1 0-1 0,2 0 1 16,0 0 0-16,0 1-1 0,0-1-2 0,0 2-2 15,0-2 0-15,2 2 0 0,-1-1-1 0,1 0 3 16,0 3 2-16,1-3 1 0,0 3 0 15,0-2-1-15,2 1 1 0,1 0-2 0,-1-1 0 16,0 1 1-16,3 0 0 0,-4-2 2 0,4 3 0 16,-2-3 2-16,-1 0-1 0,2 3-1 15,-1-3 1-15,0 0-1 0,-3 1 1 0,2-2-1 16,-3 2 0-16,-1-2 1 0,1 1 0 16,-1-1 3-16,-1 0 0 0,0 1 2 0,-1-1 0 15,-2 2-1-15,-1-2 0 0,0 1-2 0,-2 2 0 16,-1-2-1-16,-1 3-1 0,2-3 0 15,-2 2 1-15,3-1-1 0,-3 1 0 0,4-2-1 16,-1 1 1-16,0-1-1 0,1 0 0 0,0 1-1 16,1 0 0-16,2-1 0 0,-1-1-1 15,0 1-1-15,2-1 0 0,-1 0-1 0,1 2-1 16,0 0 0-16,0-2 0 0,1 1 1 16,1 0 0-16,0-1 0 0,-1 4 3 0,4-3 1 15,-2 0 0-15,2 1 1 0,-1-2 1 0,1 3-2 16,0-3-1-16,1 2 0 0,-1-2 1 15,1 0 0-15,1 0-2 0,-1 0 3 0,-1 0 0 16,0 0 1-16,1 0-2 0,-2 0 2 16,1 0-1-16,-2-2-1 0,1 2 0 0,-3-3 0 15,3 1 1-15,-3 1 1 0,1-4 2 0,-1 3-1 16,-1-3 2-16,0 0-2 0,0 1 1 0,-3 0-1 16,2-1 1-16,-4 0 1 0,1 1-1 15,-2 0-1-15,0-1 0 0,-3 1-1 0,0 0-2 16,0 0-1-16,-2 0 0 0,1 1 2 15,1 1 0-15,0 2-1 0,1-3 1 0,0 3 0 16,1-2-1-16,0 2-1 0,0 2-2 0,2-2 1 16,1 0-2-16,0 3 1 0,1-3 0 15,1 0-1-15,-1 2 0 0,3-2 0 0,-1 3 1 16,1-2-2-16,1 2 2 0,-1-1 0 0,3 0 1 16,-3-1-1-16,4 0 1 0,-1 1 0 15,0 0 1-15,2-2 0 0,0-2 0 0,2 0 0 16,1 1 0-16,-1-2 3 0,-1 0-3 15,2-3 0-15,1 4 0 0,-1-4-1 0,-1 1 0 0,-1 3 0 16,0-3 0-16,1 0 1 0,-3 1 1 16,0 3 1-16,1-2 0 0,-2 0 1 15,-2 0 1-15,4 1 0 0,-4-1 1 0,2 0 0 16,-1 2-1-16,0-2 1 0,-1 2-1 0,-1-1 1 16,0 0 1-16,0 1 0 0,0 1 0 15,-1-1-1-15,-1 1-1 0,-1 0 0 0,0 0-3 16,-3 1 0-16,-1 2-1 0,-1 0 1 0,2 0-1 15,-3 1 0-15,2 2-1 0,-1 0 2 16,0 0 0-16,1 0-1 0,0 0 1 0,1 0-2 16,-1 0 2-16,4 0-2 0,-2-1-1 15,3 1-1-15,-2-2 0 0,3 1 0 0,-1-1 0 16,4 2 0-16,-1-1 0 0,5 1 1 0,-1-2 2 16,2 1 1-16,1-3-2 0,0 3 1 0,2-2 1 15,3-1 1-15,0-4-1 0,1 0 0 16,2-4 0-16,0 2-1 0,-1-2-2 0,0 0 3 15,-4 0 0-15,1 0 2 0,-4 2 1 16,0-2 1-16,-2 1 3 0,-3 3 1 0,1-2-2 16,-4 1 1-16,-4-1-1 0,1 4 1 0,-3-2-3 15,2 2-2-15,-4 0 1 0,-2 0-2 0,-1 2-1 16,2 1 0-16,-3-2-1 0,2 2 0 16,0 1 0-16,2-2 0 0,-1 2-1 0,2-2 1 15,2 2-1-15,1-2-1 0,-3 0-2 16,4 1 1-16,0-1 0 0,2 2-2 0,-1-3 0 15,0 2 1-15,4-1 0 0,0 1 1 0,-1-2 0 16,4 2-1-16,-1-2-4 0,1 1-30 0,0-2-73 16,2 2-98-16,0-2-175 0,-1 1-292 15,2 0-335-15,1 3-351 0,1-2-182 16,0 3 226-16,1 1 675 0</inkml:trace>
  <inkml:trace contextRef="#ctx0" brushRef="#br3" timeOffset="162869.73">29155 5482 13 0,'0'0'226'16,"1"-1"129"-16,-1-1 131 0,0 1-51 16,0 1-93-16,0-2-69 0,0 1-31 0,0 1-11 15,0 0-5-15,0-2-3 0,0 2-8 0,0 0-8 16,0 0-10-16,0 2-7 0,0-2-12 16,0 0-5-16,0 1 3 0,0-1 5 0,0 2 4 15,0-2 0-15,0 0-9 0,0 0-19 16,-1-2-24-16,1 2-28 0,0 0-28 0,-2 0-28 15,2 0-18-15,-1 0-12 0,1 0-8 0,0 0-1 16,-3 0-6-16,3 0-3 0,0 0 1 16,0 0 1-16,0 0-2 0,0 0-5 0,0 0 3 15,0 2 1-15,0-2-1 0,3 1 1 16,-3 1 0-16,1-1 1 0,1 1 1 0,-1-1-1 16,1 0 0-16,0 1-1 0,-1 1 1 0,1-2-3 15,-1-1 0-15,1 2 1 0,0 0 0 16,-1-2 1-16,-1 1 0 0,0-1 1 0,0 1 2 15,0-1 0-15,0 0-1 0,0 0 1 16,0 0 4-16,0-1 13 0,0 1 15 0,-1 0 12 16,-3 0 7-16,3 0 2 0,-1 0-6 0,-1 0-9 15,0-1-14-15,0 1-8 0,-2 0 5 16,4-2 7-16,-2 2-3 0,-1 0 1 0,3 0-6 16,1 0-3-16,-2 0-19 0,0 2-9 0,2-2 2 15,0 2-5-15,0 0-2 0,0 1 0 16,0 0 2-16,2 2 4 0,0-2 1 0,-1 0 0 15,3 0 6-15,-3-1 1 0,2-1 4 0,-1 0 1 16,2 1-7-16,-2 0 1 0,1-2 1 16,-1 1-3-16,-1-1-2 0,1 0 1 15,-1 0 2-15,1 0 3 0,0 0 3 0,-2 0 5 16,0 0 7-16,0 0 0 0,0 0 2 0,0 0-1 16,-2 0-1-16,0 0-6 0,2 0-4 0,0 0 1 15,-1 0 0-15,1 0-5 0,0 0-9 16,0 0-2-16,0 0-6 0,0 1-4 0,0-1 0 15,0 2 2-15,0 0 4 0,0-1 4 16,0 0 7-16,0 1 4 0,0-1 1 0,-2 2 1 16,2-2-3-16,0 1 4 0,0-2 1 0,0 2-7 15,0-1-5-15,0 1 7 0,-1-1-2 16,1 1-5-16,0-2-1 0,-2 1 2 0,2 1 8 16,0-1-4-16,0-1 6 0,0 2 2 15,-2-1-2-15,2 0 2 0,0 1-6 0,-1-2-5 16,1 3 0-16,0-3 1 0,0 1 0 0,0 1-3 15,0 0 2-15,0-2 4 0,0 1-3 0,0 0-5 16,0-1 1-16,0 2-1 0,0 0 2 16,0-2-1-16,0 1 3 0,1 2 3 15,1 0-2-15,0-1 4 0,-1 1 3 0,1-2-2 16,1 2-4-16,0-1-2 0,1 1 3 0,-1-2-2 16,-2 1-6-16,4 0 6 0,-2-2 2 0,0 1 1 15,-1-1 2-15,-1-1-3 0,1 1 6 16,0-4 5-16,-2 3-1 0,-2-2-1 0,0 0 4 15,1 0-1-15,-1-2-4 0,-1 2-2 0,0-1-4 16,-2 0 1-16,2 0-3 0,-2 1 4 16,2 0 2-16,0 0 0 0,0 0 0 0,-1 0 1 15,3 2 1-15,-1-1-4 0,1 1-4 16,1-1-8-16,0 2-3 0,-3 0-7 0,3-1 0 16,3 1 0-16,-3 0-3 0,3 0 5 15,-2 0 6-15,3 0 3 0,-3 0 0 0,2-2-2 16,2 2 5-16,-1-2 4 0,-1 0 1 0,0 0 2 15,1 1 3-15,-1-2 6 0,1 0-3 0,-4 1-1 16,1 1-3-16,3 1-3 0,-4-1-2 16,0 1 0-16,1-2 1 0,-1 2 3 0,0-2 1 15,0 2-6-15,0 0-16 0,0 0-28 16,0 0-22-16,0 0-42 0,0 0-103 0,-1 0-139 16,1-1-192-16,0 1-267 0,0 0-249 0,0 0-145 15,-2 1 191-15,0 1 421 0</inkml:trace>
  <inkml:trace contextRef="#ctx0" brushRef="#br0" timeOffset="168256.21">25493 5286 57 0,'-6'4'273'15,"-3"3"144"-15,4-3 140 0,-2-1-87 0,2 0-124 16,2 0-75-16,0-2-48 0,-1 1-34 16,2-1-33-16,1-1-32 0,1 2-37 0,0-2-32 15,0 0-18-15,0 0 0 0,1 0 9 0,1 0 23 16,2 0 34-16,-1 0 19 0,0-2 38 16,2 2 15-16,2-1-6 0,-1 1-20 0,3-2-24 15,-1 1 8-15,4 0-10 0,0-1-15 0,1 2-11 16,-2-2-9-16,5 1-6 0,-4 0-27 15,2 1-23-15,-1 0-11 0,1-2-7 0,-3 2-3 16,-1 0-2-16,-1 0 0 0,-2 0 17 16,-1 0 21-16,-3 0 19 0,1 0 19 0,-3 0 40 15,-1 2 51-15,-1-2 26 0,-3 1-2 16,1 2-12-16,-3-1-19 0,-2-1-26 0,-3 2-36 16,0-2-32-16,-2 1-21 0,2-1-8 0,0-1-7 15,-3 0-4-15,3 0-7 0,-2 0-6 0,0 0-2 16,4 0 0-16,1 0-3 0,-1 0-6 15,2 0-2-15,2 0-2 0,2 0-4 16,-2 0-3-16,4 0-4 0,-2 0-4 0,1 0-1 16,2 1-3-16,5 1 2 0,-4 0 1 0,4-1 4 15,2 1 4-15,-3 1 0 0,4-2-1 0,3 1 1 16,-1-2 1-16,1 1 0 0,1-1-2 16,0 0 1-16,0 0 2 0,-1-1-1 0,0 1 2 15,0 0-2-15,-3-2 1 0,-1 2 1 16,-2 0 1-16,-2 0 5 0,1 0-1 0,-2 0 2 15,-4 2-1-15,-2-1 1 0,-1 1-1 0,-3 0-4 16,0 3 1-16,-5-2-2 0,2 1 1 16,-2 1-1-16,1-2 0 0,-1 2-3 0,-1-2 2 15,3 0 0-15,1 0 0 0,0 0 0 16,2-2-1-16,-1 3 1 0,5-3-2 0,-2 0-2 16,3 1-1-16,-1-2 1 0,3 2-3 0,-1-2-2 15,2 1-1-15,0-1 0 0,0 0-1 0,2 1 0 16,-1 1 1-16,4-1 2 0,0-1 5 15,2 2-1-15,2-1 3 0,-1-1-1 0,1 0 2 16,0 0-1-16,1 0-1 0,1 0 1 16,-2-1 0-16,-1 1 0 0,0-2 1 0,0 2 0 15,-3 0 2-15,0-1 3 0,-4 1 0 0,-1 0 0 16,-1 0 1-16,-4 0 0 0,-2 1-2 16,0-1-4-16,-3 3-2 0,-1-2 2 0,-1 3-2 15,-1-1 3-15,-3 1-1 0,3-1-2 16,-2 1 1-16,0 1 1 0,0 0-2 0,0-1 0 15,1 0 1-15,3 1 2 0,1-3-3 0,2 2-4 16,2-1 0-16,2-1-4 0,0 1-2 16,3-2-1-16,2 3 2 0,1-2 1 0,1 2 0 15,4-2 7-15,2 1-1 0,-3 0 3 16,2 0 0-16,5-1 1 0,-4-1 1 0,3-1-2 16,0 0-1-16,1-1-1 0,1-1 0 0,-3 0 0 15,0 1 1-15,0-2-1 0,-3 2 1 0,-2 1 1 16,1-2 2-16,-1 1 2 0,-5 0 1 15,1 1 3-15,-2 0-1 0,-2 0 1 0,-2 0-1 16,-1 1-3-16,2 0-4 0,-2 1-1 16,0-1-1-16,0 2-1 0,1 0-1 0,-4 2 2 15,5-2-2-15,0 1 1 0,1 2 0 0,1 0 0 16,1 0-1-16,0 3-20 0,3-4-55 16,0 1-57-16,2 0-101 0,2-2-168 0,0 1-307 15,1-2-303-15,0 1-245 0,4 1-166 16,1-2 257-16,3 1 583 0</inkml:trace>
  <inkml:trace contextRef="#ctx0" brushRef="#br0" timeOffset="169821.82">29315 5440 147 0,'-4'2'321'15,"4"-2"126"-15,-1 0 31 0,1 1-157 0,1-1-133 16,1 2-78-16,1-2-39 0,0 2-3 16,1-1 15-16,1 0 26 0,-1 1 38 0,4 0 34 15,-2-1 17-15,4 2 7 0,1-1 13 16,-2 0-15-16,4 1-27 0,-1-1-18 0,1 0-12 15,-1 0-25-15,2 1-29 0,-2-1-16 0,1-1-14 16,-4 1-24-16,1-1-15 0,-2 1 23 16,-4-2 47-16,1 1 64 0,-2-1 33 0,-3 2 13 15,0-2 10-15,-4 1-18 0,-1 0-28 16,-3 1-14-16,0 1-5 0,-1-2 2 0,-1 3 4 16,-2-2 1-16,0 2-12 0,0-3-20 0,2 2-23 15,-1 0-16-15,0-3-21 0,2 2-17 16,2 1-13-16,1-2-15 0,-2 1-7 0,4-2-8 15,0 1-2-15,1 1-3 0,1 0 0 16,1-1-1-16,-1 2 1 0,2-1-1 0,0 0 2 16,3 0-1-16,-1 1-1 0,1 0 0 0,4 0-1 15,-1 1 2-15,2-1 1 0,0-1 1 0,0 1-2 16,-1 0 4-16,3 0 0 0,-2-2 0 16,0 2 1-16,0 0 0 0,0-2 1 0,-4 1-2 15,0 0-1-15,-1-1 0 0,-2 0 3 16,-1 3 1-16,-1-3 1 0,-2 0 2 0,-2 4 3 15,-2-5-3-15,-3 2-1 0,2 1-1 0,-4-2-1 16,0 1-1-16,1-1-4 0,-2 1 0 16,-1 0 0-16,3-2-1 0,-2 1 5 0,4 0 3 15,-1 1 2-15,2 0 0 0,1-2 1 16,2 1-3-16,0-1-4 0,2 1-4 0,1-1 0 16,0 2-2-16,4 1-2 0,0-2 2 0,1 1 1 15,2-1 1-15,0 2 1 0,-1-2 0 16,5 1 2-16,-2-2 0 0,1 2 0 0,1-2-1 15,-1 0-1-15,0 0-1 0,2 0 0 16,-3 0 2-16,0 0-1 0,-2 0 3 0,-1 0 3 16,-2 0 1-16,0 1 0 0,-4-1 0 0,-1 2-2 15,0-2 0-15,-2 1-2 0,-2 1-2 16,0 1 0-16,-1-2-1 0,1 2 0 0,2 2-3 16,1-3-1-16,-2 4-1 0,3 0-1 0,-1 1 1 15,3 2 1-15,1-1 1 0,0-1-1 16,3 0 2-16,0-1-1 0,5-1 3 0,-4-1 0 15,4-1 2-15,2-2 2 0,2-2-3 0,0 0-25 16,3-2-63-16,-2-5-81 0,0 1-163 16,-1-2-292-16,0 0-313 0,-3-3-332 0,0 4-216 15,-2-1 120-15,-2 0 648 0</inkml:trace>
  <inkml:trace contextRef="#ctx0" brushRef="#br0" timeOffset="170558.16">29016 3921 178 0,'2'-14'426'15,"-2"3"242"-15,0 3 233 0,0 0-111 0,0 2-119 16,0 2-99-16,-2-1-83 0,2 3-89 15,-2-2-103-15,2 4-92 0,-1 0-69 0,1 4-29 16,0 0-8-16,-2 5 9 0,2 0 11 16,-1 4 4-16,1 2 16 0,0 4-2 0,-2 0-14 15,2 1-15-15,-2 5-17 0,2-1-11 0,-1 1-20 16,-3-1-15-16,4 2-11 0,-3-1-14 16,2-3-6-16,-4 3-7 0,4-3-5 0,-2 0-2 15,-1-1 0-15,1 0 0 0,-2-6 0 16,4 2 0-16,-3-1-1 0,0-6-5 0,-1 2-40 15,1-3-65-15,-1-5-75 0,-2-1-144 0,1-3-202 16,-2-1-318-16,0-3-282 0,2-2-207 0,-1-2-10 16,-2-1 469-16,4-1 497 0</inkml:trace>
  <inkml:trace contextRef="#ctx0" brushRef="#br0" timeOffset="170783.85">28834 4240 8 0,'-1'14'258'0,"1"0"202"0,-4 3 230 16,4-1 114-16,0 0-102 0,2 2-50 0,0-2-69 16,1 2-101-16,0-1-97 0,3-2-102 0,-1 0-98 15,3-2-80-15,0-1-45 0,3-2-25 0,0-2-12 16,-2-2-9-16,5-1-3 0,1-3-3 16,0-4-1-16,2-4-6 0,0-1-2 0,-1-4 3 15,-1-3-1-15,1-1-2 0,2-1-16 16,-6-3-63-16,1 0-135 0,-5-2-193 0,-3 2-287 15,-4-2-273-15,-2 1-223 0,-4-1 40 0,-5 0 413 16</inkml:trace>
  <inkml:trace contextRef="#ctx0" brushRef="#br0" timeOffset="171555.88">24984 3766 140 0,'0'0'380'0,"-1"0"207"16,-3 1 188-16,1-1-119 0,2 2-109 0,-3 0-63 16,3 0-57-16,-3 2-62 0,3 1-61 15,-1 2-71-15,1 0-54 0,1 2-39 0,0 2-26 16,0 1-15-16,1 2-16 0,-1 1-5 16,3 1-22-16,-1 0-15 0,0 1-13 0,-1-2-11 15,1 3-6-15,0-3-6 0,-2 1-1 0,1-2-2 16,-1-2-2-16,0 1 1 0,-1-2 0 15,1-2-8-15,-2 0-21 0,-1-4-88 0,-4 0-139 16,1-2-181-16,-2-3-291 0,0 0-266 0,-1-3-194 16,-2 0 113-16,1-3 404 0</inkml:trace>
  <inkml:trace contextRef="#ctx0" brushRef="#br0" timeOffset="171759.83">24816 3945 85 0,'7'10'276'0,"-2"2"128"0,3 0 115 0,1 1-127 16,0 2-99-16,3 1-15 0,0 0 15 0,-1 1-5 16,2-2-20-16,-1 2-37 0,1-2-48 15,3-1-60-15,-2-2-54 0,0-1-26 0,-1-5-14 16,3 1-8-16,-2-1 4 0,0-3 0 0,1-3 4 16,-1-1-8-16,-3-3-43 0,0-5-85 15,0 1-117-15,-2-3-253 0,0-1-212 0,-5-1-125 16,2-2 58-16,-4-3 222 0</inkml:trace>
  <inkml:trace contextRef="#ctx0" brushRef="#br0" timeOffset="172529.83">21288 2325 57 0,'0'0'323'0,"0"-2"180"16,0 2 133-16,1 2-98 0,-1-1-208 0,2 2-108 15,-1 3-28-15,4 3 48 0,-4 0 40 16,4 5 52-16,0-1 15 0,0 2-8 0,0 3-38 16,-1 1-55-16,2 1-38 0,1-1-37 0,-2 4-29 15,-4-3-41-15,2-1-27 0,-1 0-27 0,-2 3-23 16,-2-2-14-16,-1-3-4 0,2 1 0 16,-4-3-1-16,-2 0-2 0,1-1 0 0,0-4-7 15,-2-1-29-15,-2-5-72 0,0 0-97 0,-2-6-118 16,3-1-124-16,-4-3-165 0,2-3-265 15,-1-1-120-15,0-3 61 0,1-3 238 0,-1 0 278 16</inkml:trace>
  <inkml:trace contextRef="#ctx0" brushRef="#br0" timeOffset="172707.83">21061 2482 214 0,'0'9'324'16,"0"2"103"-16,2 0-45 0,1 0-136 0,5 3-78 15,1-2-7-15,3 1 19 0,-1 2 34 0,3-1 40 16,0-2 32-16,2 1-5 0,-2-1-33 0,3-2-37 15,-2 1-46-15,2-2-41 0,-1-1-49 16,1-2-27-16,1-2-11 0,-1-1-9 0,0-1 3 16,-1-2 16-16,3-2-37 0,-4-1-100 0,0 0-136 15,-2-1-292-15,-2 1-214 0,0 1-165 0,-3 1 41 16,-1 0 271-16</inkml:trace>
  <inkml:trace contextRef="#ctx0" brushRef="#br0" timeOffset="186347.87">23869 16667 113 0,'-1'-5'328'0,"-1"-1"184"0,2 1 180 16,-1-3-98-16,-1 0-63 0,0-6-9 15,2-1-24-15,0-3-40 0,4-4-61 0,-3-2-73 16,6-1-70-16,-3-6-75 0,4 0-51 0,-2-3-39 16,2-1-27-16,2-2-15 0,1 1-6 15,-2-1-7-15,1 3 2 0,-1-2 10 0,-1 7 31 16,0 2 25-16,0 6 21 0,-2 0 22 0,-1 6 6 15,-2 3-1-15,1 2-20 0,-3 2-20 0,1 1-20 16,-1 5-16-16,1-4-15 0,0 4-13 16,-2-1-9-16,0 2-8 0,1 1-7 0,-1 0-6 15,0 1-5-15,0 3-2 0,0 3-5 0,0 2 1 16,0 3-1-16,3 5 2 0,-1 2 0 16,1 4 0-16,0 2 1 0,-2 3-2 0,3 4 1 15,-3 0-2-15,3 4-1 0,-4 0-1 0,1 0-1 16,-1 1 0-16,2 1-1 0,-2-1-1 0,0-2-1 15,-2-1-4-15,2-2 1 0,0-4-2 0,0-1 2 16,0-6-2-16,0-1 0 0,2-5 0 16,-1-3 0-16,-1-2-6 0,4-3-22 0,-3-3-51 15,1-4-56-15,-1-5-93 0,3-4-145 0,-2-5-200 16,2-3-300-16,-1-6-252 0,0-4-212 0,0-2 75 16,0-5 451-16</inkml:trace>
  <inkml:trace contextRef="#ctx0" brushRef="#br0" timeOffset="186813.77">24042 16090 203 0,'4'0'403'16,"3"2"151"-16,-1-1 90 0,5 4-254 0,0-1-160 16,2 2-30-16,3 2 33 0,1 3 44 0,5-1 70 15,4 3 56-15,0 2-15 0,4 1-22 16,0 2-52-16,2 1-56 0,0 0-67 0,1 0-38 15,0 4-10-15,0 0-36 0,1 1-24 0,-4 1 18 16,-2-1 61-16,-3 3 13 0,-3 0 6 0,-4-1 2 16,-2-1-2-16,-7 1-26 0,-2 1-47 0,-4-4-24 15,-3 2-22-15,-3-4-12 0,-5 0-8 16,-2-3-3-16,-4-3-7 0,-2 0-7 0,-1-6-4 16,-4-3-5-16,0-5-5 0,-1-4-5 0,0-4-4 15,0-5-1-15,0-5-2 0,2-4 0 0,0-2 0 16,5-5-1-16,-1-2 1 0,3-3-1 15,2-3 0-15,5 1-3 0,-2-3 1 0,7-1-1 16,-1 0 0-16,4-2 0 0,-1 2 0 0,7-1 1 16,-4 4 0-16,3-3 2 0,1 7 1 0,-2 0 1 15,2 2 2-15,-2 6 1 0,-1 5 2 16,-2 2 1-16,-3 4 1 0,0 4-1 0,-1 2 0 16,-2 2-1-16,-6 4-4 0,0 4-3 15,0 1-2-15,-4 5 0 0,-1 1 0 0,1 7-1 16,-1 2 1-16,1 3 2 0,-1 0 0 0,5 4-1 15,-3 1-1-15,6-1-11 0,0-3-40 0,3 0-74 16,1-4-113-16,4-2-178 0,3-3-299 0,1-3-339 16,2-2-330-16,1-1-161 0,4-4 316 15,1-3 647-15</inkml:trace>
  <inkml:trace contextRef="#ctx0" brushRef="#br0" timeOffset="187101.96">24783 16224 110 0,'19'31'631'0,"-1"2"389"0,-2 3 125 16,-1 2-106-16,1 2-378 0,0 0-281 15,0-2-147-15,-1-1-71 0,0-5-38 0,1-5-17 16,-2-5-29-16,2-7-33 0,0-4-16 0,-1-6-5 16,0-7-4-16,0-5-3 0,-3-5-3 0,1-6 0 15,-5-6-5-15,1-5-2 0,-5-2-2 16,1-2 6-16,-5-3 14 0,-5 1 34 0,1 1 31 15,-5 1 16-15,-2 2 6 0,-6 0-2 0,-3 3-18 16,-3 2-28-16,-2 0-24 0,-3 4-18 0,-1 3-11 16,-3 4-9-16,2 2-16 0,0 7-39 15,0 6-41-15,0 5-58 0,2 6-135 0,-2 7-187 16,2 4-289-16,-3 6-249 0,5 3-233 0,0 4-33 16,1 2 421-16,3-1 472 0</inkml:trace>
  <inkml:trace contextRef="#ctx0" brushRef="#br0" timeOffset="187467.77">23793 17220 98 0,'-6'7'608'0,"3"3"388"16,-2-2 120-16,5 1-89 0,0-4-408 15,5-1-312-15,4 0-163 0,4 0-62 0,4-1 6 0,4-2 19 16,8-1 18-16,2-1 23 0,7-4 22 16,8-2 14-16,4-4-14 0,6-4-19 0,6-4-17 15,5-2-22-15,5-3-25 0,1-3-33 0,2 0-24 16,0-2-20-16,0 1-10 0,0 1-5 15,-4 1-2-15,-2 1 0 0,-1 2 4 0,-4 0 4 16,-4 3 3-16,-2 2-2 0,-7 0 1 0,0 4 0 16,-9 2-27-16,-1 5-42 0,-8 1-54 0,-4 2-117 15,-8 3-170-15,-2 4-308 0,-10 2-268 0,-1 1-237 16,-8 1-93-16,-8 2 343 0,-1 3 505 16</inkml:trace>
  <inkml:trace contextRef="#ctx0" brushRef="#br0" timeOffset="187927.81">24456 17574 118 0,'3'-5'470'16,"-1"0"276"-16,-1 3 152 0,3-1-123 16,-3 0-199-16,2 3-139 0,-1 0-89 0,-1 3-33 15,2 1-22-15,1 2-35 0,-3 2-46 0,2 2-54 16,1 4-51-16,-1 2-41 0,2 4-22 0,1 2-17 16,-3 4-22-16,2 3-13 0,-4 5-8 15,4-1-4-15,-2 3 10 0,1-2 8 0,0-1 12 16,2-3 10-16,-3-2 1 0,2-5-6 0,-1-2-45 15,-1-6-82-15,-3-4-124 0,0-6-148 16,0-3-234-16,0-4-286 0,-3-9-212 0,3-8-3 16,-4-3 299-16,4-7 377 0</inkml:trace>
  <inkml:trace contextRef="#ctx0" brushRef="#br0" timeOffset="188119.88">24678 17404 185 0,'3'5'430'0,"1"3"199"15,-1 6 200-15,-1 4-101 0,1 5-108 0,0 3-78 16,0 3-55-16,1 4-58 0,1 2-90 0,-2 1-98 16,3 4-83-16,0 1-63 0,1-2-36 15,-1-2-24-15,2-1-15 0,1-4-12 0,-1-4-4 16,0-4-17-16,1-3-71 0,-2-8-124 0,-2 0-157 16,-1-4-283-16,-4-3-281 0,0-3-242 0,-3-3-6 15,-3-6 354-15,-2-2 421 0</inkml:trace>
  <inkml:trace contextRef="#ctx0" brushRef="#br0" timeOffset="188347.83">24312 17629 382 0,'5'-3'691'0,"-4"0"177"0,2 2 24 0,4-3-327 16,-1 3-254-16,7 0-160 0,0-3-70 0,4 3-11 15,0-2-5-15,5 0 58 0,5-3 52 0,2 0 4 16,1-1-8-16,3-2-6 0,2-1-5 0,0-3-55 16,3 0-47-16,0-2-23 0,4-2-14 15,-2 2-18-15,1-3-91 0,1 2-138 0,0-1-277 16,-4 1-262-16,2 1-239 0,0-2-142 0,0 3 207 16,1 1 421-16</inkml:trace>
  <inkml:trace contextRef="#ctx0" brushRef="#br0" timeOffset="189321.68">26733 15951 232 0,'1'-3'493'0,"-1"0"215"16,4 0 153-16,-4 1-165 0,1 0-134 16,2 1-90-16,-1 0-59 0,0 1-49 0,0 0-66 15,-2 0-77-15,2 0-78 0,0 1-47 0,-1 0-23 16,2 3 12-16,2 0 36 0,2 4 24 0,-1 2 30 16,3 3 13-16,-1 2-7 0,2 2-23 15,-1 3-33-15,-1 3-21 0,0 2-24 0,-1 3-22 16,2 1-10-16,-5 2-9 0,1 2-10 0,-1 0-11 15,0-2-3-15,-2 1-3 0,0-3-4 0,-1-4-3 16,-1-4-1-16,2-4-1 0,-1-4-3 16,-1-2 0-16,0-3-3 0,2-2 1 0,-2-1 0 15,3-3 1-15,-2-4-2 0,2-3 0 0,2-2 2 16,3-5 0-16,0-1-1 0,5-5 1 0,-2-2 1 16,5-5 0-16,-2 0 2 0,5-5-5 15,-1 1 0-15,0-4 1 0,4 1-3 0,-2 0 1 16,-2 0 1-16,0 0 2 0,-2 2 3 15,-2 2 2-15,-2 4 0 0,0 3 1 0,-4 2 3 16,-1 6 3-16,-4 1-1 0,1 4 2 0,-4 2-1 16,-4 1 1-16,0 4-5 0,-2 2-2 0,-4 4-2 15,-1 2-3-15,-2 3-2 0,1 4 0 16,-4 3 2-16,2 2 0 0,-2 3 1 0,3 2 3 16,0 3 2-16,1 0-2 0,2 4 0 0,1-3 0 15,3 2-1-15,1-3-2 0,2 0-2 16,3-4 0-16,1 0-2 0,3-6 1 0,0-1-1 15,4-4-1-15,0-1 0 0,2-3 0 0,3-3-1 16,-1-4-44-16,2-1-66 0,-1-3-93 0,-1-6-167 16,2 1-295-16,1-4-334 0,0-1-308 15,0-3-185-15,0 1 207 0,-2 0 639 0</inkml:trace>
  <inkml:trace contextRef="#ctx0" brushRef="#br0" timeOffset="189514.79">27376 16093 134 0,'2'5'717'0,"-2"-1"438"0,-2 0 78 0,1 2-142 15,-1-1-425-15,0 1-323 0,2 0-167 0,-1-1-89 16,1-1-41-16,1 1-21 0,1 0-13 16,0-4-4-16,2 0-8 0,0 1-29 0,1-2-102 15,4-3-145-15,-3 2-243 0,0-4-278 0,4 0-264 16,1 1-150-16,-1-1 220 0,1-3 438 15</inkml:trace>
  <inkml:trace contextRef="#ctx0" brushRef="#br0" timeOffset="190049.76">27912 15627 251 0,'4'-3'524'0,"0"2"191"16,1 2 173-16,0 5-127 0,1 4-142 15,1 4-123-15,5 3-46 0,-3 3-13 0,4 5-51 16,1 5-52-16,2 1-58 0,2 2-36 0,-1 3-30 16,0 1-39-16,2 3-41 0,-1-3-42 15,1 1-30-15,-3-3-27 0,-1-5-11 0,1-1-8 16,-2-5-3-16,-2-6-8 0,-2-2-1 0,0-4 3 16,-4-1-2-16,1-5 0 0,-1-2-1 0,-2-4 6 15,-2-3 0-15,0-4-2 0,-4-4 3 0,0-2-2 16,-1-5 0-16,-1-1-2 0,1 0 0 15,-4-1 0-15,3-1-1 0,-3-1 0 0,1 1 2 16,-3 4-1-16,4 2 1 0,-3-1 5 16,3 6 3-16,0 1 2 0,-2 3-4 0,2 1 2 15,0 5-1-15,0 3-6 0,0 3-5 0,-2 3 1 16,0 3 0-16,1 4 1 0,-1 5 2 0,-2-1-1 16,3 3 1-16,-2 4 1 0,0 0 0 15,-1 5-1-15,1 0-1 0,-4 2 0 0,4 2 1 16,-2-3-2-16,0 1-5 0,-1-1-35 0,0-2-67 15,1-3-69-15,-4-4-144 0,1 1-221 0,1-6-315 16,-6-2-305-16,4-4-221 0,-3-1-36 0,-4-4 492 16</inkml:trace>
  <inkml:trace contextRef="#ctx0" brushRef="#br0" timeOffset="190409.94">26491 17089 18 0,'-5'-2'259'15,"2"1"142"-15,5-2 119 0,1-1 3 0,3-2-130 16,8 0-29-16,2 0 69 0,5 0 72 0,1-1 42 15,3-3-16-15,5 1-56 0,5 2-57 0,3 1-40 16,1 0-48-16,9 1-53 0,-1 1-37 0,5 1-37 16,4-3-35-16,-1 1-56 0,4 1-31 15,1-2-18-15,2 2-16 0,1-2-14 0,2-1-7 16,2 1-6-16,0 0-8 0,2 0-5 0,1 0-1 16,2 0 1-16,0 0-5 0,-2-1-3 0,2-2-1 15,-2-1-3-15,-2-1-7 0,-3 0-32 0,-4-3-68 16,-2 3-77-16,-6-2-144 0,-5 2-228 15,-2 1-318-15,-8-1-321 0,-2 3-214 0,-6 3 4 16,-3 1 514-16</inkml:trace>
  <inkml:trace contextRef="#ctx0" brushRef="#br0" timeOffset="191334.58">27566 17659 26 0,'2'-3'262'0,"-2"-1"164"16,-2 1 177-16,2 0 2 0,-2-1-91 0,2 1-55 16,0 1-18-16,0 0-13 0,2 1-20 0,-2-2-37 15,2 3-53-15,-2-2-50 0,-2 2-50 0,2 0-33 16,-2-3-18-16,2 3-5 0,2 3 17 0,0-3 10 15,-2 0-1-15,0 2-15 0,1-2-27 16,-1 3-28-16,0-3-37 0,2 3-26 0,-2-2-24 16,2 3-12-16,-2-2-2 0,1 3-5 0,1 1-1 15,-2-2-5-15,1 4 1 0,-1-2 1 0,5 1-5 16,-5 2 1-16,1-1-2 0,1-1 0 16,-1 1-1-16,-1-1 1 0,2-1 0 0,-2 0-2 15,2-1 2-15,-2-1-1 0,0-1 1 0,0-1-2 16,-2-2 2-16,2 1 1 0,-2-2-3 0,1-1-1 15,-2-1-9-15,-2-3-20 0,2-3-48 16,-2 1-49-16,2-5-44 0,-2 2-51 0,4-2-68 16,-4 1-81-16,-3-1-69 0,3 0-67 0,1 2-116 15,-1-2-198-15,-2 3-154 0,3 1 10 16,-2 0 194-16,-1 0 273 0</inkml:trace>
  <inkml:trace contextRef="#ctx0" brushRef="#br0" timeOffset="191655.76">27448 17502 50 0,'0'0'279'0,"0"0"163"16,0 0 157-16,0 0-42 0,0-2-87 0,0 2-56 15,0 0-16-15,0 0-8 0,0 0-15 0,0 0-24 16,1 0-34-16,-1 0-47 0,2 0-49 0,-2 0-52 16,0 2-45-16,1 0-32 0,1 0-31 15,1 1-17-15,0 0-8 0,2 0-2 0,-2 2 0 16,2 1 6-16,0-2 4 0,3 2-1 0,-3-1-4 15,4 1-4-15,-1 1-9 0,0-2-5 0,1 0-8 16,-3 2-6-16,4-3-1 0,-1 1-1 0,1-1 2 16,-2-1-5-16,0 0 1 0,1-1 0 15,-3-1 0-15,1-1-1 0,-2 0 3 0,-1-1-2 16,2-2 3-16,-1-2 0 0,-2 0 0 0,1-1 1 16,-1-5-3-16,-2 3 4 0,-1-4-6 0,4 0-1 15,-3 0-8-15,1 2-20 0,-1-2-46 16,4 0-120-16,-5 0-155 0,1 1-295 0,1 2-275 15,3 0-249-15,-4 0-98 0,6 4 331 0,-1-1 471 16</inkml:trace>
  <inkml:trace contextRef="#ctx0" brushRef="#br0" timeOffset="192462.75">29813 16748 228 0,'-5'4'552'0,"-2"-2"298"16,3 0 182-16,-4 0-201 0,3-1-265 0,2-1-168 16,2 2-117-16,1-2-95 0,1 0-87 15,2 0-23-15,5-2-5 0,1 1 0 0,4-2 15 16,3 0 10-16,0-1 2 0,4-1-23 0,0 0-18 15,2 1-13-15,0 1-17 0,0-2-14 0,-1 2-7 16,2 2 1-16,-1-3-4 0,-3 3 0 0,2 0 3 16,-2 1-6-16,-3 0-41 0,-1-2-119 0,-4 2-161 15,-2 0-295-15,-3 2-270 0,0-2-259 0,-5 0-85 16,-1 0 328-16,-1-4 466 0</inkml:trace>
  <inkml:trace contextRef="#ctx0" brushRef="#br0" timeOffset="192659.87">30025 16568 269 0,'0'-4'527'16,"1"0"187"-16,1 0 76 0,3 3-246 0,-1 1-174 16,6 0-69-16,1 1-9 0,0 3 17 15,5-2 16-15,0 3-18 0,-1 0-41 0,6-1-56 16,-4 1-50-16,4 2-47 0,0-1-35 0,1 0-20 16,-2 2-23-16,2-3-16 0,-3 3-9 0,3 1-2 15,-1 0-1-15,-5 0-5 0,2 2-1 0,-3-1 0 16,0 1-11-16,-3-1-70 0,-6 1-161 0,-1 0-275 15,-3 1-266-15,-4 1-265 0,-1-2-201 0,-5 0 149 16,-2 0 514-16</inkml:trace>
  <inkml:trace contextRef="#ctx0" brushRef="#br0" timeOffset="193343.77">32136 16576 384 0,'-4'-15'799'0,"0"-1"298"15,-4 0 42-15,-1 0-305 0,0 1-272 0,-2 3-142 16,1 0-43-16,-2 1-32 0,1 3-35 0,-5 1-32 16,3 1-42-16,-4 2-52 0,0 3-67 15,-2 2-46-15,0 5-28 0,0 5-21 0,-2 4-11 16,0 4-6-16,3 7-5 0,-3 7-2 0,5 3 0 16,-1 7 6-16,3 7 4 0,4 2 1 0,2 4 2 15,4 2 1-15,2 1 0 0,4-2-5 0,2-4-3 0,4-2-1 16,2-2-1-16,1-7-1 0,4-4-2 15,2-4-1-15,1-6 1 0,4-8-1 0,1-4-1 16,2-5 3-16,2-10 2 0,0-4 1 0,1-9 1 16,0-6 1-16,1-6 0 0,-5-6-1 0,1-4 1 15,-3-5-4-15,-1-4 1 0,-4-1 0 0,-1-1 0 16,-5 0 3-16,-3 0 1 0,0 1 0 0,-7 5 2 16,-2 0-1-16,-4 4 0 0,-3 3-2 0,-1 6-1 15,-5 1 0-15,-2 4-1 0,-3 3-1 0,-2 4 0 16,-3 4-2-16,1 2 1 0,-2 5-4 0,-1 2 1 15,4 4-2-15,0 2-1 0,1 5 0 0,4 2-2 16,0 1-1-16,4 1-1 0,0 3 0 0,5-1-1 16,2 0-11-16,1-3-38 0,2 1-56 0,3-3-72 15,-2-2-121-15,4-4-180 0,-2-1-305 0,1-3-281 16,3-2-232-16,-1-4-81 0,-1-2 352 0,1-5 536 16</inkml:trace>
  <inkml:trace contextRef="#ctx0" brushRef="#br0" timeOffset="193753.79">31783 15849 211 0,'-7'-15'506'0,"3"2"271"0,-2 0 174 15,1 6-175-15,2 1-208 0,1 1-137 0,2 3-78 16,0 4-55-16,3 3-26 0,0 4-7 0,7 3 2 15,-2 6 9-15,1 4-16 0,4 2-23 0,-1 6-28 16,1 3-44-16,3 5-26 0,-2 4-25 0,2 3-13 16,-2 3-8-16,0 3-8 0,-1 6-3 15,-1 0-12-15,1 9-9 0,-1-1-10 0,-2 8-4 0,2 0-8 16,-3 4-7-16,4 0-6 0,-5 7 1 16,0-1 0-16,1 1-3 0,-1 2 0 0,-3 2 2 0,1 1 1 15,2-1-5-15,-4 2-4 0,3-2-3 0,-2 0-5 16,0-4-4-16,-1-3-4 0,4-3 0 15,-3-6-2-15,1-8 0 0,1-4-1 0,2-6 1 16,-3-7-1-16,4-6 1 0,-2-6-1 0,-1-2 0 0,0-7-1 16,1-4 0-16,-3-4-1 0,-1-1 1 0,1-5 0 15,0-2-1-15,-1-1 1 0,-4-3-1 0,4-1-1 16,-4-1-7-16,0-1-13 0,0-2-18 0,-2-1-28 16,0-2-67-16,-2-6-86 0,-2-2-158 0,1-5-273 15,0 0-316-15,-1-6-373 0,1 0-243 0,-2-1 76 16,-2-3 689-16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57:13.7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4221 2138 108 0,'3'1'186'15,"-3"-1"16"-15,2 0-25 0,-2 1-24 0,3 1-14 16,-1-2-6-16,-1 2-5 0,1 0-7 0,1 3-8 16,-2-3-7-16,1 5-15 0,-1-1 3 0,1-1 8 15,0 3 2-15,-1 1 4 0,1 2 8 16,1-1 11-16,-1 2 18 0,-1 0 18 0,1 1 6 15,1 1-8-15,-1 0 7 0,-1 2-2 0,1-1-13 16,1 3 0-16,-2 0 19 0,2 4 28 0,-1 0 11 16,1 0 7-16,-1 3-4 0,0 3-28 15,-1-1-25-15,1 0-23 0,-1 1-27 0,-1 1-18 16,2 2-13-16,0-1-4 0,-1 3-12 0,-1 2-10 16,2-1 7-16,-1-1-5 0,1 3-7 0,-2 0 1 15,4 1-8-15,-4-2-5 0,0 0-14 16,0 1-2-16,2-2-4 0,-2 1-9 0,1-1 4 15,1 1-1-15,-2-1-19 0,0 0-12 16,2-1-3-16,-2-1-3 0,1 3 1 0,-1-2-4 16,2-2 16-16,-2 2 21 0,2 0 10 0,-1 0 1 15,1 0 1-15,-1 0-1 0,1 1-3 16,1 0-11-16,-3-2-6 0,2 3 4 0,1 0-5 16,-1-1 3-16,0 1 4 0,0-1 2 15,1 1-3-15,-1 1 1 0,-1-1 2 0,-1 1 14 16,2 0 25-16,0 3 27 0,-1-4 15 0,-1 1 4 15,2 0 9-15,-1 2-14 0,1-2-23 16,-2 2-22-16,0-1-17 0,2 1-11 0,-1-1-11 16,-1 1-6-16,0 0 7 0,0 0 15 0,0 1 16 15,0 2 7-15,0-3 7 0,0 3 6 16,0-1-13-16,0 1-19 0,0-1-6 0,0 2-3 16,0 0-3-16,0-1-1 0,0 3 13 0,0-2 4 15,0 4-3-15,0 0-4 0,0 3-4 16,0-2-1-16,0 1-3 0,0 1-2 0,-1-1-10 15,-1 1-2-15,2-1 2 0,0 1-2 0,0-1-5 16,2-1-2-16,-1-1 6 0,-1 0 1 16,2-2 7-16,-2 3 11 0,3 0 5 0,-1-2 4 15,-1 2 4-15,4 0 0 0,-4-1-4 0,2 1-15 16,-1-1-7-16,1 1-5 0,-1 0-3 16,1 0-2-16,0 1 0 0,1 2 4 0,-1-1 2 15,1 2 1-15,-1-1 3 0,2 2 6 16,-2 1 6-16,0 2 3 0,2-1 7 0,-1 3-4 15,0 0-1-15,-1 2-6 0,2-1-4 0,-2 2-7 16,0 2-4-16,0 1 1 0,2 3 0 0,-1 0 5 16,-1 0 2-16,3 1 3 0,-3 1 1 15,2-3-5-15,-2 1-1 0,2-2-7 0,-2-1-4 16,0-5-3-16,0-2-2 0,2-5 6 16,-2-4 1-16,-2-3 3 0,1-3 0 0,1-7 4 15,-1-3 0-15,-2-4-10 0,0-7-33 0,0-3-70 16,-3-6-78-16,-2-3-160 0,-3-6-240 0,0-8-317 15,-6-9-315-15,-2-6-209 0,-3-9 42 16,-6-9 565-16</inkml:trace>
  <inkml:trace contextRef="#ctx0" brushRef="#br0" timeOffset="1034.11">4060 2121 212 0,'1'3'329'0,"1"-2"119"0,-2-1-38 0,2 2-90 15,-1-2-66-15,1 0-50 0,-1-2-34 0,-1 2-4 16,4-1 57-16,-1-2 53 0,3-2 50 0,0-1 22 16,1-2 22-16,-1-2-12 0,5 0-57 0,-3-5-54 15,1 0-49-15,1-2-35 0,2 1-33 16,-2-1-19-16,0-1-14 0,2 0-11 0,-4 2-6 15,2 2-4-15,-1 1-4 0,-3 1-11 0,-1 1-15 16,0 5-22-16,1-3-12 0,0 1-3 0,-3 2-7 16,1 4-9-16,-1-1 4 0,2 0 2 15,0 1-4-15,-2 2-2 0,4 0 2 0,-2 0 7 16,2 2 4-16,-1 1 0 0,0 0 2 0,2 1 2 16,-2 0 32-16,1 2 24 0,1 0 7 0,1 1 8 15,-3 0-2-15,2 1-8 0,-1 2-21 16,2-3-23-16,-1 4-9 0,0-2-9 0,-1 3 2 15,0-1-3-15,1 0-4 0,-3 1-1 0,1-1-10 16,-1 3-39-16,1-1-63 0,-3 1-151 0,-1 3-252 16,-2-2-290-16,0 2-314 0,-5 1-262 15,1 3 0-15,-3 0 557 0</inkml:trace>
  <inkml:trace contextRef="#ctx0" brushRef="#br0" timeOffset="3136.04">4231 7868 103 0,'-2'-2'312'0,"-1"2"137"0,1 0 128 0,2-2-130 15,0 2-98-15,0 0-40 0,0 0-11 16,0 2-8-16,0-2-33 0,0 0-47 0,0 0-64 15,0 0-67-15,2 0-53 0,0 2-31 16,1-2-13-16,0 0-4 0,3 1-1 0,0-1 8 16,2 1 7-16,0 1 42 0,3 0 28 0,0-1 11 15,3 2 11-15,-1-2 3 0,2 2 0 16,0 0-34-16,4 0-22 0,-1 0-11 0,0 0-2 16,3 0-5-16,1 0-1 0,0 0 0 0,0 1 1 15,1 0 20-15,2-2 8 0,0 2 0 16,-1-2 7-16,3 1 0 0,-2 1 2 0,2-1 22 15,0 0 53-15,3 0 26 0,0 0 4 16,-2 0 1-16,2-1-4 0,-1 0-51 0,3 2-62 16,-2-3-32-16,1 2-14 0,-1-2-11 0,2 2-5 15,-1 0 14-15,1 0 8 0,0 0 0 16,-1-1 18-16,3 1 5 0,-1-2 2 0,0 2-2 16,0-2 1-16,3 1 2 0,-1 1-14 0,2-3-9 15,-1 1 0-15,2 1 2 0,1-2-1 16,1 2 2-16,1-2-1 0,2 0 3 0,0 0-1 15,1-2-2-15,3 2 0 0,-1-2 1 16,3 1-3-16,0 0-2 0,0-1-4 0,2 0 0 16,1 1-2-16,-1 0-1 0,2-1 6 0,1 1 1 15,0 1 3-15,1 0 1 0,2 0 0 16,0 0 3-16,1 0-3 0,2 0-16 0,0 0 6 16,1 0 2-16,0 0 2 0,-1 0-4 15,2 0 1-15,0 0 15 0,-1 0-6 0,1-2-1 16,1 1-1-16,2-1 3 0,-2 1-3 0,2-1 2 15,2-1-3-15,-1 1-1 0,2 0-1 16,0-1-4-16,0-1 1 0,0-1-4 0,0 0 0 16,1 1 6-16,-1-1 4 0,1-1 1 0,-1 4 1 15,1-3 2-15,2-1 1 0,-1 4-5 16,1-4-2-16,0 2-2 0,0-1-3 0,-1 1 0 16,2-3 1-16,-2 3 2 0,0-1 2 0,-2 0 0 15,3 0 3-15,0 1 1 0,0-1 0 16,2-1 0-16,-2 1-5 0,0 2-1 0,2-2-1 15,-2 0-1-15,-1 1-3 0,-1-1 5 0,2 1 1 16,-3 2 4-16,0-1 3 0,2 0 2 16,1 1 2-16,-1 0-6 0,-1 0-3 0,1 1-2 15,-1-1-4-15,-1 1 0 0,0-2 0 16,0 1-1-16,0 1 5 0,-2 0 1 0,-1-1 0 16,3 0 4-16,-1 1-1 0,1-1 4 0,1 1-5 15,-1-2-2-15,-3 1 4 0,3 1-3 0,-3 0-2 16,0-3-7-16,0 2 8 0,2 2 5 15,-5 0 1-15,3-3 14 0,-2 3 14 0,2 0 6 16,-2 0-1-16,2 0-4 0,0 0-2 16,-1 0-16-16,-1 3-10 0,-2-3-6 0,1 2-5 15,-2 0-2-15,0 1 0 0,0-2 3 0,-1 2 4 16,-1 0 4-16,-1-1 1 0,3 1 1 16,0-1 0-16,-1 0 0 0,-2 2-7 0,1-3-4 15,-1 2 2-15,0 0-1 0,-2-1 0 16,-1 0-4-16,-1 1 2 0,-2 0 4 0,0 0 1 15,-2 0 2-15,0 2 2 0,-3-4 3 0,3 2 2 16,-3 0-3-16,4-1 0 0,-5 0-4 16,4 1 2-16,-4-2 0 0,1 1-5 0,-3 1-1 15,0-3-2-15,-4 2 3 0,1 0-4 16,-2 0 1-16,-2-1 2 0,-1 0 4 0,-2-1 1 16,-3 2-3-16,0-1-3 0,-1-1 0 0,-3 2-1 15,-3-2-5-15,-1 0 3 0,-2 0 1 16,-4 0 6-16,0 0-1 0,-5 0 5 0,2 0 12 15,-5 0 72-15,-2 0 71 0,0 0 44 16,-1 0 23-16,0 0 7 0,-4 0-7 0,-1-2-58 16,0 1-50-16,-1-2-37 0,-4 0-27 0,2-1-19 15,-2 1-16-15,0 0-9 0,-1-2-5 0,1 0-3 16,0 1-2-16,-4-1-1 0,4 1 0 16,-1-1 0-16,1 0 0 0,-2 1 1 15,2 0 0-15,0 1 2 0,0-1-1 0,0 0 0 16,0 1 0-16,2 0-2 0,-3 0 0 0,3 1-2 15,2 0 1-15,-3 0-1 0,3 0-1 0,-1 2 2 16,1-3 0-16,1 3-1 0,-2-1 0 16,0 1-1-16,2 0-2 0,0 0-2 0,0 0 0 15,0 0-1-15,4 0-2 0,-3-1 1 16,2 1 2-16,2 0 1 0,0-1 3 0,4 1 1 16,1-3 2-16,-1 3 1 0,4 0 1 0,-2 0 1 15,3 0-1-15,0 0-1 0,-1 3-1 16,1-2 1-16,2 0 0 0,0 0 0 0,-2 2 1 15,2-1-1-15,-2 2 1 0,-1-2-1 0,-2 3 0 16,1-2 0-16,0 2 3 0,-6-3-2 16,0 3 3-16,0-2 1 0,-1 2 2 0,-2 0 7 15,-3 1 4-15,0 2 3 0,-3-3 1 0,2 4-1 16,-5-1-2-16,-1 1-7 0,1 2-4 16,-1-2-5-16,-2 1-3 0,-2-2 0 0,3 1-2 15,-2-3 0-15,1 1-2 0,0-3-3 16,0 2-13-16,0-5-23 0,1 0-70 0,0-1-81 15,-1 0-170-15,-2-1-284 0,1 2-321 0,1-1-379 16,-2 3-237-16,1 2 88 0,1 0 726 16</inkml:trace>
  <inkml:trace contextRef="#ctx0" brushRef="#br0" timeOffset="3948.11">13926 8728 174 0,'3'-6'353'0,"-1"0"159"0,-1 0 92 16,1 2-72-16,1-1-28 0,-3 3 12 0,0-2 6 16,0 2-18-16,0 0-55 0,0 0-80 0,0 1-87 15,0 0-73-15,0-1-35 0,0 2-18 16,0 2-1-16,0-2 1 0,0 1-9 0,0 0-15 16,0 1-26-16,0 2-28 0,-3 2-24 15,3 1-24-15,0 3-12 0,-2 2-11 0,2 0-2 16,0 3 20-16,0 2 10 0,0-1 6 0,2 3 2 15,-2 1 1-15,4 0-2 0,-1 0-19 16,2 3-11-16,-1-2-7 0,0 1-1 0,3-1 1 16,0 2 1-16,1-2 0 0,0 0-1 0,0-1-2 15,2-1-1-15,-2-1-2 0,0 0-2 16,0-3 1-16,1 0-1 0,0-2 1 0,0-1 2 16,-2 0 0-16,1-1 1 0,2-4 1 0,-2 0 0 15,1 1-2-15,-1-3-1 0,0-1 0 16,3-1-2-16,-3 2 2 0,1-4 3 0,1 1-2 15,2-2 3-15,-2 0-1 0,0 0 1 0,2-2-3 16,-2 1-1-16,2-2 3 0,-2 0-1 16,1-3-10-16,-2 4-30 0,-1-3-48 0,0 2-49 15,-1-1-43-15,-3-1-64 0,2 1-97 16,-4-2-113-16,-1 0-112 0,-2 2-241 0,-1-1-237 16,-2 1-138-16,-1 0 136 0,0-2 379 0</inkml:trace>
  <inkml:trace contextRef="#ctx0" brushRef="#br0" timeOffset="4258.12">13761 8957 80 0,'2'0'440'0,"-2"0"266"15,2-1 155-15,-1 1-74 0,-1 0-278 16,3 0-175-16,-1 0-84 0,1 0-29 0,4 0 28 16,0 0 15-16,1 0-13 0,3 1-33 0,0-1-38 15,2 2-29-15,1-2-52 0,2 0-37 16,0 2-12-16,0-2-22 0,1 1-17 0,-1-1-10 16,3 0-1-16,-2 0 1 0,2 0-1 15,2-1-3-15,-2-1 6 0,1 0 1 0,-1 0-2 16,2 0-3-16,-1 0-18 0,-2 0-74 0,1 0-141 15,-1 1-200-15,-5 1-285 0,5 0-271 16,-6 1-214-16,1 1 85 0,0-1 424 0</inkml:trace>
  <inkml:trace contextRef="#ctx0" brushRef="#br0" timeOffset="4924.18">14778 8811 234 0,'3'-8'491'0,"-3"2"255"0,2 0 213 15,-4 0-143-15,2 0-154 0,-3 1-120 0,1-1-75 16,-1 1-59-16,-2 0-49 0,1 2-53 16,-2-1-40-16,-1 2-30 0,2-3-32 0,-3 3-32 15,-1-2-50-15,3 2-34 0,-2-2-25 16,0 3-14-16,0-2-10 0,0 3-8 0,0-2-3 15,2 2-4-15,-2-1-4 0,3 1-2 0,-1 0-2 16,1 0-3-16,0 0-3 0,-1 1-5 0,2-1-1 16,0 2-2-16,-1 0 0 0,2-1-1 15,0 2 0-15,-2 0-1 0,-1 1-2 0,3-1 0 16,-2 4-1-16,2 0 0 0,-2 3 0 16,0-2 2-16,2 3 1 0,-3-1-1 0,3 2 0 15,1 0 0-15,1 2-2 0,-1 1-1 0,1 0 2 16,-1-2-1-16,2 3 1 0,0 0-2 15,2 0 2-15,-1 1-1 0,-1-1 0 0,3 1 1 16,-1 0-1-16,0-2 0 0,-1 2 0 16,4 0 0-16,-4 1 0 0,2-3 1 0,1 1-1 15,-1 0 2-15,0 1 0 0,2-3 0 0,0-1 1 16,2 1-2-16,0-1 1 0,-1 0-1 0,2-3 1 16,3 5-1-16,-2-6 0 0,1 1 0 15,1-1 0-15,0 0 0 0,-1-1 1 0,2-2-1 16,-1-4 0-16,2 3 1 0,-2-5 3 15,0 0-2-15,3 0 2 0,-3-3-1 0,2-1-1 16,-2-1-8-16,0-1-33 0,0-1-67 0,0-1-67 16,-4 0-124-16,-1 3-178 0,-1-3-312 15,1 2-304-15,-3 0-215 0,0 3-107 0,-3-1 365 16,0 2 547-16</inkml:trace>
  <inkml:trace contextRef="#ctx0" brushRef="#br0" timeOffset="5709.98">14866 9199 80 0,'-1'0'292'0,"-1"-3"137"16,1 0 121-16,-2 1-117 0,3-3-128 0,0-1-73 15,0-2-27-15,0-1-7 0,4 0 11 0,-1-2 13 16,1-2 11-16,1-4-7 0,3 3 20 16,-2-3-1-16,1 1-25 0,3-1-9 0,-2-2-13 15,0 2-16-15,0 3-36 0,-2 0-31 16,1 3-15-16,-1 0-33 0,-2 4-30 0,1 1-16 15,0 2-9-15,-2-1 8 0,0 4 10 0,1-1 6 16,0 4 6-16,-2-1 8 0,6 4 12 16,-5 0 3-16,3 3 5 0,-1 2 12 0,2 1 7 15,-3 2-2-15,4 0-5 0,-2 2-8 16,-1-2-23-16,2 2-15 0,-3-1-16 0,2-2-8 16,-1-2-6-16,0 1-9 0,0-4 2 0,0-1-4 15,-1-3 4-15,2 1 5 0,1-7 3 16,-1 2 7-16,2-5 3 0,0-3 0 0,0-1-3 15,1-2-7-15,-1-1-7 0,3 0-1 16,-1-4 4-16,-1 4-1 0,2 0-1 0,-1 1 0 16,-2 1 5-16,-2 2-7 0,2 2-3 0,-2 1-4 15,-3 1 3-15,2 2-3 0,0 3-1 16,-2 0 8-16,2 0-1 0,-1 3 3 0,-2 0 3 16,1 0 3-16,2 3-3 0,-2 0-1 15,1 2 3-15,-1 1-4 0,0 0-2 0,1 1 1 16,-1 1 0-16,2-1-1 0,-1 1-3 0,-1 1 0 15,2 0 5-15,-1-3-4 0,1 1 0 0,-1 1-3 16,1-1 6-16,0 0 5 0,0-2-27 16,-2 1-21-16,2 1-25 0,3-3-28 0,-5 0-50 15,2-1-81-15,-4 0-65 0,2-1-71 0,-1-1-72 16,0 0-72-16,-1 1-47 0,-1-1-20 16,0-1-36-16,0 2-35 0,0-3 0 0,0 4 102 15,0-3 151-15,-1 0 159 0</inkml:trace>
  <inkml:trace contextRef="#ctx0" brushRef="#br0" timeOffset="5921.95">15333 8928 156 0,'-2'-24'426'0,"2"2"253"16,-3 3 223-16,2 5-106 0,-1-2-137 15,0 4-114-15,0 3-97 0,0 0-93 0,2 2-98 16,0 2-88-16,-2 2-73 0,2 0-44 0,0 1-28 15,2 2-11-15,-2 2-7 0,0 3-5 16,4 1-5-16,-4 3-27 0,2 2-68 0,-2-1-100 16,0 7-118-16,0-2-139 0,0 5-238 0,0 3-238 15,-2 1-93-15,2 0 135 0,0 1 288 16,2 2 281-16</inkml:trace>
  <inkml:trace contextRef="#ctx0" brushRef="#br0" timeOffset="6306.09">15456 9316 222 0,'8'-8'454'0,"-3"0"223"0,0-3 174 15,2-2-133-15,-3 2-106 0,1-1-79 0,-1-3-67 16,0 2-76-16,0 0-88 0,2 0-82 0,-1-2-69 16,0 5-45-16,0-1-29 0,-2 2-18 15,2 4-17-15,-2-1-12 0,1 1-11 0,0 0-6 16,-1 2-7-16,2 2 24 0,-2-2 23 15,0 3 10-15,3 0 10 0,-1 3 4 0,3-2-2 16,-2 1-25-16,-1 1-19 0,2 0-14 0,-3-2-11 16,5 1-7-16,-4 0 3 0,3-2 3 15,0 0 1-15,1-4 0 0,-1 0 5 0,2-1 4 16,-1-1-6-16,3-2-4 0,-3-2 1 0,3 3-2 16,-2 1-3-16,-2-2-2 0,1 4 3 15,1 1-1-15,-4 0-4 0,2 3 2 0,0 1 0 16,-2 2 3-16,-1 1-2 0,2 4 1 0,-1 0 3 15,0-1-4-15,-1 4 6 0,1-2-2 0,-1 3-2 16,0-1-2-16,0-2-12 0,2 1-37 16,-2-2-43-16,1 0-58 0,-1-4-109 0,0-1-150 15,0-6-169-15,1 2-264 0,-1-5-232 16,0-1-124-16,-2-7 197 0,2-1 393 0</inkml:trace>
  <inkml:trace contextRef="#ctx0" brushRef="#br0" timeOffset="6870.1">15812 8643 432 0,'-3'-3'844'0,"2"1"256"15,-3 1 12-15,3 1-289 0,-1 1-326 16,2-1-206-16,0 2-101 0,3-1-61 0,1-1-44 16,-1 2-31-16,4-1-16 0,0-1-5 15,1 2-3-15,1-2-3 0,4 0-4 0,0-2-6 16,0 2 3-16,2-3 0 0,1 2 1 0,1-2 0 15,4-1 2-15,1 0 1 0,-1 0-9 16,2-1-3-16,-1-1-4 0,3-1-2 0,-4 1-1 16,3-1-4-16,-1 1-1 0,-3 0-1 15,0 2-1-15,0 0 0 0,-2 1 1 0,-1 1-1 16,-2 2-2-16,-1 0 1 0,-1 2 31 0,-3 1 43 16,0 1 39-16,-2 4 36 0,-2 0 26 15,0 3 6-15,-1 0-25 0,-3 1-34 0,-1 1-30 16,3 2-25-16,-4 0-22 0,0 5-14 15,1-3-10-15,2 5-1 0,-1-1-8 0,1 3-3 16,2 0-4-16,1 1 1 0,0 4 0 0,2-2-2 16,1 3 0-16,1 0-1 0,1 1 2 0,1-1-1 15,0 1 0-15,3 0-1 0,-3-1 2 16,2-2-1-16,0 1-1 0,-1-3 1 0,0-1 1 16,1 2 0-16,-3-4-2 0,2 0 2 15,-4 0 0-15,1-2-1 0,-1-2 2 0,-4-2 1 16,0-1 12-16,-4-3 8 0,2 0 9 0,-4-3 9 15,-1 1 6-15,-3-4 8 0,1-1-6 16,-5-1-4-16,0-1-5 0,-2 0-4 0,-3-3-5 16,1-1-6-16,-1 0-4 0,0-1-3 0,-2-1-3 15,0 0-4-15,2 1-3 0,-2 0-3 16,2 1-2-16,1 0-2 0,1 0-2 0,-1 1-2 16,2 0-2-16,3 1-3 0,0 0-12 0,0-1-20 15,4 0-53-15,-4 1-76 0,0 0-122 16,3-2-209-16,0 1-298 0,-1-1-344 0,1 1-296 15,-4-2-116-15,3 0 414 0,-1-3 659 16</inkml:trace>
  <inkml:trace contextRef="#ctx0" brushRef="#br0" timeOffset="8570.45">2311 1211 80 0,'-6'-4'332'15,"-1"-1"193"-15,-2 4 168 0,1 0-62 0,-2-1-119 16,1 2-51-16,-2 2-13 0,1-2-14 0,-2 2-37 16,-1 0-48-16,0 1-52 0,-2 2-61 0,0 2-48 15,0-2-37-15,0 3-26 0,-2 2-7 0,4 0-26 16,-2 2-21-16,0 1 0 0,3 4-7 0,-1-2-2 0,-1 2-2 15,3 2 9-15,1-1 6 0,-2 1-21 0,4 0-7 16,1-1-7-16,-1 0-4 0,2 0-16 0,3 0-15 16,0-2 0-16,1 2-7 0,2 0-1 0,2 1-12 15,1-2 6-15,2 1 1 0,1-1 0 0,2 1 3 16,2-2 1-16,2-1 1 0,-1 0-1 0,2-4 9 0,3 1 6 16,-2-3 4-16,3-2-3 0,-2-1-1 0,4-3-5 15,-1-1-9-15,0-5-5 0,2-1-2 16,0-3 1-16,0-1 4 0,0-5 5 0,0 0 0 15,0-4 5-15,-3-2 6 0,1 0-1 0,-3-5-2 0,0 2-1 16,-1-3-2-16,-4 2 2 0,-1-2-8 0,0 1 0 16,-4 1 1-16,0 1 7 0,-2 1 0 0,-1 0-2 15,-2 2 1-15,-2 0 7 0,-3 3 1 0,-1 0-2 16,-2-2-2-16,-1 4 0 0,-1-1 1 0,-2 1-5 16,-1 1-4-16,-1 1-1 0,1 3 1 0,-3-1 2 15,2 3-3-15,-2 3 0 0,0 1-1 0,2 3-4 16,-2 1 3-16,2 4-4 0,-2 2-3 0,2 3 2 0,0 0-2 15,1 2 6-15,1 1-2 0,2 1-1 0,-1 1 0 16,2-2 3-16,1-1 3 0,1 2-5 0,1-1-6 16,1-2-14-16,-1 1-36 0,3 0-35 0,0-3-31 15,1 3-28-15,2-3-59 0,0 0-74 0,0-2-69 0,2-1-79 16,-1 0-111-16,1 0-175 0,3-1-202 0,-1 0-55 16,1-3 112-16,1-1 250 0,-1-1 265 0</inkml:trace>
  <inkml:trace contextRef="#ctx0" brushRef="#br0" timeOffset="9180.1">2052 844 161 0,'0'0'353'0,"-2"-2"163"0,2 2 55 0,0 0-70 15,0 0-65-15,2 2-28 0,-1-2-6 0,1 2-7 16,1 1-24-16,-3-2-42 0,3-1-53 0,-3 2-52 0,0-1-47 16,0-1-35-16,0 0-22 0,-1-1-21 0,-1-1-18 15,2 1 3-15,0-2-6 0,-2 3 0 0,2-2-2 16,0 2 6-16,2 2 5 0,-2 1-1 0,3 1 5 15,-1 2-2-15,-1 0 8 0,1 2-5 0,0-1-11 0,-1 1-15 16,1 0-12-16,-2 3-12 0,3 1-17 0,-1-3 3 16,-1 5 2-16,4 1 1 0,-2-1-2 0,0 3 1 15,2 2 6-15,1 0-6 0,-1 1-1 0,0 5 0 16,2-1 7-16,0 4 4 0,1 2-3 0,0 5 1 16,-1 1 0-16,3 4-1 0,-2 3-8 0,1 0-4 0,1 3-3 15,1 2-5-15,0 0 2 0,0 2 3 0,-1-1 0 16,2-1 0-16,-2-1-2 0,1-4-2 0,0-2-8 15,-2-4-3-15,1-2-3 0,-1-6-2 16,1 0-1-16,-2-2 0 0,0-4 0 0,-1-2 0 0,0 0-1 16,-2-2 1-16,1-3 0 0,-1 1 1 15,-1-4-1-15,-1 1-1 0,1-2 2 0,-3 0 0 16,1-3 0-16,0-1-1 0,-1-1 1 0,-1-2-1 16,2-1 0-16,-2 0-1 0,0-2 1 0,0 0-1 15,0 0 0-15,0-1 0 0,-2-1 0 0,2 0-1 16,0-1 0-16,-1-3 0 0,-1 2-1 0,0-5-1 15,1 1-1-15,-1 0 0 0,2-1-2 0,-2-1-6 16,2 1-10-16,0-1-10 0,0-1-26 0,0 2-46 16,0-1-63-16,0 1-63 0,0-1-102 0,0-1-138 15,-1 3-162-15,1-2-203 0,1 4-216 0,1-2-167 16,0 0 95-16,-1 0 352 0,1-1 376 0</inkml:trace>
  <inkml:trace contextRef="#ctx0" brushRef="#br0" timeOffset="10215.95">3005 864 57 0,'0'-3'290'0,"-3"1"156"16,0 1 144-16,0 1-61 0,-2-1-104 0,2 1-23 15,-2 1 27-15,0-1 26 0,-4 0 15 0,3 0-22 16,-4 0-58-16,2-3-77 0,-1-2-71 0,-1 1-48 15,2 2-31-15,-1 2-12 0,-1 0-9 0,2 2-4 16,0 1-11-16,-1 0-21 0,1 0-20 0,0 0-30 16,2 2-19-16,-2-3-18 0,2 2-11 0,-1 0-8 0,2 0-7 15,1 2 2-15,-1 0-2 0,0 1-1 16,2 3-3-16,0-2 7 0,0 3-1 0,1 0-4 0,1 1-2 16,-1 0 0-16,2-1 7 0,0 4-3 0,0-2-1 15,0 2 5-15,2-2 4 0,-1 2 5 0,1 0-6 16,1 2-1-16,0-1 2 0,-1 1 1 0,1 1-2 15,3 1 0-15,-3 1 4 0,2 1 0 0,0-2-2 16,1 2 2-16,-1 2-6 0,4-1 0 0,-1-3 0 16,0 5 9-16,0-5 8 0,3 1-4 0,-1-1 5 15,-1 0-3-15,2-2-6 0,-1 1-9 0,1-4-6 0,1 2-1 16,-4-1 5-16,2-3 1 0,1 0 4 0,-3 0 3 16,0-4 1-16,1 3 0 0,-1-3-9 15,-2 1 6-15,1-2 0 0,2 1-2 0,-4-2 3 16,1 0-1-16,2 0 1 0,-3 0-1 0,4-1-1 15,-2-2-2-15,-1 2-2 0,2-3 1 0,1 2 0 16,-1-2-2-16,0-2 4 0,2 0 4 0,1-2-3 16,-3 1 1-16,3-4 0 0,1 0 1 0,-2-2 0 15,0-2-1-15,0 0 1 0,0-2 0 0,1 0 2 16,-2 1 2-16,-1-3-25 0,-1 0-42 0,2 2-46 16,-4 1-70-16,1-1-123 0,-1 1-155 0,-2-1-182 15,1 4-261-15,-1-1-222 0,-2 1-89 0,1-1 232 0,1 2 401 16</inkml:trace>
  <inkml:trace contextRef="#ctx0" brushRef="#br0" timeOffset="10785.98">3288 1362 81 0,'0'-6'295'0,"0"-2"138"16,0-1 111-16,0 2-119 0,0-4-130 0,0-1-64 0,0-1-24 15,0 0-9-15,0 0-11 0,0-2-22 0,0 2-37 16,2-2-20-16,-1 1-14 0,1 1-6 0,0-1-3 15,-1 2-5-15,2 2 1 0,-1 1-24 0,0 0-21 16,-1 1-14-16,1 2 6 0,-2 3 12 0,1 0 8 16,1 0 6-16,1 1 6 0,-2 1 3 0,-1 1-12 15,2 0 9-15,-2 1 29 0,3 1 42 0,-1 2 20 16,1 1 7-16,0 2 0 0,2 3-24 0,-2 0-37 16,5 2-37-16,-4 2-32 0,1-1-12 0,0 1-6 15,0-1-1-15,0 1-1 0,2-2-2 0,-2-2 2 16,0 0-4-16,0-2-2 0,0-1-3 0,-2-2-5 0,2-2-1 15,-1-1 5-15,-1-2 7 0,2 0 4 0,-2-2 2 16,-1-6 1-16,1-2 1 0,0-2 0 0,1-1-2 16,-1-2-6-16,1-2-3 0,-1 0-2 0,0 1 0 15,1 1-1-15,-1 1-7 0,-2 1 7 0,3 2 0 16,-3 3 4-16,1 0-3 0,1 4-3 0,-1-1-1 16,-2 0-3-16,1 4 3 0,1 0-3 0,1 1 2 15,-2 1 5-15,1 0 0 0,-1 4 4 0,3 0 0 16,-3 2-1-16,4 2 0 0,-2 0-1 0,-1 3 3 15,3 1-2-15,-2-2-5 0,3 1 2 0,-1-2-3 16,0 1-17-16,-1-2-44 0,1 0-80 0,-2-2-94 16,3-3-108-16,-4-1-140 0,3 2-210 0,-2-3-193 0,0 1-27 15,-1-3 149-15,-2-1 248 0</inkml:trace>
  <inkml:trace contextRef="#ctx0" brushRef="#br0" timeOffset="11606.6">3669 1198 26 0,'2'3'285'0,"-2"-2"167"0,0-1 138 16,0-1-45-16,-2-2-163 0,2 0-124 0,0-1-79 16,-3-2-27-16,3-2-14 0,-2 0-15 0,1-2-23 15,1 0-10-15,0-2-13 0,0-2-5 0,0 1 4 16,0-2 20-16,1 0 29 0,1-2 13 0,0-1 8 15,-1 1 13-15,1 0 16 0,1 2 9 0,-1-2-5 16,1 2-10-16,0 2-3 0,-2 1-18 0,1 0-25 0,-1 4-29 16,1 0-19-16,-2-1-16 0,2 3-17 0,-1 2-9 15,-1 1-7-15,0 2-4 0,2-1-7 0,-2 2-5 16,3 2-4-16,-3 2-5 0,3 2 1 0,-1 2-2 16,3 0 0-16,-2 5 14 0,1-1 12 0,1 1 7 15,0 2 1-15,0 0-4 0,-2-1 4 0,2 1-16 16,0 0 6-16,-1-3 1 0,1 0-17 0,-2-1 14 15,2-3-1-15,-2-2 3 0,0 1-15 0,-1-3-11 16,1-1 23-16,0 0-12 0,0-3 1 0,0 0-4 16,0-3 2-16,1 0 2 0,-1-3-7 0,0-3 1 15,0 1-5-15,-1-3 3 0,3 0-2 0,-1-2-1 16,-1 2-6-16,0-1 2 0,1 1 1 0,-1 3-4 0,0-2 4 16,-1 3-2-16,1 1 0 0,-1 1 2 0,-1 2-1 15,2 0 3-15,0 3 0 0,0 0 1 16,2 1 5-16,0 3-1 0,-2-1 2 0,2 3 3 15,0 1 1-15,2 2 0 0,0-2 0 0,-2 4-1 16,1-2-1-16,-1 2-2 0,2-1-16 0,-2-1-7 16,2 0-2-16,-3-1-7 0,1-1-9 0,0-1 2 15,1-4 17-15,-3 2 6 0,0-2 4 0,2-2 20 16,-2-2 17-16,2-2 0 0,-2-4 6 0,3-3-3 16,-4-2 0-16,4-2-14 0,-2-1-7 0,0-1-6 15,1-1-7-15,0 2 0 0,1 1-2 0,-1 1-2 16,-2 3 0-16,2 0 0 0,-2 3 1 0,0 1 0 15,-1 2-1-15,1 2 0 0,-1 0 2 16,2 1 3-16,-1 4 1 0,0 0-1 0,2 1 3 16,-2 1-9-16,2 2-8 0,-1 0-3 0,-1 1-2 15,3 4-1-15,-2-3-2 0,1 1 11 0,0 1 5 16,0 1 4-16,0-1 2 0,2-1-1 0,-2 2 0 16,2-2-17-16,-1 0-20 0,2 0-24 0,1-2-61 15,-4-1-102-15,0-5-130 0,0-1-154 0,-2-2-248 16,2-1-245-16,1-3-111 0,-2-2 167 0,-2-2 345 15</inkml:trace>
  <inkml:trace contextRef="#ctx0" brushRef="#br0" timeOffset="12240.06">3951 625 254 0,'0'3'516'16,"0"0"191"-16,1-1 83 0,1-1-237 0,2-1-212 16,1-1-117-16,2-1-25 0,1-1 1 15,1-1 35-15,2-3 24 0,2 1-8 0,1-4-28 16,-1 1-36-16,2 0-34 0,0 0-42 16,0-2-27-16,0 0-13 0,2-2-9 0,-3 3-9 15,2-2-4-15,-2 1 0 0,2 1-20 16,-3 0-12-16,-2 1-4 0,1-1-7 0,-2 4 0 15,-2-1-9-15,-3 3 3 0,1-1-2 16,-1 1 2-16,-2 1 9 0,0 1 13 0,-3-1 22 16,3 1 12-16,-1 1 8 0,-2 1-1 15,2 0-3-15,-1 3-8 0,-1 0-14 0,0 2-16 16,0-1-3-16,0 2-7 0,2-1-6 16,-2 2-4-16,3-3 1 0,0 4-3 15,-2 0-2-15,1 1 2 0,1-2 1 0,0 0-1 16,1 3-3-16,0-1 6 0,1 2 0 0,3-1 3 15,-2 2 1-15,2 1-1 0,2 2 1 16,2-1 7-16,1 0 6 0,1 3-4 16,2-2 5-16,1 2 0 0,-1-1 0 0,3 1-13 15,-1 2-5-15,2 1 3 0,-1-3-4 0,0 2 4 16,0-2-7-16,-1-3 1 0,-1 1-2 0,2-3-3 16,-3 1-3-16,-1-2 6 0,0 0 2 0,-1-2 3 15,-3 0 0-15,-3-2 6 0,3 2 28 0,-3-1 54 16,-2-1 40-16,-1 1 20 0,-2-1 5 0,-3 1-9 15,0 1-21-15,-3-2-41 0,-3 1-26 0,-1-2-16 16,-4 1-10-16,0 1-3 0,0-1-3 0,-5 1-6 16,2-2-7-16,-3 0-3 0,1 0-3 0,-3 0-3 15,3-2-2-15,-1 0 0 0,-1 1-2 16,4-2 0-16,-3 2-2 0,4-1 1 0,-1-1-4 0,3 1 1 16,1 0-2-16,-1 1-8 0,3-2-14 0,2 2-39 15,1-3-65-15,2 4-68 0,1-3-118 0,2 0-167 16,0 2-266-16,0-1-285 0,5 0-215 0,-2 2-122 15,2-1 275-15,2 1 520 0</inkml:trace>
  <inkml:trace contextRef="#ctx0" brushRef="#br0" timeOffset="14524.05">5236 3466 373 0,'-6'18'946'0,"-2"-3"288"0,-3-3-54 0,3-3-179 16,0-2-546-16,3 0-232 0,-1-3-105 0,1 0-61 15,-1 0-27-15,1-4-12 0,2 2-11 0,0-2-8 16,-2 0-5-16,5 0 3 0,0 0 0 15,0 0-10-15,5-2-61 0,-2 2-110 0,3-2-136 16,-1 4-235-16,3-2-282 0,0 2-244 16,-2 1-53-16,-1-1 272 0,-2 2 387 0</inkml:trace>
  <inkml:trace contextRef="#ctx0" brushRef="#br0" timeOffset="16247.02">6942 5838 161 0,'8'16'828'0,"-5"2"452"16,-5-4 22-16,1 1-203 0,-2-3-406 0,0-3-373 16,1-3-166-16,1-2-82 0,-1 0-41 15,2-2-28-15,2-2-23 0,-1-3-46 0,4-1-90 16,-2-2-134-16,5-5-158 0,3 0-289 0,0-3-262 15,3-2-173-15,0 0 105 0,1 1 383 16</inkml:trace>
  <inkml:trace contextRef="#ctx0" brushRef="#br0" timeOffset="16968.25">10093 5845 13 0,'2'11'536'0,"-1"-1"444"0,-4-1 195 16,1 0-77-16,-2-4-299 0,1 1-421 0,1-4-192 15,1 2-93-15,-1-1-46 0,2-2-24 16,0 1-13-16,2-2-11 0,1 2-39 0,1-2-79 16,3 0-98-16,-1 0-124 0,2 1-240 0,1-1-271 15,1 1-164-15,-2 1 34 0,0-2 252 16,3 1 325-16</inkml:trace>
  <inkml:trace contextRef="#ctx0" brushRef="#br0" timeOffset="17798.89">12367 5684 164 0,'3'9'817'0,"-3"4"461"16,-2-6 44-16,1 2-196 0,-4-3-419 15,2 0-306-15,0-1-145 0,1-1-74 0,-1 0-46 16,1-2-23-16,-1 0-20 0,0 0-51 16,1-2-81-16,-1 0-95 0,0-2-175 0,-3-2-291 15,3-1-302-15,-2-1-318 0,0-3-195 0,-3-2 151 16,-2 1 620-16</inkml:trace>
  <inkml:trace contextRef="#ctx0" brushRef="#br0" timeOffset="20548.07">5231 3326 79 0,'2'0'294'0,"0"0"137"0,-1 1 116 15,-1-1-116-15,0 1-126 0,0-1-63 16,0 1-39-16,0 2-22 0,0 1-18 16,0 0-29-16,0 2-43 0,0 3-44 0,3 3-22 15,-3 2-11-15,2 1-3 0,1 3-4 0,-1 3 0 16,1 1 2-16,0 3 0 0,-2 3 0 0,1-1 2 15,-2 3 1-15,0-2 0 0,0 3 2 16,-2-3 1-16,-2 2 2 0,2-1-1 0,-1-3-13 16,-2-1-43-16,2 0-72 0,-3-3-107 15,-1-1-251-15,-2-2-167 0,-1-5-57 0,1 0 93 16,-2-5 195-16</inkml:trace>
  <inkml:trace contextRef="#ctx0" brushRef="#br0" timeOffset="20765.43">5053 3971 27 0,'9'0'195'0,"2"0"87"0,-1-1 76 0,1-1-131 15,1 1-101-15,1-2-59 0,1 2-28 0,1-3-16 16,0-2-10-16,1-2-4 0,1-1-3 15,1-1 4-15,-1-3 22 0,1 0-19 0,-1-2-102 16,-2-2-166-16,-1 1-61 0,-5-1-2 16,-1-1 38-16</inkml:trace>
  <inkml:trace contextRef="#ctx0" brushRef="#br0" timeOffset="21024.14">4988 3338 108 0,'6'-2'290'0,"1"0"116"0,2 0 89 0,2-2-191 16,2-1-148-16,1 3-76 0,2 0-37 0,3-4-21 15,1 2-8-15,1 1-9 0,3-3-3 16,1 1 4-16,2 1-2 0,1-1 2 0,2 1 4 15,2-1 4-15,-1 1 5 0,1 0 27 16,1 2-11-16,-3 0-72 0,0 4-254 0,0 1-127 16,-1 3-39-16,-2 3 21 0,-2 0 111 0</inkml:trace>
  <inkml:trace contextRef="#ctx0" brushRef="#br0" timeOffset="21875.94">6926 5506 219 0,'2'-6'425'0,"-1"3"153"0,1 2 98 16,-2 2-210-16,2 0-106 0,-1 4-23 16,1 1-1-16,1 3 0 0,0 1-14 0,2 1-29 15,-2 4-57-15,3 0-49 0,-1 2-33 0,2 2-27 16,-1 1-18-16,0 1-22 0,0 3-23 16,-1-1-20-16,0 3-16 0,1 0-10 0,0 1-9 15,-1-1-3-15,0 0-5 0,0 0-9 16,-2-1-40-16,-1-1-84 0,-2-1-116 0,-2-3-154 0,-3-1-294 15,0 0-249-15,-3-1-137 0,-4-3 119 16,1 0 335-16</inkml:trace>
  <inkml:trace contextRef="#ctx0" brushRef="#br0" timeOffset="22096.8">6869 6394 216 0,'12'6'455'0,"0"-2"180"0,1 1 95 0,4-5-228 15,-2 2-235-15,3-2-98 0,-2-2-53 0,3 2-31 16,-2-6-12-16,1 1-10 0,2-2-9 16,-2 0-28-16,4-2-32 0,-2 0-68 0,-2-2-118 15,-1 3-257-15,-2-3-182 0,-1 3-81 16,-5-3 50-16,1 3 196 0</inkml:trace>
  <inkml:trace contextRef="#ctx0" brushRef="#br0" timeOffset="22360.08">6694 5515 67 0,'6'-4'552'0,"0"4"362"16,-1-2 152-16,3 2-56 0,0 2-368 0,3-2-340 15,0 3-162-15,3-2-68 0,1 1-33 0,2-2-21 16,2 0-6-16,3-3-6 0,2-2-1 16,3-1 1-16,1-3-4 0,1 0-1 0,5-1-42 15,-2-1-99-15,1 0-134 0,0 1-224 16,-1 1-257-16,0 3-202 0,1 1-25 0,0 3 243 15,2 2 334-15</inkml:trace>
  <inkml:trace contextRef="#ctx0" brushRef="#br0" timeOffset="23068.05">9961 5539 201 0,'-7'6'443'0,"2"2"182"0,-1 0 118 0,3 4-190 16,0 4-163-16,1 2-72 0,0 3-22 0,2 1-8 15,2 2-22-15,1 3-38 0,0 1-50 16,1 3-53-16,0-1-47 0,3 2-31 0,-1 0-24 16,2 0-12-16,-2 2-9 0,2-1-4 0,-3-1-2 15,4-2-34-15,-4-1-94 0,0-1-111 16,0-2-168-16,-2 0-275 0,-1 0-218 0,-2-4-71 16,-2 0 187-16,-3-2 306 0</inkml:trace>
  <inkml:trace contextRef="#ctx0" brushRef="#br0" timeOffset="23298.82">9867 6351 32 0,'9'0'458'15,"-2"2"339"-15,1-1 183 0,0-1-4 0,3 1-348 16,-2-1-302-16,3 0-163 0,2 0-79 0,0 0-36 15,3 0-25-15,-1-1-8 0,5 0-2 16,-1-3-5-16,-1-1-2 0,3 1-9 0,0-2-47 16,-4-1-87-16,1-3-105 0,0 2-168 15,-5-1-271-15,0 0-190 0,-3 0-20 0,-1-4 181 16,-4 3 272-16</inkml:trace>
  <inkml:trace contextRef="#ctx0" brushRef="#br0" timeOffset="23543.99">9739 5565 124 0,'9'2'457'15,"1"2"236"-15,1-2 135 0,3 3-74 0,2 1-350 16,3-1-195-16,0 1-94 0,3-2-50 15,2 1-23-15,4-2-16 0,2 0-8 0,2-4-3 16,4-1-1-16,1-2-4 0,1-2-10 16,4-2-47-16,-2 0-76 0,1 0-110 0,3 1-255 15,-2 1-193-15,0 0-94 0,2 0 73 0,-1 1 210 16</inkml:trace>
  <inkml:trace contextRef="#ctx0" brushRef="#br0" timeOffset="24228.02">12283 5373 186 0,'3'12'368'16,"-3"-2"149"-16,3 4 98 0,-1 0-156 0,0 5-91 16,-1 0-33-16,3 2-8 0,-3 3-14 0,2 2-38 15,2 1-49-15,-2 0-58 0,0 4-56 16,2 0-45-16,-2 3-29 0,4-1-18 0,-6-1-11 16,5-1-22-16,-3 0-60 0,0-1-90 15,-1-3-115-15,1-1-220 0,-3-2-239 0,0-2-136 16,-3 1 51-16,0-4 228 0,-2 1 264 0</inkml:trace>
  <inkml:trace contextRef="#ctx0" brushRef="#br0" timeOffset="24482.01">12114 6104 293 0,'8'7'559'0,"-2"-1"192"0,2-1 70 16,2 1-262-16,2-2-276 0,1 2-149 0,2-2-70 15,2-1-39-15,1 0-14 0,2-1-6 16,0-1 2-16,4-2 4 0,-1-1 5 0,1-1 7 16,3-1 1-16,-2-1-7 0,2 1-36 0,-2-2-53 15,1-1-95-15,-6 2-206 0,2 0-229 16,-3 0-132-16,-3 1 20 0,-2-4 155 0,-2 1 229 15</inkml:trace>
  <inkml:trace contextRef="#ctx0" brushRef="#br0" timeOffset="24764.02">12062 5436 199 0,'12'-2'460'16,"1"2"189"-16,3-3 92 0,1 0-195 0,4 2-250 16,4-4-127-16,0 0-42 0,2-1-15 15,2 1-2-15,-1-3-1 0,4-1-14 0,-1-1-9 16,2 1-25-16,1 0-19 0,-1 0-10 0,0 1-56 15,0 2-77-15,1 2-108 0,-3 2-270 16,-1 2-209-16,-3 2-118 0,-2 2 70 0,-4 0 208 16</inkml:trace>
  <inkml:trace contextRef="#ctx0" brushRef="#br0" timeOffset="37855.94">20389 1452 45 0,'2'-2'257'16,"0"2"131"-16,-1-1 107 0,1 1-99 0,-1-3-156 16,-1 3-92-16,2 0-46 0,-2 0-28 0,0 0-7 15,2 3-8-15,-2-3-9 0,1 1 3 0,-1 2 17 16,3 1 24-16,-1 2 11 0,-2 1 18 0,1 0 35 16,1 2 14-16,-1 3-15 0,3 1 7 0,-3 1 15 15,-1 1 4-15,3 3-18 0,-1 1 8 0,1 4 14 16,1 1 1-16,-3 4-10 0,2 3 0 15,2 0 5-15,-1 5-22 0,0 2-22 0,-1 2-9 16,2 3-10-16,0 5-17 0,-2 2-16 0,3 2 5 16,-3 3 9-16,2 1-11 0,-2 1-11 0,2 4 0 15,0 0-6-15,-1 2-22 0,2 1-17 16,-1 0-16-16,2 3-7 0,-3-3-7 0,3 3-7 16,0-1 50-16,1 0 23 0,-1 0 17 0,-1 0 5 15,3-2 0-15,-2 2 1 0,1-3-41 16,-2 0-22-16,2 1-17 0,1-2-4 0,-2 1-6 15,-1 1 6-15,2-2 8 0,0 3 4 0,-2-2 5 16,1-2 4-16,-1 3 0 0,2-1-6 16,-2-1-10-16,0 1-5 0,1 0-3 0,-1 2-5 15,2-1 1-15,-2 0-1 0,1 0 1 16,-1-1 0-16,3-1 2 0,-2 3 0 0,-1-2 0 16,2 2 5-16,-1 0 9 0,0 4 6 0,0 0 2 15,-3 5 1-15,1 0-1 0,0 1 0 0,3 2-7 16,-4 3-2-16,1 2 1 0,-2 6 0 0,1 2 0 15,-3 3-3-15,3 1-4 0,-3 2-2 16,2 0-2-16,0 0-2 0,-1 0-3 0,1 2 0 16,-2-2 1-16,3-2-4 0,-3-1-3 0,2-5 3 15,1-6 0-15,1-6 2 0,-2-2-2 16,1-6-5-16,1-6-5 0,0-8-15 0,-1-4-26 16,-2-7-49-16,3-7-62 0,-3-7-63 0,-2-8-128 15,-2-6-174-15,-3-9-294 0,-1-9-257 16,-4-8-209-16,-4-10-76 0,0-10 390 0,-7-12 515 15</inkml:trace>
  <inkml:trace contextRef="#ctx0" brushRef="#br0" timeOffset="38719.97">20258 1657 26 0,'2'-1'248'15,"-1"-1"136"-15,2-1 119 0,-1 0-42 0,0 0-101 16,-1-3-40-16,3 2 21 0,-1-4 36 16,0 0 58-16,3-2 25 0,-1 0-17 0,1-3-49 15,1-3-64-15,-1 1-56 0,1-2-66 0,3-2-47 16,-2 0-38-16,5 1-37 0,-4-3-18 0,2 1 0 16,0-1 7-16,0 3-9 0,-1-1-5 0,1 0 1 15,-2 5-1-15,0-1-21 0,0 1-16 0,-1 4-12 16,0-1-9-16,-2 5-4 0,3-1-6 0,-1 2 1 15,0 2-2-15,0 1 3 0,3 4 3 0,-3 1 3 16,3 3 3-16,-2 2 5 0,3 4-2 0,-3 0 9 16,2 3 4-16,-3 1 2 0,2 2 0 0,1 3-4 15,-3 0-6-15,0 0-7 0,-2 4-4 16,3-4-5-16,-2 5 3 0,-1 0-11 0,1-1-36 16,-3 2-43-16,2 2-124 0,-1-1-172 0,-3 2-301 15,-2 2-293-15,0 0-244 0,-2 4-151 0,0-3 359 16,-2 4 527-16</inkml:trace>
  <inkml:trace contextRef="#ctx0" brushRef="#br0" timeOffset="40686.08">20554 6854 196 0,'-5'2'373'0,"2"1"134"16,0-3 64-16,1 0-243 0,2 0-158 0,0 2-87 15,0-2-48-15,3 0-21 0,2 0 3 16,4 0 5-16,1-2 3 0,1 2 23 0,5 0 14 15,2-3 31-15,2 1 21 0,3 1 14 0,0-2 6 16,4 0-9-16,3 0 44 0,1 0 26 0,7-2-5 16,0 3-5-16,3-4-9 0,7 0 28 15,-1 0-14-15,4-1-32 0,2-1-21 0,0 0-13 16,2-1-8-16,0 2-43 0,2-3-38 16,2 3-18-16,-4-2-8 0,2 2 22 0,3 1 33 15,0-2 20-15,2 2 13 0,1 1-1 0,1 2 0 16,0-2-25-16,2 3-36 0,-1 2-16 0,2 0-14 15,-1 0-7-15,2 2-1 0,2-2-1 16,1 5 5-16,2-2 4 0,0 0 2 0,2 3 5 16,1-2-6-16,3 0-2 0,2 1-4 15,-4-1-6-15,5 1-8 0,-1-1 6 0,1-1 6 16,0 0 14-16,3-2 16 0,0 1 8 0,3-2 9 16,2 0-3-16,1-2-7 0,-1 0-20 15,0-1-11-15,-2-3 1 0,1 1 2 0,0-1-2 16,2 1 2-16,1-3 7 0,0 0-4 15,-1 1-6-15,0-1-11 0,-1 1 0 0,-2-1 2 16,-1 1 6-16,0-1 2 0,1-1 0 0,0 4 10 16,0-3-5-16,1 1-2 0,-2-1-6 0,-1 3-6 15,0 1 1-15,-5-2 2 0,1 1 0 16,0-1 3-16,-1 3 4 0,2-1 3 0,1-1-1 16,-1 1-6-16,-1-1 3 0,-2 2-6 15,-2-1-3-15,1 0 51 0,-3 0 33 0,1-1 20 16,-1 2 7-16,0-2 2 0,-2 3 4 0,1-4-43 15,-1 5-30-15,-5-3-20 0,3 2-9 16,-5 0-3-16,1 0-8 0,-1 1-1 0,-2 1 2 16,-2 0 4-16,0 0 0 0,-1 0 1 0,0 1 5 15,-1-1 3-15,1 0-3 0,0 0-4 16,-2 2 0-16,0-2-2 0,-2 2-6 0,1-2-5 16,-3 0 4-16,-1 0 4 0,0 0 0 0,-1 0-1 15,-3 0 1-15,0 1 6 0,0-1-2 16,-1 0 2-16,0 0 0 0,0 0 4 0,-2 0 0 15,2 0-3-15,-3 1-2 0,1-1-2 0,-2 0-3 16,-2 0-2-16,-1 0 0 0,-1 0-5 16,-2 0 0-16,0 2-1 0,-1-2 2 0,-3 2-3 15,1-2 5-15,-6 0 5 0,1 0-1 16,-4 1 3-16,-1-1 2 0,0 0-1 0,-4 1-2 16,-1-1-4-16,0 2 4 0,-5-2 1 0,0 0-5 15,-4 3 3-15,1-3 2 0,-2 0 2 16,-2 0-2-16,-2 0 0 0,-1 0 2 0,-2 0 3 15,-1 0 39-15,1 0 26 0,-4 0 21 16,1 0 14-16,-1 0 5 0,-1 0 0 0,2 0-29 16,-2 0-23-16,0 0-14 0,-2-3-14 0,2 3-10 15,-1-2-7-15,-1 1-6 0,1-2-4 0,-2 0-2 16,1 0-1-16,-1 0-3 0,2-2 1 16,-4 1-1-16,2-2 0 0,-1 0 1 0,1-1-1 15,-2-1 1-15,-1 0-2 0,3 0 0 16,-2 0-2-16,0-2 1 0,1 2-1 0,-1-1 1 15,-3 0 1-15,4 0 1 0,-3 1-1 0,1-1 0 16,1 1 1-16,-4 0 0 0,2 1-1 16,1-1 0-16,-1 2 0 0,1 0 0 0,-2 0 0 15,4 2-1-15,-1-1 1 0,0 3 0 0,2-2 2 16,0 2-1-16,-1 0 0 0,2 0 0 16,2 2-2-16,-4-2-2 0,4 2-2 0,0 0-1 15,0 2-2-15,4 2 0 0,-2-2 3 0,0 3 0 16,3 2 3-16,-2-1 3 0,2 2 1 0,1 1-1 15,1 1 1-15,0-1 1 0,1 1-1 16,0 1-1-16,0 0 1 0,1-2 0 0,3 1 0 16,-4-1 1-16,4 1 1 0,-2 0-2 15,-1-2 0-15,4 0 0 0,-2 0 1 0,0 1-1 16,-2-3 1-16,-1 1 0 0,0-1 1 0,0-1-1 16,-2-1-1-16,-1 0-1 0,-2 1 1 15,1-3 1-15,-3 3 0 0,1-3 0 0,-2 2 1 16,-2 0 0-16,-1 0-1 0,0 1-1 15,-4 1 0-15,-3 1-2 0,0 2 1 0,-1 0-2 16,-3 0-1-16,-2 2-4 0,0 0-10 0,2 2-23 16,-3-1-49-16,0 0-65 0,0 0-62 15,1-2-103-15,1 1-151 0,3 0-213 0,0-4-253 16,2 0-204-16,6 1-170 0,-3-1 157 16,2-1 463-16</inkml:trace>
  <inkml:trace contextRef="#ctx0" brushRef="#br0" timeOffset="41829.96">29082 7276 214 0,'0'-2'410'0,"0"-3"172"0,0 0 92 16,0 4-176-16,-1-2-90 0,1 1-28 16,-2 1-2-16,2-1-7 0,0 2-14 0,0-1-38 15,0 1-46-15,0 0-51 0,0 0-50 16,0 1-36-16,0-1-34 0,0 2-22 0,0-1-17 16,0 4-14-16,-1 1-7 0,1 3 8 0,0 1 1 15,-2 5-1-15,0 1 2 0,2 3 29 16,0 1 18-16,0 3-6 0,0 1 14 0,0 3 22 15,0 2 4-15,0-1-26 0,-1 0-17 0,1 4-8 16,0-3-20-16,-2 2-29 0,2-1-13 16,0-1-8-16,2 0-4 0,-2-1-7 0,1 0 2 15,4-2 0-15,-2-2-2 0,5 0-1 16,-2-4-3-16,2 2 1 0,2-6 0 0,1 1-2 16,-2-2 1-16,3-3 4 0,0-2 0 0,-1 0 1 15,3-3 1-15,-1-3 2 0,0 1 1 16,3-4-2-16,-4 1 3 0,2-2 1 0,-1-2-3 15,3-1-1-15,-3-2 0 0,1 0-3 0,-2-1 1 16,1-3-1-16,3 1 1 0,-3 0 0 16,-1-3 2-16,-1 2 1 0,2 0-15 0,-5-1-32 15,0 1-52-15,-2-2-46 0,-3 2-51 0,1-2-97 16,-4 0-128-16,0 1-134 0,-4-1-221 16,0 3-237-16,-3-1-195 0,-1 1 60 0,-3 0 360 15,-1-1 394-15</inkml:trace>
  <inkml:trace contextRef="#ctx0" brushRef="#br0" timeOffset="42097.95">28931 7611 140 0,'4'-2'442'0,"-1"0"224"16,0-1 124-16,2 1-153 0,0-1-211 0,2 0-127 15,2-1-45-15,0 2 0 0,4-2 11 0,1 1 1 16,1 2-37-16,3-2-8 0,0 0-36 16,1 2-40-16,1-2-33 0,0 1-20 0,0 1-12 15,2-1-37-15,-3 2-21 0,2 0-11 16,-1 0-4-16,-1 0-1 0,2 2 2 0,-1-1-14 16,-1 1-43-16,2 0-95 0,-4-2-124 15,5 1-164-15,-1-1-300 0,2 0-254 0,0 0-131 16,0-1 137-16,3-1 353 0</inkml:trace>
  <inkml:trace contextRef="#ctx0" brushRef="#br0" timeOffset="42699.9">30128 7426 122 0,'-4'-7'373'0,"3"-2"189"0,-4 2 153 16,2-2-100-16,-2 1-122 0,2 1-49 0,-3 2-23 15,1-2-9-15,-2 1-23 0,3 2-50 0,-4 0-64 16,-1 1-65-16,0 2-51 0,1-1-37 16,-2 2-23-16,2 2-11 0,-2-1-7 0,2 2-6 15,-1 0 2-15,1 1-6 0,0 2-12 16,1 0-13-16,0 3-10 0,0 1-8 0,3 0-18 16,-1 2-3-16,0 1-3 0,2 2-4 0,-2 1-1 15,2 1 2-15,-2 1 0 0,4 1-7 0,-3 1 0 16,1 0 4-16,0 1 0 0,0-1-2 15,0 1 5-15,-2 1 2 0,4-1 2 0,-2 0 4 16,-1-4-4-16,3 3 2 0,-3-3-3 16,3-1-3-16,-1-2 5 0,1-1-6 0,-1 1 6 15,0-3-4-15,2-2-2 0,-1 1 0 0,1-1-5 16,-2 0 2-16,2-2-2 0,0 3 1 16,2-3 1-16,-2 2 0 0,1-2 1 0,3 2 3 15,-3-1-4-15,4 1-2 0,-2-2 0 16,4 1 1-16,0-3-1 0,0 2-1 0,2-1 6 15,-1-2 0-15,5 0 5 0,-4-2-1 0,4 2 0 16,0-4 1-16,-2 0-7 0,3-4 2 0,-1 2 0 16,1-2 5-16,-2 0 0 0,0-1-4 0,0 1-26 15,-1 0-29-15,2-2-39 0,-4 1-90 16,-1-3-129-16,0 4-160 0,1-2-260 0,0-1-255 16,-1 2-198-16,1 0 58 0,-3-1 356 0,1 2 388 15</inkml:trace>
  <inkml:trace contextRef="#ctx0" brushRef="#br0" timeOffset="43198">30262 7831 167 0,'1'-4'446'0,"1"-2"210"0,-1 0 116 0,1-2-174 16,0 1-188-16,2-2-111 0,0-3-39 0,2 0-10 15,2-2 6-15,0-1 7 0,0 1-14 0,0-3-22 16,2 1-26-16,0-1-25 0,0-1-29 0,-1 3-31 16,-1 2-31-16,0-2-30 0,-2 4-20 0,2 1-15 15,-3 3-8-15,0 0-2 0,-2 3-5 16,-2 0-1-16,3 1 4 0,-3 3 7 0,1 2 8 16,1 3 8-16,-1 2 9 0,2 0 5 0,-2 4 1 15,1-1-8-15,-2 3-6 0,3 0-5 0,-1 2-6 16,-2 0-4-16,3-2-8 0,-1 2-3 0,2-1-2 15,1-1 0-15,-2-2-4 0,1-1-3 16,0-1 3-16,2-3 3 0,2-1 3 0,-1-3-5 16,1-4 5-16,1 0-1 0,2-4-2 0,0-3 0 15,1-3-2-15,2-1 0 0,0-1-2 0,2-3 0 16,-2 3 3-16,0-2-2 0,2 2 0 0,-4 2 0 16,1-1 1-16,-5 3 0 0,1 3-3 15,-1-1-2-15,-3 4-1 0,-1 0 1 0,2 3-1 16,-4 1 4-16,2 0 2 0,-4 3 2 0,4 1 1 15,-2 3-2-15,-2-2 0 0,3 2-1 0,-3 1-2 16,1 1-3-16,0-2 1 0,-1 2-1 16,1-2 1-16,-1 2-1 0,-1-1 3 0,4 1-2 15,-3-4-19-15,1 1-19 0,-1 0-64 0,1-1-125 16,-2-3-155-16,3 1-275 0,-3-3-264 16,0 0-244-16,1-1-35 0,-1-3 338 0,3-1 430 15</inkml:trace>
  <inkml:trace contextRef="#ctx0" brushRef="#br0" timeOffset="43385.95">30847 7378 400 0,'0'-7'807'0,"-2"2"253"16,-1 0 9-16,0 2-329 0,-2 3-293 0,0 0-202 16,1 3-120-16,-1 2-60 0,-3 1-34 0,3 3-12 15,-1 2-11-15,1 0-7 0,0 3-6 16,1 1-4-16,-2 2-25 0,2 1-62 0,1 0-82 15,0 1-106-15,1 1-133 0,2-1-289 0,0-1-189 16,4 2-38-16,-1-2 162 0,4-1 274 16</inkml:trace>
  <inkml:trace contextRef="#ctx0" brushRef="#br0" timeOffset="43646.01">30998 7651 10 0,'16'-12'291'0,"-3"1"196"0,1-1 212 0,-2 2 124 16,-2 0-99-16,0 2-92 0,-4-1-89 0,1 2-64 15,-1-1-77-15,-2 2-97 0,0 2-73 16,-1 1-43-16,0-1-20 0,-1 4-18 0,-1-3-17 16,3 3 19-16,-1 0-7 0,-2 3-22 0,5-1-21 15,-1 2-9-15,2-2-8 0,-3 3-37 0,3 1-19 16,0 0-10-16,1 0-8 0,0 1-3 0,0 0-2 16,2 1 0-16,-1 1-2 0,-1-1-3 0,5 3 0 15,-5-4-1-15,1 2-1 0,2 0-1 16,-1-2 1-16,-1 1 1 0,-1-2-8 0,0 0-42 15,-2-2-59-15,-1-2-52 0,-2 0-102 0,-1 1-166 16,-2-3-276-16,-2-3-264 0,1 1-222 0,-1 2-166 16,0-2 218-16,-1-2 522 0</inkml:trace>
  <inkml:trace contextRef="#ctx0" brushRef="#br0" timeOffset="44049.95">31483 7188 235 0,'3'-2'685'0,"0"1"332"0,0 1 82 0,0 0-258 15,-2 0-282-15,1 0-202 0,0 1-136 16,3 1-59-16,-2 1-30 0,2 0-14 0,1 2-15 15,1-3-25-15,2 3-20 0,-1-2-11 0,2 3-10 16,3 0-2-16,0 0 0 0,1 0 3 0,2-1-1 16,1 1-10-16,2 1-5 0,-1-1-3 0,2 0-4 15,-1 1-6-15,2-1-2 0,-3 3 1 16,2-2 0-16,-1 4-1 0,1-1 3 0,-2 1-2 16,-1 3 10-16,-1-2 31 0,-1 3 15 0,-2 1 13 15,0 0 0-15,-4 0-1 0,-2 2-8 0,-2 0-29 16,-2 1-13-16,-2 1-9 0,1 0-3 15,-4 0-4-15,1 1-2 0,-2 0-3 0,-2 0 0 16,-3-1-1-16,1-2-5 0,0-2-35 0,-3 0-42 16,0-3-50-16,-2-3-111 0,1-3-180 0,-6-4-294 15,-1 0-253-15,-2-6-230 0,-2 0-107 0,-6-8 318 16,-3-4 507-16</inkml:trace>
  <inkml:trace contextRef="#ctx0" brushRef="#br0" timeOffset="45242.11">17554 1819 136 0,'-3'-3'400'0,"0"1"200"16,1 1 132-16,-1 1-120 0,3 0-197 15,0 0-92-15,0 0-67 0,0 1-41 0,3 4 10 16,2-3 18-16,0 5 29 0,3 3-6 0,4 1-5 15,0 4-5-15,2 2-28 0,0 2-39 0,5 4-46 16,-1-1-29-16,2 4-23 0,-1-1 18 16,2-1 12-16,-1 2-7 0,-2-3-9 0,0-3-10 15,0 1-7-15,-4-1-32 0,3-4-27 0,-4-1-13 16,-2-3-11-16,0-2-2 0,-3 1 4 0,0-5 23 16,-1 1 14-16,-1-3 14 0,-2-1 15 0,1-3 8 15,-2 0 3-15,-1-5-17 0,0-1-18 16,-1-6-16-16,-1-2-13 0,0 0-10 0,-1-4-10 15,-3-2-5-15,1-1 5 0,-2-1 1 0,1-3 0 16,-4 0 1-16,0 1 0 0,2-2-2 0,-2 2 0 16,-2 1 1-16,2 1-1 0,0 0 0 0,0 2-1 15,2 6 1-15,0-1 0 0,1 1-1 16,0 5 1-16,2 0 0 0,0 1 0 0,0 1-5 16,3 3-10-16,-5-1-13 0,4 2-41 0,-1 0-55 15,2 0-51-15,-1 2-83 0,1-2-120 0,1 0-150 16,1 0-171-16,-1 0-238 0,5 0-226 0,-1 0-52 15,0 0 263-15,1 0 399 0</inkml:trace>
  <inkml:trace contextRef="#ctx0" brushRef="#br0" timeOffset="45852.04">18361 1469 203 0,'6'-2'527'0,"0"-1"297"15,-3 2 227-15,1-1-148 0,-3 0-209 16,-1 1-144-16,-1 0-67 0,-1-1-53 0,2 0-75 16,-3 1-73-16,0-1-43 0,-5 1-33 0,3-2-52 15,-3 3-44-15,-1-2-31 0,-2-1-19 0,-2 1-16 16,1 1-13-16,-3 0-12 0,-2 1-3 0,3 0-5 15,-4 0-2-15,2 1 0 0,-2 2-1 0,1 0-2 16,0 2-1-16,1 1-1 0,-1 0-1 0,3 3-3 16,0-2-2-16,1 2-1 0,0 0-1 0,2 2 1 15,3-1-1-15,-1 1 0 0,1 1 2 16,3 1 2-16,0-1-6 0,2 3-6 0,2 0-1 16,-3 2-1-16,4-1 0 0,4 1-2 0,-3-1 7 15,2 2 4-15,2-1 1 0,2 1 2 0,-1 0 2 16,3 0 0-16,2 2 2 0,-1-1 6 0,2 0 5 15,0 1 1-15,2 1-2 0,-2 0-2 16,1-1 0-16,1 2-6 0,-1 0-5 0,1-1 1 16,1 2 0-16,-1 1 1 0,-2-2-1 0,0 4 0 15,0-2 0-15,-1 1-2 0,0 1-1 0,-1-1 1 16,-1 1 0-16,-1-2 2 0,1-2 0 0,-1 2 2 16,1-3 0-16,0 1 1 0,-3-3-1 15,1-1 0-15,-1-4-1 0,0 1-1 0,2-2 0 16,-3-3 1-16,0-2-1 0,-2-2-1 0,2-1-2 15,-1-1 1-15,1-3 0 0,-1-2 2 0,1-3 4 16,0-1 0-16,3-3-1 0,-3-1 0 16,4-1-1-16,-1-1 0 0,-1-3-4 0,1 2-2 15,2-1-5-15,-2 1-13 0,2-1-21 0,1-1-41 16,-2 2-45-16,1 0-39 0,-1 0-29 0,2 1-25 16,-1 0-36-16,-1 1-44 0,-1-3-63 0,-3 2-98 15,2 3-245-15,-3 0-253 0,-2-1-150 16,2 3 57-16,-4-1 301 0,-1 1 356 0</inkml:trace>
  <inkml:trace contextRef="#ctx0" brushRef="#br0" timeOffset="46242.13">18506 2167 321 0,'0'-3'654'15,"-1"-1"232"-15,-1-3 79 0,2-1-217 0,0-3-217 16,2-2-138-16,-1-1-74 0,2-2-44 16,-1-4-43-16,3-2-60 0,0-4-65 0,1-2-44 15,0-3-24-15,2-1-5 0,-1 0-3 0,2-1 0 16,-3 5 9-16,2-1 21 0,-1 4 20 0,-3 5 23 16,2 1 20-16,-1 6 8 0,0 1-1 0,-2 5-24 15,-1 0-26-15,1 2-28 0,0 2-25 16,0 3-13-16,3 3-10 0,-1 3 5 0,2 3 10 15,-1 3 4-15,0 3 5 0,-1 0-4 0,4 3 2 16,-4 0-9-16,3 1-8 0,-1 3-3 0,2-3-4 16,-1 1-2-16,-2 1 1 0,2-3 7 0,1 1 3 15,-2-1 0-15,-1 0 1 0,2-3 1 16,0 0-1-16,-2-1-8 0,1-2-2 0,-1 0-3 16,-1-3-1-16,1 2-21 0,-3-4-44 0,0 0-46 15,1-1-40-15,-3-1-58 0,1-2-108 0,-2-2-136 16,-2 1-110-16,1-1-235 0,-3-2-249 0,-1-1-153 15,-2 1 131-15,1-2 394 0</inkml:trace>
  <inkml:trace contextRef="#ctx0" brushRef="#br0" timeOffset="46473.99">18524 1927 57 0,'3'1'467'0,"-3"1"309"0,1 0 163 0,1-2-16 15,1 1-324-15,2 1-234 0,1-1-87 0,-1-1-24 16,4 2-9-16,1-2-7 0,0 0-40 0,2 0-36 16,-1-2-50-16,2 1-36 0,3-2-28 0,-2-1-12 15,2 0-13-15,-2 0-14 0,2-2-3 16,-2 1-3-16,0-2-2 0,1 1-5 0,-2-2-4 16,-3 1-29-16,0-1-94 0,-3 1-127 0,-2-1-152 15,0-1-246-15,-3 0-279 0,-2 1-205 0,-2-3 69 16,-1 3 329-16,-1-1 359 0</inkml:trace>
  <inkml:trace contextRef="#ctx0" brushRef="#br0" timeOffset="46720.09">18608 1581 363 0,'-7'2'678'0,"2"2"193"0,2 3 93 0,0-5-241 15,1 5-194-15,2 1-146 0,0-2-76 0,3 1-26 16,-1 1-57-16,1-1-73 0,2 0-59 15,0-1-35-15,1-1-17 0,0 1-7 0,2-3-8 16,-1 2 4-16,-1-2 0 0,1 0-6 0,0-2-9 16,0-1-7-16,-1 0-1 0,1 0-7 0,0-3-2 15,-1-1 3-15,-1 2 0 0,2-5 0 0,-2 1 0 16,-1 0 1-16,2 0-1 0,-3-2-18 16,-1 0-45-16,-2 1-106 0,0-1-135 0,-3 0-225 15,0-1-284-15,-6 1-250 0,0 1-126 0,-2 1 225 16,-4-2 403-16</inkml:trace>
  <inkml:trace contextRef="#ctx0" brushRef="#br0" timeOffset="48047.94">18821 1421 66 0,'2'0'268'0,"-1"-1"134"0,-1 1 97 15,3-1-61-15,-3-1-72 0,0 2-39 0,2-1-12 16,-2 1-9-16,0-2-10 0,0 2-25 0,0 0-26 16,3-1-5-16,-3-1-12 0,5 2-10 0,-4-1-15 15,1-1-17-15,1 1-28 0,0 1-40 0,0-4-40 16,1 4-31-16,0-1-17 0,1 0-12 0,0-1-6 15,-1 2-4-15,1 0-3 0,2 0 6 0,-1 0-1 16,0 0 0-16,-1 0 0 0,0 0 18 16,-1 2 8-16,1-1 0 0,-1 0 13 0,0 3 6 15,-2-1 10-15,1 0-11 0,-2 1-6 0,-1 2-2 16,-1 2-10-16,-4 0-13 0,2 2-7 0,0-2-5 16,-2 2-4-16,0-1-7 0,2 0-1 0,-2-2 1 15,2 1-1-15,-3-1-1 0,5-1 1 0,-3 0 6 16,1-1-3-16,1-2 4 0,2 2-3 0,-1-4 0 15,-1 2-4-15,2-1-2 0,3-1 1 0,-1-1-3 16,0 1 1-16,1 1-3 0,0-2-1 16,5 0 4-16,-4 0 2 0,3-2 0 0,-1 2 1 15,1-1 3-15,0 1 0 0,0 0-2 0,-1 1-3 16,1-1 0-16,-3 2-1 0,2 0 0 16,-1-1 4-16,-2 0 0 0,1 2 1 0,-3-1 6 15,-1 0-4-15,2 2 2 0,-2 0-3 0,-2-1-2 16,2 2 0-16,-1-1-2 0,-4 2 4 0,1 1 4 15,0-2 2-15,-4 3 1 0,0 1-7 0,0-2-2 16,2 2-10-16,-5 2-18 0,1-4-43 16,2 1-76-16,-1-2-114 0,1-2-124 0,2 0-140 15,-1-2-259-15,1 1-212 0,1-3-53 0,1 0 202 16,0 0 305-16</inkml:trace>
  <inkml:trace contextRef="#ctx0" brushRef="#br0" timeOffset="48740.16">19069 1216 317 0,'2'-2'547'0,"0"0"195"0,-2 1 68 15,1-2-163-15,2 2-136 0,0 0-89 16,0-1-47-16,0 0-42 0,2 0-63 0,-2-2-58 16,2 2-54-16,-1-3-46 0,0 1-28 0,2-3-15 15,-1 3-7-15,-2-1-11 0,2-1-11 0,-2 0 0 16,2 1-1-16,-2-1 7 0,3 1 8 0,-3 2 11 16,2 1 6-16,0-2 3 0,-2 4 8 0,1-1 4 15,-3 1 1-15,2 0 7 0,-1 0-3 0,2 0-8 16,-4 0-11-16,2 0-13 0,-1 1-12 0,-1-1-11 15,0 0-7-15,2 1-3 0,-2-1-8 0,0 0-3 16,0 3-4-16,0-3-7 0,0 0-3 0,2 1-2 16,-2 0 4-16,1-1 0 0,-1 3 2 0,0 0 0 15,2-1 0-15,0 1-7 0,-2-2-6 16,0 2-2-16,1 1-3 0,-1-2-2 0,3 2 0 0,-1-2 6 16,0 2 5-16,-1 0 3 0,2 0 1 15,1 1 0-15,0 1 2 0,1 0 2 0,0 0-4 16,-1 1-2-16,3 0 4 0,-1 3 1 0,2-2-2 15,0 2-1-15,0-1 3 0,3 1-1 0,-3 0-2 16,1 2 2-16,4 1 6 0,-4-1 4 0,1 0 0 16,2 0 1-16,0 1 4 0,-3-1-1 0,3 2-9 15,-2-2-4-15,1 1 0 0,0 1-4 0,-3 1 1 16,3-1 0-16,-1 0 1 0,-2 2-1 0,-2-2-2 16,0 1 4-16,-1 0 1 0,1 0 1 0,-1-1 1 15,-2 1 2-15,-1-1 4 0,-1 2 12 16,-2-3 4-16,-1 1 8 0,-1-1 7 0,-2 1 0 0,-2-3-2 15,-1 1-9-15,0 2-3 0,-5-3-5 16,4 1-2-16,-3-2 2 0,0 0 1 0,-1 0-2 16,2-2 2-16,-1-1-6 0,-1 4 1 0,0-5-3 15,2 0-1-15,-2-1-1 0,3 1-7 16,-2-1 1-16,3-1-5 0,-2 1-3 0,1-3-3 16,2 3-4-16,1-2-11 0,2 0-19 0,-2 2-42 15,3-3-62-15,-1 5-63 0,0-3-114 0,-1 3-159 16,3 0-283-16,0 0-272 0,3 2-227 0,0 0-151 15,0 0 277-15,1 1 539 0</inkml:trace>
  <inkml:trace contextRef="#ctx0" brushRef="#br0" timeOffset="49909.04">21907 4125 336 0,'4'9'899'0,"-4"-5"298"0,-2 0-31 16,0 0-170-16,2-2-526 0,0-2-245 0,0 0-112 15,0 0-55-15,2-2-26 0,0-2-17 0,4 0-25 16,-3 0-72-16,3-1-137 0,2 1-159 16,-1 0-291-16,3 1-264 0,0 2-202 0,-2 1 63 15,1 0 375-15</inkml:trace>
  <inkml:trace contextRef="#ctx0" brushRef="#br0" timeOffset="50677.12">23714 4128 509 0,'0'6'962'16,"-3"-3"212"-16,-2 0-68 0,2-1-285 0,0 0-432 15,0 0-202-15,2-2-95 0,1 0-49 16,1 0-22-16,4 0-11 0,-1-2-5 0,4-1-28 16,2-3-77-16,2-1-108 0,0-3-133 0,2 1-282 15,0-2-262-15,2-1-169 0,-3-1 51 16,-4 2 294-16,0 0 344 0</inkml:trace>
  <inkml:trace contextRef="#ctx0" brushRef="#br0" timeOffset="51281.79">25896 3893 266 0,'-3'3'837'16,"-2"2"338"-16,-2-2 4 0,2 0-155 0,2-1-509 15,-2-1-256-15,2 1-130 0,1-1-63 16,0 1-35-16,2-2-18 0,0 1-7 0,2-1-2 15,1 0-4-15,4 1-9 0,-1-1-36 16,3 2-76-16,-1-2-104 0,4 0-124 0,1 0-186 16,0 0-281-16,5 2-189 0,-4 0-3 0,2 1 221 15,1 0 318-15</inkml:trace>
  <inkml:trace contextRef="#ctx0" brushRef="#br0" timeOffset="51580.97">27553 4039 78 0,'-1'-4'333'15,"-4"-3"166"-15,0 0 112 0,1 0-93 16,-3 2-249-16,2-1-168 0,-3-1-117 0,-2 1-165 16,0 0-231-16,-6 0-104 0,2-1-6 15,-6 3 90-15,-4 0 142 0</inkml:trace>
  <inkml:trace contextRef="#ctx0" brushRef="#br0" timeOffset="52330.09">21921 3884 301 0,'-1'-13'556'16,"-2"5"240"-16,-1-1 142 0,2 3-242 0,2 4-157 15,-2-2-104-15,2 3-81 0,0 1-76 0,0 1-70 16,0 5-59-16,2 5-54 0,2 6-33 15,-1 3-16-15,0 7 9 0,2 7 7 0,-2 3-6 16,2 7-5-16,0 2-3 0,-3 5-4 16,-1 2-18-16,2 1-17 0,-3 0-10 0,0-2-5 15,2-2 0-15,-2-2-1 0,1-5-8 0,-1-4-43 16,0-4-104-16,0-7-137 0,-1-2-221 16,-1-8-287-16,-1-3-260 0,-2-5-120 0,1-7 222 15,-3-6 411-15</inkml:trace>
  <inkml:trace contextRef="#ctx0" brushRef="#br0" timeOffset="52558.58">21615 3873 271 0,'1'-6'600'0,"2"0"223"0,-1 2 74 0,6-1-238 16,1 1-290-16,4 2-188 0,4 0-86 15,3 0-41-15,2 2-21 0,3 0-9 0,3 0-3 16,2 2-7-16,3 0 0 0,2 3-1 16,-1 1 1-16,0 0 0 0,0 1-5 0,-4 2-61 15,-2 1-98-15,-3 2-192 0,-4 3-260 0,-5 1-188 16,-7 5-79-16,-1 1 142 0,-6 4 273 0</inkml:trace>
  <inkml:trace contextRef="#ctx0" brushRef="#br0" timeOffset="52721.02">21858 4634 42 0,'-2'25'287'16,"4"-2"154"-16,1-2 125 0,4-6-47 15,2 2-230-15,5-5-127 0,2 0-75 0,5-6-36 16,2 1-24-16,3-5-10 0,4-2-7 16,0-2-10-16,4-3-12 0,1-1-38 0,3-2-145 15,1-1-217-15,3 0-105 0,-1 2-9 0,2-4 80 16,1 3 148-16</inkml:trace>
  <inkml:trace contextRef="#ctx0" brushRef="#br0" timeOffset="53262.86">23757 3915 192 0,'13'8'462'15,"-5"3"237"-15,-2 1 203 0,-1 6-105 16,-1 2-142-16,-1 3-109 0,-3 4-80 0,0 1-77 16,-1 2-87-16,-1 3-98 0,-2-1-78 15,-1 2-48-15,0-4-36 0,2 3-14 0,0-5-15 16,0-1-7-16,1 0-16 0,-1-3-27 0,0-2-97 15,-2 0-150-15,-1-1-264 0,-1-2-273 16,-1-2-260-16,-2 2-180 0,-2-1 215 0,-2-3 476 16</inkml:trace>
  <inkml:trace contextRef="#ctx0" brushRef="#br0" timeOffset="53492">23466 4020 98 0,'3'-16'581'16,"-3"6"360"-16,4 1 131 0,-1 2-70 0,2 0-414 15,4 3-291-15,0 0-158 0,4 1-69 16,4 2-33-16,2 1-18 0,4 0-6 0,0 1-4 16,4 0 0-16,2 2-1 0,-1 0-2 15,2 3 3-15,0 2 0 0,-2 1-46 0,-2 2-106 16,-2 2-148-16,-4 1-293 0,-1 3-243 0,-5 1-188 15,-4 5 24-15,-2 1 297 0</inkml:trace>
  <inkml:trace contextRef="#ctx0" brushRef="#br0" timeOffset="53668.99">23711 4639 291 0,'-1'18'595'0,"-1"-4"215"0,2-1 66 0,3-4-255 16,4-1-280-16,-1-2-173 0,8-3-81 15,1-2-42-15,3-1-21 0,4-2-13 0,2-2-6 16,5-2-8-16,2 0-16 0,4-3-41 0,4-2-69 16,1 1-94-16,5 1-114 0,2-2-215 15,3 3-166-15,0-4-8 0,3 0 137 0,2-1 211 16</inkml:trace>
  <inkml:trace contextRef="#ctx0" brushRef="#br0" timeOffset="54438.02">25838 3724 176 0,'-2'15'468'0,"-1"0"247"0,1 2 208 16,-1 5-98-16,2 1-158 0,-5 3-128 0,2 6-104 15,1 0-77-15,-2 4-92 0,2 0-90 0,-2 0-74 16,4-4-47-16,-2 1-23 0,1-2-14 0,2-6-14 16,2-1-10-16,1-4-21 0,-2-4-89 15,3-1-129-15,-3-6-153 0,1-1-263 16,-1-3-273-16,1-3-218 0,-2-4 62 0,-2-4 349 16,-1-3 371-16</inkml:trace>
  <inkml:trace contextRef="#ctx0" brushRef="#br0" timeOffset="54670.01">25563 3721 181 0,'8'0'384'0,"1"0"163"0,2 0 141 15,0-1-182-15,5-1-124 0,0 1-63 16,3-2-38-16,1 0-35 0,1 1-53 0,3 0-52 15,-1-1-62-15,3 2-30 0,-2 1-20 0,2-1-7 16,1 1-4-16,0 1 2 0,-2 0-24 16,-1 4-78-16,-5 0-107 0,2 2-212 0,-7 1-246 15,-3 2-168-15,-5 3-27 0,-3 1 184 16,-3 2 272-16</inkml:trace>
  <inkml:trace contextRef="#ctx0" brushRef="#br0" timeOffset="54851.92">25643 4279 203 0,'-9'30'447'0,"3"-1"177"0,1-4 100 16,3-2-224-16,4 0-202 0,3-6-126 0,4-1-62 15,4-1-13-15,1-4 1 0,3-1-11 16,5-3-14-16,2-3-3 0,3-1-4 0,5-3-16 16,3 0-10-16,2-3-3 0,5 0-39 0,-1-4-86 15,8 1-146-15,-3-2-275 0,3 0-191 16,2-1-97-16,-3 1 85 0,4-1 234 0</inkml:trace>
  <inkml:trace contextRef="#ctx0" brushRef="#br0" timeOffset="55426.03">27471 3670 218 0,'7'7'450'16,"-4"3"199"-16,2 1 172 0,0 6-163 0,0 2-129 15,-1 3-46-15,0 0-32 0,0 4-50 16,-3 2-74-16,2 1-82 0,-1 2-72 15,0 0-63-15,0 3-46 0,-2-3-26 0,2-1-17 16,0 0-8-16,-2 0-4 0,1-4-8 0,-1 1-9 16,2-5-42-16,-2-2-99 0,-2-4-131 0,1-2-185 15,-1-4-288-15,0-2-257 0,-2-3-140 16,-1-5 171-16,0-5 380 0</inkml:trace>
  <inkml:trace contextRef="#ctx0" brushRef="#br0" timeOffset="55669.96">27370 3589 18 0,'16'-7'291'0,"1"1"180"15,-1 1 169-15,1 1 58 0,1-2-225 16,2 2-127-16,1 0-65 0,2-1-39 0,0 3-44 15,0-3-46-15,3 2-48 0,-1 2-43 0,-3-1-20 16,4 4-18-16,-4-1-4 0,0 2-33 0,-5 2-67 16,2 2-109-16,-4 3-233 0,-2 0-235 15,-3 2-158-15,-3 1-12 0,-4 2 188 0,-3 1 271 16</inkml:trace>
  <inkml:trace contextRef="#ctx0" brushRef="#br0" timeOffset="55891.25">27255 4527 139 0,'18'5'338'16,"2"-1"143"-16,0-4 113 0,2 3-189 0,0-3-168 15,4-3-88-15,-3 3-47 0,1 0-24 16,-3 3-36-16,1-3-14 0,0 1-12 0,-3 2-7 15,0 1-26-15,0-2-54 0,-3 3-151 0,1 1-216 16,-4 0-105-16,-4 1-8 0,4-1 101 0,-5 1 156 16</inkml:trace>
  <inkml:trace contextRef="#ctx0" brushRef="#br0" timeOffset="64794">5503 11522 13 0,'2'2'183'16,"-1"-2"96"-16,1 2 50 0,1-2-35 0,-1 2-45 16,-2 2-23-16,1-2-27 0,-1 1-28 0,0 1-25 15,0 0-11-15,0 2-10 0,0 2-11 16,0-1 3-16,0 3 24 0,0 1 33 0,0-1 43 15,0 5 14-15,0-1-12 0,0 1 6 0,0 2-13 16,0-1-30-16,0 4-47 0,0 0-17 16,0-1 12-16,2 4-18 0,-2-3-16 0,0 2-7 15,2 2 19-15,-2-1 8 0,1 3-12 0,-1-2-11 16,0 1-7-16,2 2-5 0,-2-2-29 0,1 3-25 16,1-2-14-16,-2 0-11 0,3 1 1 15,-3 0 10-15,3 0 7 0,-3 0 8 0,0 0 8 16,0 0 5-16,0 3-1 0,2-2-9 15,-2 3-4-15,1 0 3 0,-1 1 2 0,0 2-1 16,0-1-1-16,2 0 0 0,-2 2-1 0,1-2-11 16,-1-1-6-16,2 2-6 0,-2-3-2 0,2 2-3 15,-1 0-5-15,1 1 0 0,1-3-3 16,-1 0 0-16,-1 3 2 0,1-5 1 0,1 4 5 16,-1-3 3-16,-1 0 18 0,4 2 24 15,-4-2 18-15,2 0 4 0,-1 0 1 0,1-2 2 16,-1 1-13-16,1-1-25 0,-1-1-14 0,-1-1-5 15,3 1-7-15,-3 1-6 0,2-1-2 16,-1 0 2-16,1 0-1 0,-2 1-2 0,1 1 2 16,-2 0 3-16,3-1 0 0,-3 2-4 15,0 0 2-15,0 0 1 0,0 2-2 0,0-1 0 16,0 1 3-16,0-3-1 0,0 3-2 0,2 0 3 16,-1-3 0-16,-1 2-3 0,2-1 4 15,-2-2-1-15,2 1-1 0,-1-2-4 0,1 1 3 16,-1-1 3-16,1-2-1 0,1 3-1 0,-1-1 4 15,-1-1-6-15,-1 0 0 0,2 0-4 16,1 1-4-16,-2-1 3 0,1 0-1 0,-2 1 7 16,1-1 3-16,1 2 0 0,-2-1-3 0,0 1 0 15,2-1 5-15,-1 0-6 0,1 1-1 16,0-2 0-16,-1 4 7 0,1-4-1 0,-1 1-3 16,1 2 2-16,0-2-1 0,-1 1 0 15,-1-1-3-15,2 2 2 0,-1-2 3 0,1 0-3 16,1 0 0-16,-2-1-1 0,-1 1-1 0,2-2-1 15,-2 0-5-15,1 2 2 0,-1-1 3 0,2 1 2 16,-2-2 1-16,0 2-5 0,2 0 2 16,-2 0 0-16,1-1-5 0,-1 2-1 15,0-1 0-15,2 0 3 0,-2 0 0 0,0 2 2 16,2-2 7-16,-1 1-1 0,1 2 0 0,-1-1 2 16,1-1 0-16,-2 3 4 0,3-3-4 15,-1 0 3-15,-1 2 3 0,1-2-3 0,0 2-2 16,0-2-3-16,0 2 2 0,1 0-7 0,-3-2-6 15,3 3-1-15,-3 3 0 0,2-1-3 16,-2 3 1-16,0 1-1 0,2 1 8 0,-1 1 7 16,-1 1-1-16,2 1 6 0,-2 1-1 0,1-1 5 15,1 3-2-15,0 0 0 0,-1-1-5 16,1 1 1-16,-1 0-7 0,3 0-1 0,-3 3-2 16,4-2-3-16,-4 1 3 0,2 1-7 0,1-1 3 15,-1 1 3-15,0-1 1 0,0-1-1 0,2-2 4 16,1 1 6-16,-1-2-5 0,-2-3-8 0,0-1-6 15,2-5-2-15,-2-4-3 0,-1-1-2 0,1-7 1 16,-3-3-33-16,2-5-32 0,-2-2-52 16,-2-7-120-16,-1-4-158 0,-2-4-276 0,0-7-247 15,0-4-226-15,-1-4-83 0,-3-7 319 0,1-6 450 16</inkml:trace>
  <inkml:trace contextRef="#ctx0" brushRef="#br0" timeOffset="67733.99">6506 11700 111 0,'3'-3'342'0,"-3"-1"175"16,0 2 201-16,0-2-28 0,0 4-94 0,-1-3-30 15,-3 2-30-15,1 0-46 0,0 0-87 16,-4-2-99-16,1 1-96 0,-3 2-69 0,1 0-43 15,-2 2-27-15,1 1-15 0,-1 0 4 0,-1 2 35 16,-1 3 15-16,2-1-10 0,-1 3-5 16,-3-2-4-16,4 3-19 0,-2 2-37 0,4 0-20 15,-2 4-2-15,2 1-7 0,2 2-4 16,2 0-2-16,2 4 1 0,0-1 1 0,4 3-4 16,1 0-1-16,3-3 3 0,2 2-2 0,0-5-4 15,2-2 3-15,2 0-4 0,1-6 3 0,1-2 2 16,0-3 6-16,3-1 1 0,-2-8 0 15,2-2 4-15,-1-4 9 0,1-3-1 0,-2-3-3 16,-1-4 2-16,-3-2 2 0,0-1-1 16,0 0-5-16,-3-1-2 0,0 0 2 0,-3 0-2 15,-1 1-2-15,-2 2-1 0,-2-2 1 0,0 6 1 16,-2-2 1-16,1 2 9 0,-4 0 8 16,1 2 5-16,-3 1 1 0,2 1 1 0,-1 1-1 15,-2 1-10-15,2 0-6 0,1 2-4 16,0 1-6-16,0 2 2 0,2 2-4 0,0-1-4 15,-3 6-3-15,5-1-4 0,1 4-1 0,0 5-1 16,1 3-1-16,5 2 8 0,-1 3-1 0,1 4 4 16,4 2 4-16,2 2-3 0,1 2 0 15,0 1-4-15,4-1 3 0,2 0 1 0,0-2-5 16,5 0-1-16,-1-4 0 0,4-2 0 16,0-2 1-16,-1-4-5 0,2-3-49 0,-1-3-60 15,0-3-124-15,-2-1-208 0,0-4-300 0,-4-1-324 16,-2-1-241-16,-3-2-84 0,-2-1 434 15,-4 2 567-15</inkml:trace>
  <inkml:trace contextRef="#ctx0" brushRef="#br0" timeOffset="68575.99">7524 11383 45 0,'3'1'260'0,"-1"2"128"0,1 1 115 16,-2-1-83-16,1 3-148 0,-1 0-91 0,1 2-40 15,0 1-6-15,-1 2-9 0,3 2 14 16,-1 6 32-16,0-1 43 0,2 4 26 0,1 5 26 0,-2 2 69 16,3 2 21-16,-1 4-13 0,-1 4-36 15,2 3-36-15,-2 2-42 0,0 4-67 0,0 4-53 16,0 1-39-16,0-1-21 0,0 2-11 16,1 0 1-16,-2 4 4 0,1 1 1 0,0 4 1 15,-2 3-2-15,0 3-9 0,1 4 21 16,-3 2 18-16,2 4 14 0,-3 2 9 0,2 1 6 15,-1 2 1-15,2 2-29 0,-1 5-26 0,1 2-22 16,0 1-17-16,2 2-4 0,-1 3-2 0,0-3-3 16,2 2 3-16,-1 1 2 0,1 0 3 0,-1 0-9 15,3 1-7-15,0 1 4 0,-2-4 5 16,2 1 4-16,-1-2 1 0,2-3 3 0,-1-2 1 16,0-1-10-16,4-3-6 0,-2-4-4 15,-2-3 0-15,4-5 3 0,-4-5 8 0,2-2 3 16,-2-4 0-16,3-3 3 0,-2-1-2 0,-2-2-2 15,2-5-2-15,-1 1-1 0,0 0-2 16,0-1-4-16,0 1 2 0,-2 0 0 0,-1-1-1 16,1 0-5-16,-2-3-8 0,0-3-19 0,-2-4-32 15,1-7-33-15,-3-6-41 0,-3-10-86 16,-2-8-128-16,-1-8-141 0,-4-12-217 0,2-11-260 16,-3-11-222-16,-2-12 48 0,1-13 344 15,-1-7 387-15</inkml:trace>
  <inkml:trace contextRef="#ctx0" brushRef="#br0" timeOffset="69343.94">8841 11580 195 0,'-2'-9'370'0,"1"2"172"15,-4-1 76-15,0 0-78 0,-4 1-30 0,1 0 9 16,0-1 5-16,-6 3-29 0,1-1-56 16,-2 2-66-16,-1-1-56 0,-2 5-43 0,1 0-32 15,-2 5-22-15,-2 1-18 0,1 3-22 0,-2 6-32 16,0 3-37-16,1 3-25 0,0 0-19 0,1 9-19 15,2 0-13-15,1 2-11 0,6 3-5 16,1 3-13-16,4 2-7 0,5 1-2 0,2-1-2 16,7 1-1-16,0-4-2 0,5-1-2 15,2-3 2-15,6-5-1 0,0-1 0 0,4-5 0 16,2-5 2-16,1-4 1 0,2-4-23 0,2-6-62 16,-2-6-82-16,1-6-153 0,-1 0-255 0,0-7-316 15,-1-2-322-15,-1 1-200 0,-4-5 94 16,-2 2 571-16</inkml:trace>
  <inkml:trace contextRef="#ctx0" brushRef="#br0" timeOffset="70306.73">9673 10837 102 0,'1'0'265'0,"1"0"115"0,1 0 25 15,-1 0-80-15,-1 2-77 0,-1 1-50 16,2-2-19-16,1 5-6 0,-2-4-6 0,1 5 3 15,-1 3 8-15,-1 0 6 0,2 3 8 16,1 2 14-16,-1 3 18 0,0 3 8 0,-1 3-5 16,2 1-7-16,-1 6 2 0,1 0-10 0,0 2-18 15,1 3-24-15,0 1-26 0,-1 6-27 0,2-3-25 16,-2 5-20-16,2 0-15 0,1 2-10 16,0 1-2-16,-1 3 3 0,0 5-8 0,1-1-6 15,-1 3-1-15,0 2 18 0,4 2 17 16,-4 3 14-16,1-1 1 0,1 1 5 0,-1 2-3 15,2 2-25-15,-2 1 7 0,2 4 15 0,-1 1 9 16,2 2-2-16,-3 3-1 0,2 3-3 0,0 1-25 16,1 2-24-16,1 2-6 0,-2 2 3 15,3 1-2-15,0 4 2 0,0 1-7 0,3 6 2 16,-1 0-7-16,3 1-8 0,-2 2-3 16,5 6-1-16,-3-1-1 0,4 2-8 0,2 4 2 15,-1-2 0-15,1 4 3 0,2 0-3 0,-2 0 2 16,-1 2-2-16,2-2 0 0,-2-2-1 0,-2-1-1 15,2-4 1-15,-3-2 1 0,-2-5 3 16,0-6-6-16,-2-8-5 0,0-9-12 0,-4-9-26 16,-2-11-47-16,-3-10-50 0,-4-9-77 15,-4-12-143-15,-2-9-210 0,-3-10-283 0,-6-10-252 16,-2-9-221-16,-6-7 28 0,-3-10 473 0</inkml:trace>
  <inkml:trace contextRef="#ctx0" brushRef="#br0" timeOffset="71197.89">7916 15885 53 0,'0'1'259'0,"0"2"135"0,0 1 130 0,0-1-72 16,0-1-102-16,-2 2-35 0,1 0 15 0,-1 3 7 16,-1 1 4-16,1 1-14 0,2 1-18 15,-3 2-13-15,3 2-37 0,0 1-21 0,-1 6-21 16,1 0-26-16,0 2-35 0,0 5-31 0,-2 2-30 15,2 3-27-15,0 3-23 0,0 1-31 0,2 2-1 16,-1 2-4-16,-1-1-5 0,3 1-3 16,-1-1 0-16,-2-1 10 0,3-2-7 0,0-1-4 15,1-4-9-15,-3-3-33 0,3-5-88 0,-3-3-131 16,2-4-134-16,3-4-262 0,-3-4-276 16,2-4-187-16,0-5 61 0,-2-6 339 0,2-5 338 15</inkml:trace>
  <inkml:trace contextRef="#ctx0" brushRef="#br0" timeOffset="71987.96">10303 15861 62 0,'-2'-5'294'0,"0"3"166"0,2-3 182 15,-2 4-13-15,2-3-29 0,-1 3-34 16,-1 0-40-16,2 2-45 0,-1 0-62 0,-1 3-79 16,2 3-91-16,0 0-67 0,2 2-33 0,-1 3-8 15,-1 3 13-15,2 0 20 0,-1 3 13 16,1 3-2-16,2 1-10 0,-2 4-19 0,0 4-39 15,-1 2-36-15,2 4-31 0,2 4-14 0,-2 3-12 16,2 5-8-16,0 4-2 0,3 3 4 0,0 8 0 16,0 3 3-16,1 5-8 0,0 4-5 0,1 2-2 15,1 3-8-15,0 0-1 0,-3-1-6 0,3-1 2 16,-2-3 10-16,0-6 2 0,-1-7 3 16,-2-8-3-16,3-8-8 0,-4-9-28 0,-2-8-63 15,0-9-54-15,-1-8-87 0,-2-9-156 0,-2-11-197 16,-4-10-284-16,1-7-235 0,-6-13-214 0,2-8 54 15,-3-8 473-15</inkml:trace>
  <inkml:trace contextRef="#ctx0" brushRef="#br0" timeOffset="74880.07">10633 11378 196 0,'-5'3'357'0,"0"-3"152"16,0 0 51-16,2 0-91 0,0-3-49 0,-2 3-1 15,4-2 4-15,-1 2-12 0,-1 0-29 16,3-2-44-16,0 2-58 0,-2 0-56 0,2 0-51 16,0 0-41-16,2 0-36 0,-2 0-30 0,0 0-24 15,2 0-17-15,-1 0-13 0,2 0-4 16,-1 2-5-16,4-2 1 0,-1 0 0 0,1 0-2 16,2 2 2-16,1 1 12 0,-1-3 11 15,2 1 6-15,2 0 1 0,1 0 4 0,0 2-2 16,1-3-11-16,0 4-13 0,2-2-7 0,-1-1 0 15,0 2-1-15,1 0 1 0,0 0 0 16,-2 0 1-16,0 0 0 0,-1 2 37 0,1 0 28 16,-3-1 18-16,0 3 6 0,0-1 6 15,-1 0-1-15,-2-1-34 0,1 4 17 0,-3-3 9 16,-1 1 5-16,0 0 2 0,1 0 5 0,-4 1 3 16,1-1-34-16,0 4-16 0,-3-2-11 0,-3 1-11 15,3 3-8-15,-3-1-7 0,0 1-3 16,-2 2-5-16,0 0-5 0,0-2-1 15,-1 4-2-15,-2-2 0 0,0 0-4 0,0 1 1 16,0-1 0-16,-1 1 0 0,1-1-1 0,0-2 0 16,-1 1 0-16,4-1-1 0,-1-1 2 0,1-1 0 15,0-1 1-15,2-1-3 0,0 0-1 16,-2-2 0-16,4-1 0 0,-1 0-2 0,2 0 0 16,0-1 1-16,0 0 0 0,3 1 0 15,-1-2 0-15,2 2 0 0,-1-1-1 0,2-1 0 16,0 0 2-16,0-1-1 0,3 2 1 0,1-2 0 15,1 0 1-15,-1-1 1 0,4 0 0 16,-2-2-7-16,3 0 3 0,0 0-4 0,-1-1-3 16,4 0 5-16,-4-2 3 0,4 0 9 15,-4 0-2-15,1-1 4 0,-1 0 4 0,-1 1-4 16,0 0-6-16,-3 1 0 0,2-3-1 0,-3 2 2 16,-1 0-1-16,-1 1-2 0,0 1-4 15,0-1-18-15,-2-1-41 0,-1 2-54 0,-2-2-46 16,1 3-55-16,-2 0-108 0,0 0-157 15,-2-2-198-15,-1 2-230 0,-2 0-234 0,2 0-154 16,-4-2 229-16,0 2 486 0</inkml:trace>
  <inkml:trace contextRef="#ctx0" brushRef="#br0" timeOffset="75274.17">10681 11714 296 0,'0'-2'516'0,"0"-1"182"0,0 2 45 0,2-1-185 15,-2 2-182-15,2 0-120 0,-1-2-66 0,2 2-39 16,1-1 14-16,0-1-12 0,4 1-11 0,-2-1-6 16,4-2 31-16,0 1 36 0,2-1-36 15,1 1-22-15,2 0-18 0,0-2-9 16,2 0-36-16,-1 1-37 0,3-1-22 0,0 1-9 16,-2-3-5-16,4 3-7 0,-2 1 1 0,0-1-1 15,0-1-1-15,-2 3 0 0,2-3 1 0,-3 3 1 16,1-1 1-16,-2 2 3 0,0-1-1 15,0 2-13-15,-3 0-66 0,1 0-108 0,-1 2-139 16,0 1-282-16,-3 0-271 0,2 3-222 16,0-1-4-16,-1 0 291 0,1 2 388 0</inkml:trace>
  <inkml:trace contextRef="#ctx0" brushRef="#br0" timeOffset="76289.95">11374 11850 206 0,'0'-2'351'0,"0"2"140"16,0-1-14-16,0 1-92 0,0-2-83 0,0 1-47 16,-1-2-11-16,-1 3 17 0,2 0 15 15,0-2 10-15,-2 0 4 0,2 2 6 0,-1 0-5 16,-1 0-25-16,0 0-27 0,2-3-24 0,-1 3-33 16,-1 0-33-16,1-1-34 0,-1 1-21 15,0 0-10-15,-1 0-5 0,2 0 8 0,-1 0 6 16,-1 0 13-16,0 1-6 0,2-1-10 15,-1 0-18-15,-1 3-19 0,1-3-9 0,0 2-8 16,1 0 4-16,-1-2-4 0,-1 0 1 0,1 4-2 16,1-2-2-16,-1 1-14 0,-1 0-11 0,3 0-6 15,-3 0 1-15,2 2-3 0,-1-1-8 16,0 0 6-16,2 0-1 0,-1 3-2 16,-1-3-2-16,2 2 2 0,-1 0 5 0,1 1-5 15,0-1 0-15,0 1 5 0,0 0-3 0,1 0-2 16,-1 1-5-16,3-1 0 0,-1 1 2 0,1 0 2 15,3-1 1-15,-3 0 5 0,2 2-2 16,0-1 3-16,2 0 0 0,-3-1-1 0,4 1-4 16,-2-1 2-16,2-1 0 0,-1 0-3 15,0 0 2-15,1-2-2 0,0 1 2 0,0-1-2 16,1-2 4-16,0-1 1 0,0-1 2 0,0 0-1 16,1-1 3-16,-2-1 3 0,0-2-1 15,1 1 2-15,-1-1-1 0,0-2 2 0,-1 0-2 16,0-2-2-16,-2 1 2 0,1-2 1 15,-1 1-4-15,0-2 2 0,1 2 5 0,-3-3 19 16,2 3 10-16,-3-3 8 0,-1 1 7 0,-1-2 10 16,0 1 2-16,0 0-14 0,-3 3-3 0,1-3-7 15,-2 2-6-15,-2 1-10 0,-1 1-4 16,1-1-7-16,-1 1-7 0,-3 0-3 16,0 0-1-16,0 3 1 0,-2 2-1 0,2-3-1 15,-1 5 1-15,0 0-2 0,0 0-1 0,1 5-2 16,-2-3-3-16,2 2 0 0,-1 4-1 0,1 0 0 15,1 3-2-15,1 0-10 0,-1 1-34 16,5 0-60-16,-3 1-59 0,2 1-108 0,0-1-172 16,2-2-280-16,0 1-282 0,0 0-228 15,0 1-154-15,1 0 258 0,2-1 545 0</inkml:trace>
  <inkml:trace contextRef="#ctx0" brushRef="#br0" timeOffset="79016.1">24956 11237 304 0,'0'7'582'0,"0"-1"216"0,0-2 94 16,0-1-259-16,1-1-188 0,-1-4-100 0,5-1-53 16,-4-3-28-16,2-3-30 0,4-4-41 0,1-4-27 15,2-2-37-15,4-5-31 0,0-3-20 16,3-2-6-16,4-3-6 0,-4 2-21 0,5 0-12 15,-4 2-7-15,1 4-10 0,-4 3-8 16,-2 4-2-16,-2 3-4 0,0 5-3 0,-4 0 1 16,-3 4 10-16,1 3 9 0,2 4 10 0,-3 6 19 15,1 4 4-15,-4 3 3 0,1 8-4 16,0 2-11-16,-2 2-8 0,-2 3-15 0,0 1-4 16,2 0-7-16,-1 1-1 0,-2 0-3 15,1 0-2-15,-1-2-1 0,2 2-5 0,-1-3 1 16,2-1 3-16,-2-2-16 0,2-3-18 0,-3 1-27 15,2-4-79-15,-6-2-133 0,2-3-181 16,1-2-281-16,-6 2-260 0,4-4-207 0,-4 0 80 16,1-2 398-16</inkml:trace>
  <inkml:trace contextRef="#ctx0" brushRef="#br0" timeOffset="79246.07">24997 11524 70 0,'8'2'358'0,"-4"3"195"0,3-4 141 0,-1 0-22 16,7 0-233-16,-4 2-126 0,5-3-38 0,1 0-1 15,2-3-7-15,2 2-27 0,2-6-47 16,0 3-47-16,4-3-46 0,0-2-40 0,2 1-26 16,-1-1-13-16,0-1-8 0,-1 1-5 15,-3 1-4-15,2-3-6 0,-4 5-62 0,-4 0-99 16,-2 1-122-16,-2 4-243 0,-4-1-244 0,-2 2-179 15,-5 3 37-15,-2 2 249 0,-5 1 303 0</inkml:trace>
  <inkml:trace contextRef="#ctx0" brushRef="#br0" timeOffset="79599.95">25155 11714 211 0,'6'0'421'0,"2"0"156"16,1-2 92-16,3-1-204 0,0 0-150 0,2-2-53 16,2-1-16-16,2 0 9 0,-1 0-7 0,2-1-37 15,0 2-47-15,-1 1-47 0,-1-1-37 16,-3 2-36-16,2 0-18 0,-3 3 30 0,-3 0 52 16,0 3 56-16,-4 0 33 0,-2 2 16 15,-3 2 1-15,-1 2-38 0,-1 1-51 0,-4 3-50 16,-3 2-31-16,-3 1-14 0,-2 3-9 0,0 0 0 15,1 0-1-15,-1 2 1 0,-1 1-3 16,3-3-7-16,1 0-4 0,1 1-6 0,3-3-2 16,-1-1-1-16,6 0-3 0,-1-4 2 15,2 2-1-15,2-3 1 0,2-1 2 0,1-1-1 16,3-3 1-16,5 0-2 0,0-2 2 0,0-1-9 16,5-3-32-16,-1-1-90 0,3-2-123 15,0-2-163-15,0-1-294 0,0 0-269 0,2-1-187 16,-4 0 97-16,2-1 365 0</inkml:trace>
  <inkml:trace contextRef="#ctx0" brushRef="#br0" timeOffset="81389.96">25336 12010 26 0,'2'2'243'0,"0"-2"136"16,-2 0 125-16,1 2-75 0,1-2-114 16,0 0-89-16,-2 1-50 0,1-1-23 0,1 0-14 15,-2 0-14-15,0 0-11 0,1 0-8 0,-1 0-14 16,0 0-10-16,0 0-14 0,2 0-8 0,-2 0-10 16,0 0-5-16,2 0-1 0,-2 0-3 15,0 0-3-15,1 0-2 0,-1 0-2 16,2 0 32-16,-1-1 32 0,4 1 15 0,-4-2 5 15,4 0 4-15,-2 1 2 0,2 0-39 0,2-1-13 16,-3 0-5-16,2 1-3 0,1 1-5 0,-2-2 0 16,3 2-4-16,-2 0 10 0,2 2 14 15,0-1 12-15,0 3 9 0,0-2 23 0,1 2 11 16,-1 0-25-16,0 1-24 0,3 0-17 16,-5 1-5-16,2 0-15 0,-1 1-9 0,-1-1-5 15,1 0 1-15,-2 1 5 0,-1 4 3 0,0-4 1 16,0 0 12-16,-3 0 9 0,1 1 3 15,-1 0 23-15,-1 0 22 0,-3 1 19 0,2-1-1 16,-4 1-4-16,-2-1-7 0,-1 0-24 16,-1 0-28-16,-2 0-27 0,0-1-15 0,-5 1-10 15,2-2-8-15,-4 0-3 0,0 1-1 0,-2-5 0 16,0 4-1-16,1-1 0 0,0-1-2 16,0 0 0-16,3 0-1 0,1 0 0 0,2-1-3 15,0-1 1-15,5 0-5 0,0 0-24 16,2-1-49-16,1-1-50 0,1 0-48 0,2 0-98 15,2-3-134-15,2-1-144 0,2-2-235 0,2 0-234 16,2-3-186-16,4-2 71 0,2-1 364 0,0 0 390 16</inkml:trace>
  <inkml:trace contextRef="#ctx0" brushRef="#br0" timeOffset="82852.09">22989 11142 163 0,'-2'-5'402'0,"1"-1"174"15,-1-2 110-15,1 1-164 0,1 0-126 16,0-2-25-16,1 0-4 0,2-1 15 0,3-2 4 15,-1 2-22-15,3-2-68 0,0 0-64 16,4 1-60-16,1-1-50 0,3-1-36 0,0 4-29 16,1 0-20-16,1 2-16 0,1 1-6 0,-2 2 0 15,2 0 0-15,-2 3 2 0,-1 4 7 16,-2 1 21-16,-1 5 19 0,-5 2 41 0,1 4 27 16,-6 3 9-16,-1 3 0 0,-5 3-19 0,-5 3-24 15,-1 1-34-15,-3 4-23 0,-3 1-16 16,-3 1-10-16,-1 2-6 0,-1 2 1 0,2-4-5 15,0 2-3-15,-3-3-2 0,7-2 3 16,1-1-1-16,1-5 1 0,4-1-4 0,-1-5-1 16,6 0 2-16,2-4-6 0,2-2 0 0,2 0-2 15,2-2 5-15,3-3 0 0,0 1-1 16,6-3 4-16,-2-2 2 0,3-3 3 0,0-1-36 16,2 0-48-16,-1-3-43 0,1-1-89 15,-2 0-141-15,-2-1-199 0,-1-1-273 0,-3 1-226 16,2 1-204-16,-6 1 79 0,-2 0 420 0</inkml:trace>
  <inkml:trace contextRef="#ctx0" brushRef="#br0" timeOffset="83141.98">22862 11762 27 0,'2'5'399'16,"0"3"275"-16,0-2 175 0,3-2 30 0,2 2-347 16,1-1-266-16,0-1-119 0,4 1-49 0,1-1-20 15,4-1 43-15,1-1 39 0,4-1 23 16,1-2 5-16,2-1 7 0,2-1-4 0,2-1-45 16,1-3-43-16,0 2-24 0,0-3-26 0,2 1-26 15,-2-2-12-15,0 2-8 0,-2-2-1 16,-1 2 2-16,-2 1-5 0,-3 0-33 0,-2 2-76 15,-3 0-112-15,-6 4-144 0,1 0-277 16,-5 5-265-16,-2 1-169 0,-4 2 56 0,-2-2 305 16,-2 5 350-16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59:14.97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23031 12034 219 0,'0'2'703'0,"-1"-1"340"16,-3-1 73-16,4 0-186 0,-1 0-362 0,1-1-212 15,0-2-130-15,0-2-67 0,1 0-33 16,3-2-19-16,1 1-30 0,-1-3-24 0,1-1-24 16,4 2-8-16,-1-1-4 0,2 1-3 15,0 1-4-15,-3 3-5 0,3-1 8 0,-1 3 4 16,1 1 22-16,-2 2 22 0,0 2 30 16,-2 4 28-16,2 1 15 0,-4 2 8 0,1 3-15 15,-2 1-18-15,1 2-22 0,-3 2-27 0,1-2-21 16,0 3-18-16,-1-1-8 0,-1 0-5 0,2-2-4 15,-1-1 0-15,4 0 0 0,-4-1-2 16,2-2-2-16,2-1-2 0,-1 0 1 0,0-4-5 16,3 0 0-16,0 2 2 0,1-3 0 15,4-2 0-15,-2 0-1 0,2-2 5 0,0 3-1 16,2-3 0-16,1 3 1 0,0 0 1 0,2-1 0 16,-2 4-1-16,0-1 2 0,-2 5 1 0,2-3-2 15,-3 3 3-15,0 0 0 0,-4 3 2 16,1 0 2-16,-5-1 2 0,-2 3 18 0,-4-2 13 15,-1 3 17-15,-3 0 11 0,-5 0 9 16,-2 1 4-16,-2-1-11 0,-1 1-10 0,-6 0-14 16,0-2-10-16,0 1-11 0,-4-3-8 0,1-1-5 15,-2 1-5-15,0-2-3 0,2-2-2 16,1-2-4-16,2-2-4 0,0-1-11 0,5 0-26 16,1 0-70-16,4-4-78 0,2-2-148 0,3 0-265 15,4 0-310-15,5-2-350 0,1-3-221 16,3 2 25-16,7-6 603 0</inkml:trace>
  <inkml:trace contextRef="#ctx0" brushRef="#br1" timeOffset="5173.03">27043 10994 207 0,'0'-4'403'0,"1"0"156"16,-1-1 101-16,2 0-238 0,0 1-80 15,1 1-15-15,3-1 29 0,-2-1 34 0,5 1 9 16,-1 1-10-16,2-1-55 0,2-1-58 0,-1 2-62 16,4-1-51-16,1 0-41 0,5 2-29 0,1-1-25 15,-1 1-15-15,2 2-14 0,1 0 9 16,-1 2 0-16,2 2-5 0,-2-2 3 15,-1 5-7-15,2-1 3 0,-6 1-20 0,0 3 28 16,-2-2 42-16,-2 2 19 0,-1 2 19 0,-2 2 8 16,-3 0 5-16,-3 1-27 0,-4 3-37 0,-2 1-19 15,-2 2-17-15,-6 0-12 0,-1 5-9 16,-5 0-6-16,-3 2-1 0,-2 0-4 0,-3 4-3 16,-4 1-3-16,0 1-1 0,0 0 1 15,0 3-2-15,2-1 4 0,-2 0 0 0,3-2 0 16,2 0-1-16,6 0-2 0,1-3 0 0,3-2-4 15,2-1-2-15,5-3 2 0,3-2 2 16,2-2-3-16,5-1-1 0,1-3 2 0,4 2 0 16,-1-4-1-16,7-3-2 0,0 0 2 15,3-1 1-15,3-5-3 0,0-2 2 0,3 2-1 16,1-5 1-16,0-2 0 0,3-1 0 0,-2-2 1 16,1 0-2-16,-2-1 1 0,1-1 0 0,-2 0 2 15,-2-2-1-15,-1 1 1 0,-2-2 0 16,-2 2-9-16,-1-1-25 0,-4 0-63 15,0 1-54-15,-5-1-70 0,1 1-128 0,-2-2-171 16,-4 0-267-16,-1-1-223 0,-2 2-212 0,-3-1-75 16,-4 0 338-16,-2-1 469 0</inkml:trace>
  <inkml:trace contextRef="#ctx0" brushRef="#br1" timeOffset="5480.08">26975 11458 233 0,'1'-1'571'0,"2"-3"247"16,1 2 98-16,-1 0-167 0,3-1-184 0,2 0-117 16,3 0-79-16,0 0-35 0,6-1-14 15,4 1-26-15,1-4-38 0,4 3-27 0,4-1-23 16,1-3-23-16,4 0-29 0,3 1-25 15,-4-1-32-15,5 1-30 0,-3-1-20 0,2 2-9 16,1 0-7-16,-2-2-14 0,1 4-5 0,-2-1-6 16,-1 0-3-16,-2 0 1 0,2 2-1 15,-5 0 0-15,-1 3-17 0,-3 0-62 0,0 2-64 16,-4 1-122-16,-5 1-174 0,0 3-313 16,-4-2-321-16,0 2-236 0,-4 4-111 0,-1-1 351 15,-2 2 556-15</inkml:trace>
  <inkml:trace contextRef="#ctx0" brushRef="#br1" timeOffset="6012.01">28089 11916 195 0,'0'0'483'0,"-1"4"211"16,1-1 136-16,-3 2-132 0,3 0-136 0,-4 3-83 16,3 1-47-16,1 3-37 0,-2 2-43 0,1 1-68 15,1 4-80-15,1 1-69 0,1-1-47 16,-1 1-29-16,3 0-22 0,2 0-16 0,0-2-9 16,2-1-5-16,2-2-6 0,-1-3-1 0,4-2 4 15,-1-1-2-15,6-3 8 0,-2-3 16 16,-1-1 15-16,3-6 6 0,-1 0 4 0,-1-2-2 15,0-4 5-15,-3-1 20 0,1-1 25 0,-5-1 20 16,-1-1 8-16,-1 1 5 0,-3-3-7 16,-2 2-28-16,-2 0-29 0,-5 0-22 0,-1-1-14 15,-2 4-9-15,-2-3-7 0,-4 4-7 16,1-1-4-16,-5 3 0 0,0 3-3 0,-2-1-3 16,-2 6-5-16,-4 2-21 0,4 4-54 0,-5 1-59 15,2 5-72-15,0 0-141 0,4 1-211 16,-1-1-299-16,1 0-244 0,5 2-205 0,2-2-12 15,1-1 454-15</inkml:trace>
  <inkml:trace contextRef="#ctx0" brushRef="#br1" timeOffset="11858.33">12599 10732 83 0,'0'-3'282'15,"2"0"121"-15,-2 2 98 0,2 0-134 0,-1-1-133 16,1 0-65-16,-2 2-39 0,1 0-19 16,-1 0-9-16,0 0-23 0,2 2-21 0,1 1-1 15,-2 3 19-15,1 1 28 0,-1 2 36 0,1 5 25 16,1 1-12-16,-1 4 11 0,1 2 24 16,2 5-29-16,-2 2 12 0,2 3 27 0,3 5 31 15,-4 2 5-15,1 5-11 0,2 1 10 16,-3 6-34-16,1 2-41 0,1 3-20 0,-3 2-35 15,1 2-34-15,0 1-22 0,0 3-5 0,1 3-1 16,-2 2-2-16,3 2-5 0,-2 1-4 16,1 1 11-16,3 3 26 0,-3 0 12 0,4 1 23 15,-4 2 26-15,3 4 6 0,-3 3-10 0,1 3-27 16,3 1-21-16,-4 2-21 0,0 2-23 0,2 2-9 16,-1 0-5-16,0 1-4 0,0 3-3 15,-1-1-6-15,3 3-2 0,1-1-3 0,-1-1 0 16,0 0 0-16,2-2 4 0,2 1 2 0,0-2 0 15,0 0 4-15,2-1-2 0,-1-2 3 16,1-3 4-16,-1 0 2 0,1-3 2 0,-3-1 0 16,3 0 0-16,-4-1-4 0,1-1-7 0,2 1-2 15,-5-3-4-15,1 1 1 0,-1-1 0 0,1-1-1 16,-2-1 1-16,-1-1-1 0,1-1-2 16,0 0 0-16,0-3-3 0,-1 0 2 0,1-1 0 15,0-4 3-15,-1-3 0 0,1 1-1 0,-1-4 2 16,2 0 3-16,0-3 0 0,-2 2-1 0,2-3 3 15,0 2-3-15,1-1-2 0,0 1-3 16,-3-2-3-16,2 0 0 0,1-2 0 0,-1 2 2 16,0-5 1-16,1 1 1 0,-2-5-4 0,-1-3-5 15,-1-7-15-15,-2-7-45 0,0-7-50 0,-3-7-50 16,0-9-86-16,-3-7-128 0,-2-8-152 16,-1-7-191-16,0-7-240 0,-2-5-218 0,0-7-9 15,-2-6 294-15,2-4 406 0</inkml:trace>
  <inkml:trace contextRef="#ctx0" brushRef="#br1" timeOffset="17561.9">13290 11391 178 0,'-3'2'338'0,"2"0"142"16,-1-2 38-16,2 2-103 0,0-1-66 15,-1-1-16-15,1 2 15 0,0-2 8 0,0 0 2 16,1 0-20-16,-1-2-33 0,2 2-44 16,-1 0-46-16,2-1-44 0,-3-1-41 0,2 1-27 15,-1 0-20-15,-1-3-15 0,2 2-5 0,-1-2-8 16,1 2-1-16,-2-3-1 0,0 3-8 15,2 0-5-15,-1 1-11 0,-1-2-9 0,0 2-6 16,2 1-5-16,-2-2-5 0,1 2-2 16,1 0 1-16,0 0-2 0,-1 0 1 0,4 2 1 15,0-1-1-15,2 2-1 0,2 0 1 0,-1 4 8 16,2-4 0-16,2 6 0 0,-3-2 1 0,5 1 4 16,-3 2-2-16,3-2 2 0,-2 3 41 15,0 1 33-15,1 1 24 0,-2 0 3 0,-1-1 2 16,0 1-3-16,0 1-1 0,-2-2-13 15,0 1-12-15,-2-1-2 0,-1-1-1 0,-2 0 2 16,0 0-25-16,-3 0-15 0,2-3-4 0,-4 3-6 16,1-2-2-16,-3 2-8 0,1-2-4 15,-2-1-3-15,-2 3-6 0,2-2 2 0,-3 2 0 16,-2-2 0-16,1 1 2 0,-2-1-2 16,1 0 0-16,-2-2-5 0,-1 1-5 0,0 0-1 15,1-1-3-15,-1-3 1 0,1 1-1 0,1-1-1 16,-1-2-1-16,-2 0 1 0,3-2-2 0,0-2-1 15,-2 0 1-15,2-2-1 0,1-1-2 16,-2-1 1-16,1-2-1 0,2-1 0 16,-1 0 0-16,2-3-1 0,-1 1 0 0,1-3-1 15,3 1 2-15,-1 0-1 0,3-1-1 0,-1-1 2 16,0 2-1-16,2-2-1 0,2 0 0 0,2 0-1 16,2 0 1-16,3-2 2 0,-1 0 0 15,1 0 1-15,3-1 2 0,-2 0 0 0,4-2 1 16,0 2 1-16,-1 1 0 0,1 0 0 15,1 1 0-15,-3 0 1 0,1 2 0 0,0 4-3 16,0 0-1-16,-1 1-2 0,1 3 2 0,0 2-2 16,0 0 0-16,0 3 1 0,2 1 1 15,-1 1 1-15,3 3 0 0,0 0-1 0,1 2 1 16,1 3 0-16,1-1 0 0,2-1-1 0,-1 2-1 16,1 0 2-16,0-2-2 0,0 0 1 15,0-1 0-15,0-1 1 0,-1-1 0 0,3-2-2 16,-3-2 1-16,0-1 0 0,2-2 0 0,-1-1 1 15,-1-2 1-15,0-3-7 0,0 1-35 16,-3-1-76-16,1 0-105 0,-2-2-176 16,0 2-297-16,-4 1-337 0,1-1-335 0,-3 1-166 0,-3 4 273 15,-1-1 650-15</inkml:trace>
  <inkml:trace contextRef="#ctx0" brushRef="#br1" timeOffset="22300">4488 12991 40 0,'16'-1'244'0,"0"0"113"16,-2-1 98-16,0 2-101 0,2 0-143 16,0 0-84-16,2 2-23 0,2-1-6 0,0 0-1 15,1 2 26-15,4 1 14 0,4 1-19 0,1-2-36 16,3 2-18-16,5-1-15 0,3 1 27 16,3-3 32-16,2 3 46 0,3-2 21 0,5-1 33 15,1-1 7-15,2-1-50 0,2 0-58 16,5 0-25-16,1 0 35 0,3-1 33 0,2-1 16 15,7 0 4-15,1 1 1 0,6-2-6 0,-1 0-51 16,5 0-59-16,2 0-23 0,0-1-14 16,6 1-3-16,0 0-5 0,4-2 3 0,3 1 0 15,3 1-8-15,0 0-10 0,0 0 0 16,3-1 1-16,3 0 4 0,1 2 3 0,2-3 4 16,0-1 4-16,2 4-12 0,-1-3-2 0,1-1 3 15,-2 2 0-15,2 0 0 0,0-1 4 0,3-1 4 16,-1 2-11-16,1-3 3 0,0 3 0 15,2 0 4-15,-2-1 1 0,3 1 2 0,-1 0 5 16,-2 0-12-16,0 0 2 0,-1 1 0 16,1-2-1-16,-1 1 5 0,1-1 0 0,0-1 2 15,3 0-8-15,-1-1 43 0,0-1 25 0,1 1 13 16,2-2 5-16,0-2 0 0,2 2 3 0,-1-2-49 16,-1-1-21-16,0 2 4 0,-2 0 0 15,5-2 3-15,-1 1 0 0,1-1-2 0,-2 2 0 16,1-1-12-16,-1 2-7 0,1 0-2 15,1 1 2-15,1 2 1 0,-1 0-8 0,2-1 3 16,-3 3 2-16,-1 2 3 0,2-3-3 0,-1 3 0 16,2-2 0-16,-4 2 10 0,0-2 12 0,-2 3 9 15,-1 0 5-15,-2-1 1 0,0-1 4 16,-2 0-16-16,0-3-15 0,-4 2-5 0,-2-2-4 16,-6-1-1-16,0-1 4 0,0-1 4 15,-5 1-1-15,-4-4-9 0,-4 1-1 0,-3 3 3 16,-6-3-4-16,-4 1-7 0,-8 1 3 0,-6 1 4 15,-6 2-26-15,-5-1-34 0,-8 1-98 0,-7 1-155 16,-8 2-289-16,-10 1-287 0,-4 1-252 16,-10 2-173-16,-8-1 250 0,-7 0 519 0</inkml:trace>
  <inkml:trace contextRef="#ctx0" brushRef="#br1" timeOffset="25205.89">4618 13491 230 0,'-2'0'488'16,"-3"-2"231"-16,1-1 171 0,-2 0-139 15,-1 2-137-15,-1-1-86 0,2 0-68 0,-3 2-70 16,-1 0-71-16,0 0-82 0,0 2-67 0,-2 1-33 16,3-2-23-16,-4 6 1 0,2-3-6 15,0 3-13-15,0 3-14 0,2 0-25 0,0 4-12 16,2-1-24-16,2 4-14 0,0 4-12 16,5 1-8-16,2 2 0 0,3 5-1 0,2-1 4 15,3 2 2-15,3 0 7 0,2 2 7 0,0-4-5 16,4 1-1-16,1-4 0 0,-1-2-2 0,0-4-4 15,3-3 3-15,-1-4 3 0,3-1 4 16,-1-4 0-16,-2-5 4 0,1-4 5 0,0-2-1 16,0-3 4-16,-6-7 11 0,3-1 6 15,-5-3 5-15,0-3-4 0,-4-3-1 0,-2-1-2 16,-2-2-6-16,0 0 3 0,-4-2 4 0,-2 2 7 16,-6 0 12-16,1 4 0 0,-4-2-2 0,-3 2-7 15,-5 3-11-15,1 1-9 0,-4 0-11 16,-2 4-7-16,-2 2 2 0,2 2-3 0,-4 2-2 15,1 5 2-15,0 2-2 0,1 6-1 16,2 3-5-16,0 5-16 0,0 6-43 0,1 3-56 16,2 7-46-16,2 2-76 0,1 5-142 0,2-1-168 15,1 4-247-15,5 1-221 0,0 3-219 16,4-2-10-16,2 1 394 0,2-1 436 0</inkml:trace>
  <inkml:trace contextRef="#ctx0" brushRef="#br1" timeOffset="26148.06">4248 14453 49 0,'-3'2'281'15,"1"-2"138"-15,0 0 110 0,2 0-82 0,4 0-201 16,-1 0-130-16,5 0-67 0,3-2-28 15,0 1-13-15,3 0-6 0,7-3 27 0,1 0 14 16,5 1 8-16,3-3 6 0,3 2 26 16,5-2 8-16,2 0 33 0,5 0 40 0,1-2-6 15,6 2-7-15,4-1-26 0,5-1-8 0,7 2-54 16,2-1-53-16,7-1 2 0,1 1 19 0,4-1 8 16,3 1 17-16,4 0 46 0,6-3 28 15,1 3 8-15,7-4-15 0,0 1 10 0,6 1-14 16,0-2-31-16,5 1-36 0,1-1-24 15,2 1-8-15,5-2-29 0,3-2 8 0,1 2 1 16,1 0 22-16,4-1-5 0,3-2-7 0,4 1 18 16,3-1-12-16,1 2-6 0,2-2-6 0,3 1-4 15,0-1 16-15,7 1-12 0,3 1 9 16,0 0-4-16,6 0-2 0,0 0 18 0,6 0-16 16,-1 1 7-16,2-2 36 0,3 3 43 0,2-1 15 15,2 1-2-15,5-2 19 0,1 1-2 16,4 1-39-16,1 0-52 0,2 1-9 0,3-1 16 15,0 2-4-15,4-2-5 0,-2 3 6 16,2-3 11-16,0 1-11 0,0 0-20 0,4-2-15 16,-5 1 11-16,1 3 3 0,-5-3-1 0,-1 1-3 15,-1 0 11-15,-3-1 6 0,-4 1-12 0,2-1-15 16,2-1-6-16,-1 1 12 0,-1 0-2 0,-3-2-6 16,-3 4-2-16,-4-3-3 0,-5-1 11 15,-6 2-6-15,-9 3-12 0,-5-3-10 0,-9 4-76 16,-10-1-134-16,-8 1-237 0,-11 3-285 15,-12 0-265-15,-13 2-221 0,-16 2 93 0,-12 4 469 16</inkml:trace>
  <inkml:trace contextRef="#ctx0" brushRef="#br1" timeOffset="27140.04">4501 14871 124 0,'-2'9'317'0,"-1"-3"128"16,2-1 96-16,-1 1-198 0,2-1-160 0,3 0-93 16,-1-1-50-16,1 1-13 0,0 1 7 0,6-1 5 15,-1 3 58-15,0 0 39 0,5 3 57 0,1 0 78 16,1 1 20-16,0 2 2 0,4 1-51 15,-3 1 30-15,3 2 3 0,0 0-48 16,-2 1-30-16,1 1-16 0,-1-2-12 0,0 0-29 0,-4 1-23 16,-2-2-14-16,0 0-5 0,-3-1-5 15,-3 0-2-15,0 0-29 0,-2-1-24 0,-3-2-10 16,-1 1-10-16,-3-1-6 0,-1 0-5 16,-1-3-3-16,-5-3-3 0,2 1-12 0,-3-4-25 15,-3-2-55-15,0-4-107 0,-5 0-138 16,4-6-214-16,-4-1-281 0,-1-4-232 0,2 0-87 15,-3-3 239-15,0-2 389 0</inkml:trace>
  <inkml:trace contextRef="#ctx0" brushRef="#br1" timeOffset="27345.91">4456 14968 39 0,'13'0'227'0,"1"-2"114"0,2 2 132 0,0 0-103 16,2 0-71-16,2 0-24 0,-1 0-32 15,2 0-26-15,-1-1-37 0,1-1 6 0,1 1-15 16,2-2-30-16,-1 2-16 0,2-2-14 16,-2 0-8-16,-1 0-45 0,1 0-21 0,-2 1-10 15,0-1-4-15,-3 3-8 0,0-1-58 0,-4 2-84 16,-1 1-120-16,-1 1-273 0,-2 1-180 0,-2 2-72 16,-3 1 115-16,-2 1 222 0</inkml:trace>
  <inkml:trace contextRef="#ctx0" brushRef="#br1" timeOffset="27988.12">4058 15876 30 0,'13'4'211'0,"1"1"97"15,2-1 101-15,4 0-106 0,4 1-89 16,0-4-40-16,3 2 4 0,3-3 17 0,3 0 22 15,2-3 36-15,6 0-7 0,2-2 28 0,4-3 38 16,2-1-2-16,5-2-51 0,3 0-56 16,4-3-33-16,4 3-59 0,5-4-67 0,4 2-41 15,2 0-3-15,3 1 70 0,5 0 48 16,3 2 34-16,6 1 14 0,2-1-16 0,7 1-14 16,3 0-62-16,6 0-32 0,3-1-22 0,4-1-9 15,6 0-2-15,2 1-2 0,5-2 17 0,5 0-11 16,8-1 4-16,3-1-6 0,7 0 9 15,5 0 5-15,6-1-17 0,2 0 5 0,7-2-11 16,3 2-3-16,3 0-1 0,4-2 4 0,2 3 7 16,4-1-7-16,3 1-5 0,3 1 3 15,8-1 8-15,5 1-7 0,1 1-8 0,-1 0 7 16,3 1 8-16,1-1-3 0,5 2-11 0,-1-3 3 16,1 2 27-16,2-3 6 0,-1 3-8 0,1-2 8 15,2 1 15-15,-1 0-1 0,-1 1-28 16,4 0-1-16,-4-1 16 0,2 3-5 0,-3-1-9 15,1 2 6-15,-6-1 13 0,-1 2-13 0,-6 3-15 16,0 0 4-16,-8 1 3 0,-4 0-9 0,-1 3-10 16,-2-2-4-16,-6 2 13 0,-4 0-5 15,-7 0 0-15,-7 3-1 0,-6 1 3 0,-11-2-4 16,-9 4-22-16,-13 2-30 0,-11 2-90 16,-15-1-142-16,-10 4-221 0,-12 0-275 0,-15 2-256 15,-11 3-185-15,-15 0 157 0,-10 0 441 0</inkml:trace>
  <inkml:trace contextRef="#ctx0" brushRef="#br1" timeOffset="29120">4408 16246 51 0,'-2'0'299'0,"-1"0"160"0,1-1 131 0,1 1-67 15,-1 0-219-15,2-2-139 0,2 1-62 0,-1 1-32 16,2-4 34-16,2 2 21 0,3-1 13 0,3-1 45 16,0-1 26-16,3 0 1 0,-1-1-39 0,4 3-31 15,-1-1 34-15,0 2-18 0,0 2-22 16,1-2-11-16,-4 4 43 0,3-2 39 0,-5 2-11 16,0 2-4-16,0 1 5 0,-3 3 22 0,0-1-8 15,-3 5 5-15,-2 1-4 0,1 3-17 0,-4 0-19 16,-4 3-41-16,1 2-40 0,-4 0-46 0,1 4-28 15,-2-3-16-15,-1 1-8 0,1 3 3 16,-2-3-2-16,2 1 4 0,-1-3 0 0,2-2-1 16,3-1-2-16,-1-5-2 0,0-1-2 0,2-1-3 15,0-2 8-15,3-3 5 0,0-1-4 0,3-1-33 16,0-1-44-16,2-2-41 0,1-2-61 16,1-2-114-16,1-2-131 0,2-5-115 0,2 1-105 15,0-2-240-15,1 1-201 0,1-2 21 0,2 0 234 16,0-1 320-16</inkml:trace>
  <inkml:trace contextRef="#ctx0" brushRef="#br1" timeOffset="29381.92">4874 16426 154 0,'14'5'293'0,"-1"2"106"0,1 1 24 16,-1 1-132-16,1-1-85 0,0 2-49 0,-1-2-27 16,1 0-20-16,-3 0-28 0,5-1-25 0,-3-2 7 15,1-2 10-15,-3 0 1 0,2-3 40 0,-1-2 34 16,-1-1 39-16,-1-3 7 0,1-2 0 0,-3-2-3 15,-2-2-29-15,1-1 7 0,-1 0 9 0,-2-4 10 16,-2 2 18-16,1-2 23 0,-4 2 6 16,-3-1-34-16,0 2-35 0,-4-3-35 0,-3 6-41 15,-2-2-34-15,-4 4-22 0,-2-1 1 0,-2 3-5 16,1 1-4-16,-1 6 5 0,0 0-5 0,-1 7 0 16,2 3-24-16,2 1-47 0,0 6-73 0,0 4-105 15,-1 1-120-15,0 4-152 0,5 2-259 16,-2 3-217-16,3 0-80 0,2 1 148 0,-1-3 306 15</inkml:trace>
  <inkml:trace contextRef="#ctx0" brushRef="#br1" timeOffset="30007.87">4219 17109 132 0,'2'1'325'16,"1"1"133"-16,-1-2 91 0,4 0-200 0,2-2-154 15,2 2-65-15,2-1-23 0,4-2 28 16,6 3 52-16,2-2 57 0,3-1 75 0,8-1 11 15,4-1-6-15,2 0 3 0,6-1-15 0,1 1-42 16,7-4-66-16,2 3-39 0,6-1-28 0,2-3-44 16,3 3-45-16,5-1-19 0,4-3-18 0,4 4 8 15,0 0 13-15,4-1-13 0,2 0-6 16,5 3-3-16,1-1-2 0,5-2-16 0,5 2-1 16,4-1 16-16,1-1 13 0,4 2-7 0,2-1 1 15,6-1-5-15,2-1-2 0,3 0-5 0,4 0-3 16,1 1 15-16,5-3 7 0,4 2 3 0,4-1-12 15,3 0-8-15,4 3 2 0,4-2-5 16,-1 0-2-16,5 0 1 0,6 0-9 0,-1-1 13 16,5 3-4-16,4-2-2 0,4 2-1 0,-1-2 5 15,6 1 12-15,0-1-8 0,6-1-3 0,1-1-8 16,0 0 10-16,3-1-3 0,-1 1-4 0,0-1-2 16,1-2 17-16,2 1 27 0,2 0-4 0,-1 1-1 15,1 1 9-15,1 2 7 0,-2 0-18 0,2 0-19 16,0 3-1-16,-3 0-1 0,0 1-6 0,-3 2-7 15,4 2-2-15,-4 0 9 0,-2-2-6 16,-3 2 0-16,-1 0-2 0,-4 1-2 0,-8 0 6 16,-3 0-2-16,-6 1 3 0,-5-1 0 0,-3 0-2 15,-6 0 2-15,-7 0-12 0,-6 1 3 0,-6-1 1 16,-5 3 1-16,-8-1 2 0,-5 1 3 16,-7 0 10-16,-9 2-15 0,-8-1-21 0,-9 1-72 15,-11 0-125-15,-8-1-157 0,-11 3-285 0,-7-1-272 16,-11 0-239-16,-7 0-2 0,-10 0 361 0,-9-3 413 15</inkml:trace>
  <inkml:trace contextRef="#ctx0" brushRef="#br1" timeOffset="31057.88">4033 18117 41 0,'6'3'211'0,"-1"-2"90"0,-2 1 56 0,3-2-82 15,-3 0-65-15,2-2-14 0,-1-1 34 16,0 0 59-16,1-3 72 0,0-1 64 0,1-3 39 16,0-1 2-16,-1-2-38 0,3-3-51 0,-3 0-65 15,4-3-75-15,-2-1-65 0,-1-1-54 0,4-1-34 16,-1-1-24-16,-1-2-14 0,1 3-16 16,2 0-6-16,-1-1-6 0,0 2-7 0,0 1-5 15,0 1 0-15,-2 1-3 0,4 2 1 0,-4 1 2 16,2-1-4-16,-2 6-2 0,1-3-1 15,1 2 1-15,-4 4-2 0,3-1 0 0,-1 2 2 16,-3 2 3-16,2 1 0 0,-1 1 0 0,2 4 6 16,-2 1 18-16,-1 3 30 0,1 3 37 0,-1 4 16 15,1 5 8-15,-3 4-5 0,2 1-15 16,-2 3-25-16,-1 1-32 0,1 3-16 0,-1 1-8 16,-1 2-5-16,-1-2-2 0,0 3-5 0,0-1 0 15,0-1 0-15,0-3-1 0,0-2-4 0,0-2-1 16,0-5-3-16,2-1 3 0,-2-4-1 0,0-2-2 15,2-1-17-15,-1-5-44 0,-1 1-39 16,2-4-71-16,-1-2-129 0,2-4-162 0,0-1-244 16,-3-4-244-16,3-4-216 0,-1-3-36 0,1-2 330 15,0 0 417-15</inkml:trace>
  <inkml:trace contextRef="#ctx0" brushRef="#br1" timeOffset="31310.05">4621 17742 167 0,'11'-8'289'0,"0"4"107"16,-3-1-5-16,2 4-124 0,0 0-52 0,0 1 7 16,0 1 25-16,-1 2 28 0,2 0 20 0,-1 1 31 15,2 2 19-15,-2 2 9 0,1-1 6 16,1 0-18-16,-4 4-29 0,1 0-46 0,-2 1-52 16,-1 1-51-16,-1 4-48 0,-3 0-29 0,1 3-21 15,-1 1-23-15,-1 3-8 0,-2 2-11 16,-1-2-7-16,2 1-9 0,-3-2 8 0,1 4 12 15,2-4-3-15,0 0 1 0,0-4-14 0,2-2-31 16,1-3-92-16,0-4-123 0,-1-2-138 0,1-4-172 16,0-1-279-16,3-3-237 0,1-6-52 15,-1 1 214-15,1-3 346 0</inkml:trace>
  <inkml:trace contextRef="#ctx0" brushRef="#br1" timeOffset="31599.98">5068 18054 76 0,'16'6'256'0,"2"1"113"0,-1 2 93 0,0 1-104 16,0 0-75-16,1 0-16 0,-2-1-3 0,1 2-4 16,1-4-24-16,-1 1-33 0,0-2-58 0,1-4-21 15,-1 0-20-15,-1-4-3 0,2-2 19 16,-4-4 13-16,0-3 15 0,-1-3-19 0,-1 0-16 16,-2-5 5-16,-2-4 4 0,-2 1 14 0,-4 0 18 15,2-3 17-15,-8 3 13 0,2-1-8 0,-4 3-17 16,-2 0-25-16,-3 2-28 0,-3 3-20 15,-2 2-22-15,-3 0-16 0,-3 6-17 0,3 0-12 16,-2 4-7-16,-1 1-10 0,3 4-5 0,0 2-4 16,3 3-1-16,-1 4-1 0,4 3 2 0,2-1 0 15,5 4-6-15,1-1-18 0,3-1-73 16,2 1-121-16,2 0-159 0,3-1-271 0,1 0-270 16,5-2-225-16,0 1 14 0,2-2 346 0,4-2 396 15</inkml:trace>
  <inkml:trace contextRef="#ctx0" brushRef="#br1" timeOffset="33401.99">13726 13202 288 0,'-7'-7'493'0,"1"3"176"16,-1 2 113-16,-1 2-239 0,2 0-139 16,-2 2-46-16,3 1-11 0,-1 3-32 0,1 2-40 15,0 2-68-15,2 3-35 0,0 3-30 0,3 3-34 16,3 2-15-16,0 1-12 0,2-1-3 15,1 1-25-15,1-2-22 0,2-2-14 0,-1-3-8 16,3 0-1-16,-1-4-3 0,2-3 2 16,0-4 4-16,1-3 2 0,-3-2 1 0,3-3 3 15,-2-6-1-15,0-3 1 0,-3-4-5 0,3-1-3 16,-3-3-2-16,-2 0-3 0,-3 0-2 16,1 1-1-16,-4 3 1 0,-2 2 1 0,-1 1 3 15,-4 3-6-15,-1 4-16 0,-2 4-45 16,-2 3-71-16,-2 5-114 0,-2 4-129 0,0 4-142 15,1 6-284-15,-1 2-186 0,0 7-26 0,0-2 218 16,2 5 306-16</inkml:trace>
  <inkml:trace contextRef="#ctx0" brushRef="#br1" timeOffset="33832.04">13829 14272 59 0,'-6'6'397'15,"1"3"245"-15,-1 0 154 0,3 3-13 0,1 1-296 16,1 1-179-16,1 1-88 0,1 0-46 16,1-2-21-16,1 0-17 0,3-2-32 0,2-1-41 15,-1-3-30-15,1-1-5 0,2-1 2 16,0-4 7-16,-2-2 19 0,4-2 20 0,-2-5 8 16,0-2 0-16,0-2-8 0,-1-5-8 0,-3 1-17 15,0-4-14-15,-1 0-10 0,-4 1-4 16,1 1-3-16,-4 2-2 0,-2 1-2 0,-1 3-3 15,-3 1-2-15,0 4-2 0,-3 1-5 16,0 4-10-16,-2 4-20 0,-2 4-36 0,0 2-56 16,1 6-65-16,0 6-78 0,0 2-76 0,1 4-76 15,-1 2-92-15,4 4-179 0,1 1-81 16,-2 3 46-16,5 2 152 0,1 0 203 0</inkml:trace>
  <inkml:trace contextRef="#ctx0" brushRef="#br1" timeOffset="34388.04">13941 15681 194 0,'-4'4'716'0,"-4"2"341"0,2 3 63 0,-1 3-116 16,2 2-459-16,2 1-242 0,-1 4-109 15,2 1-45-15,2-1-28 0,2 0-13 0,2 0-19 16,1-1-31-16,2-3-26 0,1-2-18 0,1-3-8 15,0-1-4-15,1-5-2 0,2-1 0 16,-2-6 5-16,-2-1 2 0,0-6 2 0,1-5-2 16,-2-4 3-16,-3-8 1 0,1-2-3 15,-2 0-2-15,-3-5 1 0,-1 3-5 0,-1 0-3 16,-3 8 0-16,1 2-4 0,-3 4 4 0,2 7-1 16,-4 3-3-16,3 7-8 0,-1 7-30 0,1 5-61 15,-2 4-94-15,2 8-126 0,1 2-143 16,2 5-279-16,-2 2-232 0,3 3-95 0,-1-2 143 15,3 3 321-15</inkml:trace>
  <inkml:trace contextRef="#ctx0" brushRef="#br1" timeOffset="37119.91">14896 10828 58 0,'0'3'272'0,"2"-2"134"0,-2 1 108 16,0 1-103-16,2-3-145 0,-2 2-85 0,1-1-50 16,-1-1-19-16,0 2-19 0,2-2-16 0,0 0-8 15,-2 1 5-15,1 2 33 0,-1 0 41 16,3 4 42-16,-1-1 47 0,1 2 40 0,0 4 27 16,3 2-1-16,-1 2-11 0,2 4-22 15,-3 1-23-15,3 6-35 0,0 2-39 0,-2 5-33 16,0 4-23-16,0 2-2 0,1 5 8 0,-1 3 22 15,3 4 10-15,-2 1 2 0,0 4-9 16,1 1-8-16,-2 2-21 0,2 5-31 0,-2 1-19 16,1 2-15-16,1 1-13 0,-2 3-11 0,2 1-3 15,-2 1-1-15,1-2 0 0,1 2-1 16,-1 2 2-16,2 2-5 0,-2-2-6 0,1 1-7 16,-1 5-8-16,2-1 5 0,-2 1 5 0,1 1 4 15,-3 1 1-15,1 1 4 0,0 2 3 16,-1 2-5-16,0-2-8 0,0 2-7 0,0-1-1 15,0-1 1-15,1-2-2 0,0 0 2 0,1 1 1 16,0 2-1-16,-1-3-2 0,2 2-3 16,-1 3-4-16,2-2 4 0,0 1 3 0,0 1 1 15,0 1 2-15,2-1 2 0,-2 2 0 16,2-3-6-16,-1 2-3 0,3-1 1 0,-3-2 1 16,3 1 1-16,-2-4 1 0,0 1 2 0,1-2 1 15,-2-2-1-15,1 3-2 0,1-2-5 0,-2 1 3 16,-1 0 1-16,-1 0 2 0,0 4-6 0,0 0-1 15,-3 1 6-15,1 0-1 0,0 4-3 16,3 0 2-16,-2-1 8 0,0 1-3 0,3-2-8 16,-3 1-4-16,3-4 0 0,-1-2-6 0,0-3 5 15,3-4 6-15,-1-7 2 0,-4-4-2 0,2-11-6 16,1-8-15-16,-2-12-40 0,-1-10-58 16,-3-12-52-16,-3-13-100 0,-1-16-171 0,-4-13-247 15,-3-13-277-15,-3-16-240 0,-2-13-182 0,0-11 208 16,-4-12 556-16</inkml:trace>
  <inkml:trace contextRef="#ctx0" brushRef="#br1" timeOffset="38087.96">16337 11273 65 0,'3'-8'281'0,"-3"-1"148"0,0-2 145 0,-3 3-78 15,0-3-96-15,-2 3-38 0,0-3 5 16,-3 1 12-16,0 2 6 0,-1-3-3 0,0 2-18 16,-3-2-40-16,0 2-47 0,-1 2-50 15,-2 1-45-15,-2 1-49 0,0 4-38 0,0 1-30 16,-4 2-20-16,-2 5-13 0,-1 5-6 0,0 5 12 16,-1 5 28-16,0 5 19 0,3 4 4 15,1 3 9-15,3 7-2 0,6 3-17 0,-1 1-29 16,7 1-21-16,1 1-9 0,5-2-10 15,5-3-7-15,1-1-3 0,8-7-2 0,2-3-1 16,3-6 3-16,5-5 2 0,1-5-2 0,2-6 5 16,5-6 3-16,-1-6 1 0,4-6-1 15,0-4-2-15,-2-6 2 0,-2-1-1 0,0-4-3 16,-3-2 1-16,-4-2 0 0,-2 1 1 16,-3-1 2-16,-5 0-1 0,-1 3 5 0,-5 1 2 15,-3 0 1-15,-4 1 0 0,-2 2-3 0,-6 1-1 16,1 1-3-16,-7 2 0 0,0 2-1 0,0 2-7 15,-4 3 0-15,-1 1-1 0,0 3 0 16,-2 3-7-16,1 3-4 0,1 3-17 0,-2 3-34 16,1 3-36-16,1 1-31 0,3 1-50 15,-1-2-101-15,2 1-121 0,2-2-143 0,3-3-257 16,0 1-246-16,2-4-148 0,2-2 160 0,2-2 391 16</inkml:trace>
  <inkml:trace contextRef="#ctx0" brushRef="#br1" timeOffset="38411.6">16057 10706 133 0,'0'-5'376'0,"0"3"166"0,0 2 117 16,2 4-126-16,4 5-158 0,0 4-43 15,1 3 40-15,2 7 53 0,4 4 33 0,0 6-17 16,2 2-38-16,0 9-27 0,2 4-27 0,1 4-44 16,-3 7-47-16,3 2-33 0,-3 7-32 15,1 1-48-15,0 5-46 0,-3 1-33 0,1 1-18 16,-3 3-16-16,1-2-11 0,0 1-9 16,-4-1-7-16,1-4-5 0,2-3-1 0,0-6-2 15,0-3 1-15,-1-5 0 0,-1-8-2 16,4-4-23-16,-5-8-63 0,-2-6-62 0,2-5-119 15,-3-7-177-15,-1-5-305 0,-1-7-309 0,-1-5-228 16,-2-3-125-16,0-7 340 0,-3-5 552 16</inkml:trace>
  <inkml:trace contextRef="#ctx0" brushRef="#br1" timeOffset="39246.43">17061 11012 72 0,'3'-5'337'0,"-1"-1"200"0,-2-1 172 16,-2 2-23-16,1 0-140 0,-2 1-54 0,-2-2-18 15,-2 1-18-15,0 1-43 0,-3-1-64 16,0 1-66-16,0-1-68 0,-1 3-47 0,-2-2-34 16,-1 3-7-16,-1 1 5 0,0 0 2 15,0 1 0-15,-2 3-9 0,3-2-12 0,-2 1-21 16,3 2-21-16,-2 1-19 0,0 0-19 0,1 3-15 15,1-2-8-15,-1 2-3 0,3 2-4 16,1 0 0-16,-2 0-1 0,2 1-2 0,2 3-4 16,2-2-2-16,0 5-1 0,1-2-3 15,2 2-1-15,1 3-1 0,4 1 4 0,0 3 2 16,2 0 4-16,1 2-1 0,3 0 3 0,1-1-1 16,1 2 0-16,4-2 0 0,1 0 0 0,2 0 5 15,0-1-4-15,2-1 3 0,1-1 2 16,1-1-3-16,0 1-1 0,-1-3-3 0,0 1 0 15,0-3 2-15,0-1 0 0,-2-1 0 16,-1 0 2-16,-1-2-1 0,1-5 2 0,-4 2-1 16,3-2 0-16,-5-3 0 0,0-4 0 0,2 3 3 15,-2-8 0-15,0-1 0 0,-2-3-1 16,3-4-18-16,-3-4-49 0,0-1-51 0,-1-2-50 16,0-2-108-16,0-2-164 0,-2 0-232 15,-1 0-246-15,-2 1-227 0,1 0-152 0,-3 1 224 16,1 3 477-16</inkml:trace>
  <inkml:trace contextRef="#ctx0" brushRef="#br1" timeOffset="39724.22">17210 11410 175 0,'3'4'434'16,"-1"-2"187"-16,-1-2 106 0,2-1-194 15,-1-2-212-15,0-1-134 0,1-3-73 0,3-1-26 16,-2-3 9-16,3-2 23 0,-1-1 12 0,2-1 8 16,2 0 5-16,-2-2 13 0,0 2-10 0,-2 2-21 15,3-1-24-15,-2 4-19 0,-1 1-12 16,-1 1 2-16,0 3 17 0,1 3 29 0,-3 2 30 16,2 1 10-16,-1 3 6 0,1 4-14 15,0 1-31-15,1 3-37 0,-1 2-31 0,0-1-17 16,-1 1-17-16,1-1-12 0,2 2-9 0,0-2 0 15,-2 0-6-15,2-2 5 0,-1-1 6 16,0-3 0-16,2-1 3 0,-2-3 2 0,1-1 4 16,1-4-5-16,1-2 2 0,1-6 2 15,-2 0 1-15,2-3-2 0,0-2 1 0,-2-2-4 16,3 0 0-16,-2 2 0 0,1-1-4 0,-2 4 1 16,1 0-2-16,-4 3 2 0,1 0-3 15,-1 3 0-15,0 4-5 0,-2-3 0 0,3 5-3 16,-1 2 3-16,-2 2 1 0,2 1 0 15,-2 2 4-15,1 2-2 0,0-2 5 0,2 4-2 16,-1-1-2-16,-2 1 0 0,2-2 0 0,2 2-2 16,-3-1-2-16,2-1 1 0,1-1 1 0,-1-3-4 15,1-1-14-15,-1-1-38 0,2-1-99 16,-2-4-140-16,0-1-181 0,-1-1-290 16,0-3-259-16,3-4-149 0,-4 1 167 0,1-5 394 15</inkml:trace>
  <inkml:trace contextRef="#ctx0" brushRef="#br1" timeOffset="40118.19">17705 10969 107 0,'0'-9'474'0,"-2"3"287"0,2 1 175 16,-2 1-95-16,2 2-274 0,0-2-220 0,2 2-138 16,0-1-74-16,1 2-29 0,2-1-6 15,1-3-2-15,3 3 14 0,1-4 12 16,1 0 3-16,1 0-9 0,3-1-16 0,0-2-5 0,0-3-16 15,0 2-13-15,2-2-6 0,-2-1-12 16,1 1-19-16,-2 2-14 0,-1-1-9 0,1 4-3 16,-3-1-3-16,-1 2-4 0,1 4 4 15,-3-1 8-15,0 3 7 0,0 3 11 16,-1 3 22-16,1 1 19 0,0 2 20 0,0 1 4 16,1 2 2-16,-2 1-10 0,1 2-17 0,-2 0-15 15,4 1-18-15,-2-1-15 0,0-1-8 0,1 4-6 16,0-1-2-16,-1 1-3 0,2 0 1 15,1 1-1-15,-2 1 0 0,1 1 6 0,2 2 2 16,-2 1-3-16,1-2-3 0,-2 3 0 16,1 0 4-16,-2-1-7 0,1 0 1 0,-1-2 7 15,0-1-5-15,0-1-7 0,-2-3-24 0,-1-2-30 16,2-4-34-16,-3 0-26 0,1-5-66 0,-2-3-113 16,-1-3-130-16,2-3-182 0,0-2-259 15,-3-1-241-15,2-1-51 0,-3-1 270 16,0 0 392-16</inkml:trace>
  <inkml:trace contextRef="#ctx0" brushRef="#br1" timeOffset="40714.83">17943 11430 11 0,'8'0'178'15,"0"0"77"-15,5 0 56 0,-2-2-111 16,0 0-155-16,3 1-201 0,1-1-88 0,0 0-11 16,-2 2 34-16</inkml:trace>
  <inkml:trace contextRef="#ctx0" brushRef="#br1" timeOffset="42207.84">17661 11845 79 0,'6'-1'284'16,"-5"4"134"-16,2 1 113 0,-3 5-127 16,2 2-143-16,0 1-65 0,-2 2-7 0,-2 5 10 15,0 0 26-15,2 2 23 0,0 4 10 16,0 0 4-16,0 3-5 0,0 2-4 0,0 3-4 15,4 3 0-15,-3 2-2 0,2 5-22 0,-1 1-19 16,1 4-32-16,0 4-29 0,2 5-29 0,1 5-13 16,1 2 5-16,-3 4 11 0,0 4 16 15,1 3 17-15,-1 2 5 0,1 4-9 0,-4 2-23 16,1 6-26-16,-2 2-24 0,-2 5-25 0,1 2-15 16,-4 2-7-16,2 4-2 0,-2 1 1 15,2 4 1-15,-2 1-3 0,0 0 3 0,1 3-5 16,-4 1 0-16,5 0-1 0,0 0-1 0,1 3-3 15,0 0-1-15,2 0 1 0,2-1-3 0,0 2-1 16,-1 2-3-16,4 2-2 0,-2 0-5 16,5 3 0-16,-2-1 2 0,2 2 0 0,3-1-1 15,-3 1 0-15,3 0-2 0,-3-3 0 0,3-1-8 16,0-3-4-16,2-2-1 0,-4-5 0 0,1-4 7 16,1-3-2-16,-2-6 8 0,1-3-2 0,-2-8 1 15,3-4 0-15,-2-3-7 0,-1-6 0 16,3-2-5-16,-3-3 3 0,2-6 0 0,1-1 0 15,-3-3 0-15,0-4-4 0,1-5 4 0,-1-2-4 16,-2-5-9-16,1-7-26 0,-2-6-52 16,-1-5-48-16,-2-8-57 0,-2-6-102 0,-3-9-134 15,-4-9-146-15,-2-9-182 0,-4-9-234 0,-1-9-203 16,-3-7 59-16,-1-8 340 0,-2-8 381 0</inkml:trace>
  <inkml:trace contextRef="#ctx0" brushRef="#br1" timeOffset="42876.09">16010 16521 43 0,'4'-2'241'0,"-2"1"110"0,3 0 96 16,0 1-123-16,1 0-120 0,0 0-73 0,5 1-23 16,-1 0 20-16,6 1 33 0,2 0 53 0,2 0 66 15,5 0 47-15,3 1 59 0,4 0 25 16,4 0-1-16,4-1-30 0,6 0-55 0,-2 1-49 15,6-1-72-15,1-1-57 0,1 1-43 0,4-4-34 16,2 1-20-16,4-1-19 0,1 1-9 0,0-1-10 16,2 0-8-16,-1 1-5 0,-1 0-6 15,0-1-2-15,-1 1-2 0,-2 1 4 0,-2-3 3 16,-1 2 2-16,-2-3 5 0,-1 2-4 0,-3-4-23 16,-2 1-65-16,-5-3-94 0,-3 0-114 0,-6-2-139 15,-4 0-234-15,-4-3-256 0,-7-1-126 16,-5-4 84-16,-4-2 282 0,-6-1 312 0</inkml:trace>
  <inkml:trace contextRef="#ctx0" brushRef="#br1" timeOffset="43371.88">16370 15279 14 0,'3'-3'367'0,"0"1"252"0,2 1 181 15,-2-1 41-15,6 1-334 0,1 1-253 0,3-2-119 16,4 0-23-16,4 1 26 0,6 1 53 0,3-2 48 15,5 1 42-15,6-2 10 0,2 0-23 16,5-1-50-16,3-2-54 0,4 1-52 0,1-1-39 16,1 0-32-16,-2 1-24 0,2 2-12 15,-2-2-9-15,1 1-6 0,-3 1 0 0,-3 1 1 16,0 0 5-16,-4-1 0 0,-2 2-6 0,-3-4-51 16,-3 2-109-16,-6 0-143 0,-2-1-193 15,-5-1-291-15,-3-1-251 0,-6-3-87 0,-5-1 221 16,-3-5 384-16</inkml:trace>
  <inkml:trace contextRef="#ctx0" brushRef="#br1" timeOffset="43950">16018 13552 126 0,'9'-5'322'0,"2"1"135"0,0 1 105 15,5 2-172-15,2-1-137 0,4 2-42 0,4 0 17 16,4 0 30-16,4 0 44 0,5 2 31 16,5-1 24-16,2-1 8 0,3 0-23 0,4 0-35 15,2 0-47-15,2 0-55 0,1-1-48 16,-1-1-54-16,3-1-38 0,-3 2-27 0,0-1-18 15,-3 1-10-15,1-1-7 0,-3 1-5 0,-1-1-2 16,0 0-2-16,-7 2-2 0,3-1-3 0,-4 0-16 16,-4-2-72-16,-1 0-129 0,-6-2-172 15,-2 1-283-15,-5 0-263 0,-4-3-210 16,-2 1 64-16,-6-3 382 0</inkml:trace>
  <inkml:trace contextRef="#ctx0" brushRef="#br1" timeOffset="44553.89">15651 12535 232 0,'3'0'457'0,"2"-1"168"0,1 1 85 15,-1-1-256-15,4-1-194 0,4 2-90 16,4-2 9-16,5 1 40 0,5 0 74 0,8 1 71 15,6-4 25-15,6 3-11 0,6-1-50 0,7-2-57 16,3 2-72-16,7-4-46 0,1 0-29 16,3 1-22-16,4-1-12 0,1 1 44 0,3-1 20 15,3-3-6-15,2 2-13 0,-3-4-9 16,3-1-10-16,-2 3-43 0,-1-5-23 0,0 2-12 16,-2-1-10-16,0-1-9 0,-4 1-4 0,-1-1-6 15,-1-1-2-15,-3 0-4 0,-3 2-4 16,-6-5 1-16,-2 5 1 0,-3 0-1 0,-7 0-1 15,-5 0-7-15,-3 1-55 0,-6-1-64 0,-8 2-114 16,-3 3-185-16,-8 0-303 0,-1 1-325 16,-10 4-260-16,-5-1-122 0,-5 3 342 0,-6 1 588 15</inkml:trace>
  <inkml:trace contextRef="#ctx0" brushRef="#br1" timeOffset="47294">22247 15108 86 0,'6'-9'359'0,"-3"-2"185"15,1 4 130-15,-3-1-80 0,1 1-214 0,0 0-82 16,-2 2 10-16,1 0 35 0,1 1 21 16,-1 0-1-16,-1 3-42 0,2-1-44 0,0 4-50 15,1 1-42-15,4 5 8 0,0 3 44 16,2 8 26-16,-1 5-4 0,3 5-16 0,0 11-20 15,-1 4-38-15,1 8-46 0,-2 9-31 0,0 8-19 16,-5 10-13-16,2 5-10 0,-1 11-6 0,-2 6-8 16,-3 8-9-16,0 7-9 0,0 4-10 0,0 6-4 15,-1 0-8-15,-3 3-4 0,3-1-4 16,-1 2-2-16,1-1 0 0,1-5-3 0,-2-3 1 16,2-8 0-16,2-5 0 0,-2-8 1 0,1-5 0 15,1-11-3-15,-1-9-1 0,3-12-10 0,-3-10-14 16,2-12-19-16,1-7-42 0,-4-11-65 15,0-9-64-15,-2-8-94 0,-1-10-150 0,-2-10-179 16,-1-8-271-16,-2-8-217 0,0-6-189 0,-2-8 91 16,1-5 459-16</inkml:trace>
  <inkml:trace contextRef="#ctx0" brushRef="#br1" timeOffset="47851.88">22024 15208 39 0,'5'-7'247'0,"-2"1"135"15,-1-1 135-15,2 2-63 0,-2 1-73 16,-1-3-25-16,-1 3 2 0,0-1 11 0,0 2 0 15,0-1-17-15,2 0-30 0,0 1-39 0,-2 1-37 16,0-2-32-16,1 2-24 0,3-3-20 16,-3-1-23-16,2 0-18 0,1-3-16 0,0-1-15 15,5-4-4-15,0-3 7 0,-1-2-3 16,2-3-3-16,3-3-7 0,0-6-14 0,3 0-13 16,-2-2-25-16,3-3-13 0,-1 0-12 0,3 0-6 15,-2 2 16-15,-1 0 11 0,1 6 6 16,0 2 1-16,-3 5 0 0,-5 6 0 0,2 3-17 15,0 4-10-15,-1 5-4 0,-1 6 0 0,2 9 4 16,-3 3 3-16,2 7 0 0,-1 4-4 16,-1 5-1-16,0 4-4 0,-1 5-2 0,2 1-4 15,0 1 0-15,1 1-12 0,2-1-57 0,0-2-76 16,0-2-165-16,2-1-290 0,2-2-299 16,2-1-326-16,-4-1-199 0,3 1 136 0,2-3 626 15</inkml:trace>
  <inkml:trace contextRef="#ctx0" brushRef="#br1" timeOffset="49383.84">22029 17635 296 0,'-3'7'535'0,"-2"-1"178"16,4-4 72-16,-3 2-303 0,4-2-224 15,-1 0-134-15,1-1-69 0,1 1-29 0,3-1-1 16,-1-1 34-16,3 2 43 0,3-1 76 0,3-1 77 16,0 0 67-16,6-1 27 0,4-2-20 15,2 0-41-15,4-3-51 0,5 0-64 0,6-2-61 16,1 1-44-16,5-1-21 0,3 2 11 0,3-1 18 15,3-1 15-15,4 4 4 0,4-2-1 0,3 0-4 16,3 3-21-16,-2-1-30 0,2 2-18 16,0 0-9-16,2 1 32 0,2 2 21 0,0 1 12 15,-3 0 7-15,5-1 2 0,1 0-1 0,0 1-30 16,2-1-22-16,0 1-14 0,1-1-10 0,-3-1-9 16,5-1-3-16,-2-1 2 0,0 1 3 0,3-2 13 15,-4 0 9-15,5 0 8 0,0-2 2 16,-1 0-4-16,1 0-4 0,2 0-13 0,-1 0-4 15,-1 1-4-15,1-2 5 0,3 2 9 0,-4-1 4 16,5 2 4-16,0-1-4 0,1-1-1 0,1 2-10 16,-1 0-9-16,0 0-1 0,2 2-1 0,0-1 2 15,2 1 3-15,-1-2 1 0,4 1 1 16,0 0-3-16,0 0-2 0,1-2-6 0,-1 4 0 16,-2-3 2-16,2 2 2 0,0 0 1 0,2-1 2 15,-1 1 5-15,2 1-5 0,-1-3-2 0,2 1-6 16,-3 2 4-16,3-3 0 0,-1 1 1 0,-2 1 3 15,2-2 1-15,1 1 3 0,-4 0-6 0,4-2-2 16,-5 2 0-16,0-2 1 0,-3 2-1 16,1-1-4-16,-2 0 0 0,0 0-3 0,0-2-2 15,-3-1-3-15,-3 2 7 0,0-1 7 0,-3 1 2 16,-5 0 4-16,-1-3 4 0,-3 3-5 0,-4-1-9 16,-2-1-2-16,-1 3 0 0,-3-2-3 0,-2 3-1 15,-3-3 3-15,-5 2 2 0,0 0 2 16,-6 0-1-16,-5 2 2 0,0-2-1 0,-5 1 1 15,-2 2-1-15,-4-2 1 0,-4 1 1 0,-4 1 0 16,-1-1-1-16,-4 1 0 0,-4 0 0 0,0 0 0 16,-5 0 0-16,0 0 2 0,-3 0 7 0,-2 0 8 15,1 1 9-15,-2-1 7 0,1 0 3 16,-3 0 4-16,1 0-4 0,-1 1-4 0,2-1-8 16,-2 2-6-16,0-2-4 0,0 0-5 0,0 0-4 15,0 0 5-15,-2 0 1 0,2 0 1 0,0 0 0 16,-1 0-1-16,-1 0 0 0,1 0-5 15,-4 0-9-15,2 0-4 0,-2 0-2 0,2-2-2 16,-2 1-1-16,-1-2-2 0,-2 0 7 0,2 1 2 16,-1-3 1-16,-1 0 2 0,-1 1 0 0,1-2 1 15,0-2-1-15,-1 2 1 0,-1-2-1 16,1 1-1-16,-3-2-2 0,3 0 0 0,0 2-1 16,-3-4 0-16,3 4 0 0,1-1 2 0,0-1 2 15,2 1 1-15,-2 2 1 0,0 1 1 0,3-1 0 16,2 3 0-16,-2-2-2 0,4 2 0 15,-1 2-1-15,1-2 0 0,-1 2-1 0,2-1-2 16,0 2 0-16,2-2 1 0,1 2-1 0,2 0 2 16,-1 2 0-16,5-2 3 0,0 2-1 0,0-1 0 15,3 2 0-15,0 0 1 0,1 1 1 16,2 1 0-16,0 2 0 0,2-1 0 0,1 3 0 16,0 0 6-16,2 2 2 0,-2 1 2 0,3 0 0 15,-2 0-1-15,2 0 0 0,-4 1-5 0,0 1-3 16,-1-2 0-16,-3 1-2 0,0 1 1 0,-3 1 1 15,-2-2-1-15,-3 2 1 0,0 0-1 0,-3 0-1 16,-2 0 3-16,-3 0 0 0,-2 2 0 0,0-2 0 16,-5 1 0-16,-1-1 1 0,-1-1-1 15,-2 3-1-15,-1-4 1 0,1-1-1 0,-3 1-2 16,-2-2-5-16,1-2-9 0,-1 2-9 0,3-1-14 16,-3-3-17-16,2 1-53 0,3-4-62 0,-1-1-67 15,0-1-127-15,3-2-172 0,2-2-279 16,0 1-258-16,4-2-210 0,-2 0-87 0,2 0 356 15,1-2 500-15</inkml:trace>
  <inkml:trace contextRef="#ctx0" brushRef="#br1" timeOffset="55681.97">22755 16855 164 0,'4'7'357'15,"0"-1"136"-15,1 2 90 0,4-3-229 16,-1 6-167-16,1-4-93 0,4 2-48 0,0-2-24 15,1-1 9-15,3-1 6 0,0-1 6 0,3-4 70 16,0 0 69-16,2-4 73 0,1-5 43 16,2-3 71-16,0-3 34 0,2-7-43 0,0-3-55 15,1-6-39-15,-1-7-43 0,0-5-68 0,0-5-48 16,0-5-30-16,0-5-17 0,-2-2-27 0,0-4-21 16,-3-1-9-16,4-5 2 0,-4 2-1 0,0-3 2 15,-5 1 0-15,2-3 3 0,-4 2 0 16,0-2 0-16,-4 4-3 0,-1 0-3 0,-1 4-4 15,-2 2-3-15,-3 3 1 0,1 4-5 0,-2 5-2 16,1 5 0-16,0 4 10 0,-2 3 6 16,-1 5 1-16,2 3 7 0,1 6-2 0,-3 2 1 15,2 4-1-15,-1 3-5 0,1 2-3 16,1 1-4-16,-3 2 4 0,5 3-4 0,-3 1-3 16,4 1 3-16,-3-1-1 0,5 3 1 0,-3 0-3 15,1 1 0-15,1 1 2 0,2 1-1 16,-1 1 2-16,-1 1-2 0,2 3 4 0,-2 0 11 15,3 3 6-15,-3 5 13 0,0 2 11 16,3 3 26-16,-3 4 24 0,0 2 6 0,-2 6 6 16,2 3 19-16,-4 7 19 0,1 4-3 0,0 2-16 15,-2 6-19-15,-1 3-10 0,-1 3-28 16,-1 3-32-16,0 2-23 0,0 5-8 0,0-3 0 16,2 2-3-16,-2 0 2 0,2 1 3 0,-1-4 4 15,4-1-10-15,-2-4-1 0,2 0 1 0,-1-4-2 16,3-2-2-16,4-4 1 0,-3-3 4 15,3-3-3-15,1-3-3 0,3-3 0 0,0-3-2 16,3-3 0-16,1 0 1 0,-2-5-1 0,2-3 2 16,3 0-1-16,-1-3 3 0,3-2 2 0,-1-3 0 15,4-1 1-15,0-1 0 0,1-4 0 16,1-1 0-16,6-2 0 0,-2-2 5 0,2-1-1 16,0-4 1-16,3 0 2 0,0-2 0 0,2-2-2 15,3 1-1-15,-1-3 0 0,2-1-1 0,-1 2-1 16,0-2-2-16,0 1 0 0,1 3 0 0,-1-3-1 15,0 2-2-15,1 2 0 0,-3 1 2 16,2-3-1-16,1 4 0 0,-2-1 4 0,1 0 1 16,-1 1-1-16,-1-2 3 0,0-1 0 0,0 1 0 15,-3-2-2-15,0-1 2 0,1-1 0 0,-2 0-2 16,-1-4 2-16,-2-1-2 0,-3-2 2 0,-1 0 0 16,0-1-1-16,-3-4 1 0,-2 0 1 15,0 1-2-15,-4-3-2 0,1-1-1 0,-1-4 0 16,-5 2-2-16,-1-1 1 0,0-2 1 0,-3-1 1 15,-1 1-1-15,1-1-1 0,-3-2-1 0,-3 2 0 16,2 0-1-16,-3-2-1 0,3 0 0 0,-5 1 1 16,2 0 3-16,-2-2-3 0,0 4 2 15,0 0 0-15,1 3 3 0,-1 3-1 0,-2 1-1 16,4 3 1-16,-4 3-1 0,-1 1 2 16,3 2 0-16,-3 3 0 0,2 3 9 0,-2 0 2 15,2 2 4-15,-2 1 2 0,0 1 0 0,0 1 3 16,0 1-8-16,0 0-1 0,-2 3-3 0,0 1-5 15,-1 4-2-15,3-1-2 0,-1 1-2 16,-4 3-2-16,5-1-1 0,-3 3 2 0,3 2-2 16,-1 0 1-16,1 2 4 0,0 1 0 0,0 2-1 15,1 0 0-15,-1 2 8 0,3 1 3 16,2 3-1-16,-4 0 3 0,4-1 1 0,0 2-1 16,1-2-5-16,2 2-4 0,2-1-2 0,-1-1-3 15,2 1-1-15,2-2 0 0,0-2-1 0,2-1 1 16,1-2 2-16,1-1 0 0,1-1 1 15,3 0-1-15,-1-3 2 0,1-1 0 0,2-3-1 16,3 0 1-16,-3-1 0 0,4-1-1 0,-1-3 0 16,2-2 0-16,2 0-1 0,0-1-1 0,0-4 2 15,2 0 0-15,0 1-2 0,-1-2 1 0,2-2 0 16,1 0-1-16,2 2-2 0,-2-2 1 16,3 0-2-16,-1 0-1 0,2 1 0 0,2 0 2 15,-2-2 1-15,1 1 2 0,1 1 0 0,4 1 5 16,0-2-3-16,4 1 1 0,-2 0-1 0,4-1-1 15,1-1 0-15,-2-1-1 0,1 1-1 16,2-1-1-16,1-2-2 0,0-1 0 0,1-2-1 16,-1 0 0-16,0-2 4 0,3-1 0 0,-3 2 1 15,0-4 2-15,-1 2 1 0,1 0-1 0,1-3-3 16,-3-1 2-16,-1 1-2 0,1 0-2 0,-5-2 2 16,-3-3-3-16,-1 3 1 0,-2-5 1 0,-4 2 1 15,-3-1 2-15,-3-1-1 0,1-1 1 16,-6-1 1-16,-3 1-2 0,-6 1 2 0,1 0-3 15,-6-1 1-15,-2 5 2 0,-1-1-1 16,-4 3 0-16,-3 1 1 0,1 3 1 0,-4 2 0 16,1-1-1-16,-1 4 1 0,-1 3 0 0,-1-2-1 15,1 5 1-15,2 0-2 0,-4 0-1 16,2 3 1-16,3-2-4 0,-1 2 0 0,1 1-1 16,0 1-1-16,1 5-1 0,1-2-1 15,1 6 3-15,1-1-1 0,1 3 2 0,0 3 0 16,1 0 1-16,2 3 2 0,2 1 5 0,-1 4 6 15,1-1 3-15,2 2 4 0,-1 2 1 16,1-1 5-16,2 1 0 0,-1 1-3 0,4 0-1 16,0 1-2-16,4-1-2 0,1 0-4 0,1 0-4 15,3-4-2-15,1-1-2 0,1-2-1 0,4-2-1 16,3-3 0-16,0-2 0 0,4-4-3 0,-1-2 1 16,2-5-1-16,3-2 0 0,0-2-3 0,3-7 1 15,0-2 0-15,1-6 0 0,3 0 1 16,-2-3 0-16,-1-3 1 0,1-1 1 0,2-2-5 15,-2 0-8-15,0 1-18 0,-5-5-49 0,-2 5-81 16,-8 1-135-16,-5 1-208 0,-6 3-302 0,-9 2-354 16,-5 2-320-16,-11 1-82 0,-13 0 478 15,-9 2 633-15</inkml:trace>
  <inkml:trace contextRef="#ctx0" brushRef="#br1" timeOffset="56493.82">23447 17024 335 0,'4'5'876'0,"-4"0"345"0,0 1 3 0,0 0-195 15,0 2-259-15,0 0-226 0,2 6-138 0,-2-3-83 16,0 3-54-16,0 2-77 0,0-2-75 0,0 1-44 16,0 1-26-16,2 1-14 0,-2 0-12 0,2-1-8 15,-1 2-4-15,1 0-6 0,1 1-3 16,-1-2-3-16,2 0-2 0,0-1-19 0,-3 1-67 16,2-3-83-16,-3-1-161 0,2-3-281 0,0-1-329 15,-1-2-376-15,4-1-252 0,-1-2 101 0,0-3 695 16</inkml:trace>
  <inkml:trace contextRef="#ctx0" brushRef="#br1" timeOffset="57225.83">25702 16831 161 0,'0'2'775'0,"0"2"454"16,0 1 92-16,0-2-91 0,0 3-388 0,0-2-299 15,0 3-153-15,-3 3-88 0,1-1-67 0,2 3-73 16,-1 0-59-16,-1 3-39 0,2-2-27 0,0 2-13 16,-1 4-9-16,1-3-7 0,0 2-3 0,1-2-5 15,1 1-3-15,-1-1-17 0,5-1-65 16,-3-3-84-16,2 0-161 0,2-3-280 0,-2-1-321 16,1 1-382-16,1-3-248 0,2-2 88 0,-1-2 692 15</inkml:trace>
  <inkml:trace contextRef="#ctx0" brushRef="#br1" timeOffset="57850.11">28286 16605 147 0,'-2'-7'778'0,"0"3"490"16,-2 3 91-16,-1 2-119 0,2 3-387 0,-2 2-323 15,-2 1-165-15,0 3-100 0,0 5-65 0,-1 0-65 16,0 3-55-16,1 3-35 0,-1 1-18 16,0 1-11-16,0 1-6 0,-1 2-4 0,0-1 0 15,1 2-10-15,2-2-46 0,-1 1-68 0,-2-2-119 16,3-1-190-16,1-2-298 0,-2-3-345 0,3 0-309 16,0-2-159-16,0-2 357 0,0 1 646 15</inkml:trace>
  <inkml:trace contextRef="#ctx0" brushRef="#br1" timeOffset="63541.72">30218 17745 292 0,'1'-8'519'0,"1"2"170"0,-1-1 78 16,3-3-300-16,2 2-227 0,0-1-116 0,4-2-63 16,-1-1-6-16,7 2 14 0,1-2 20 0,1 2 51 15,2-3 42-15,1 2 17 0,3 1-13 0,-2 0-24 16,0 2-20-16,-3 1-7 0,0 1-15 0,-2 2 7 16,0 0 41-16,-4 2 19 0,1 2 14 0,-2 2-15 15,0 2 6-15,-6 3 10 0,1 0-16 16,-4 5-5-16,-1 1-14 0,-2 4-14 0,-4 3-29 15,0 1-33-15,-5 4-31 0,-1 3-23 0,-1 1-11 16,-2 3-16-16,-5 2 3 0,4 2 2 0,-3 2 2 16,-2 1 1-16,1-2 0 0,3 1-1 0,0 1-7 15,1-3-2-15,5-3-4 0,-1-2-5 0,4-2-1 16,0-2 1-16,3-5-3 0,1-1-1 0,2-1 1 16,2-4 2-16,2-1-1 0,2-2 1 0,1-2 0 0,1-3 2 15,0-1 0-15,4-1-4 0,-1-3-19 0,3-1-35 16,-1-2-46-16,2-3-43 0,-1-2-68 0,2-1-94 15,-1-2-94-15,0-3-98 0,2 0-90 0,2-3-139 16,-3 1-172-16,-1-2-82 0,1 0 90 0,0 0 243 16,-2-2 261-16</inkml:trace>
  <inkml:trace contextRef="#ctx0" brushRef="#br1" timeOffset="63889.86">30776 18029 19 0,'14'-6'237'0,"-3"2"134"0,0 4 134 15,0 4-54-15,0 0-103 0,2 3-42 16,-1 4-1-16,0 2 27 0,2 2 37 0,-1 1 46 15,-1 3 6-15,1 0-30 0,1 2-51 0,-3-2-59 16,0 1-66-16,2-2-68 0,-2-1-51 0,-2-3-39 0,4-2-24 16,0-4-15-16,-4-2-7 0,4-1-5 0,0-5-2 15,-1-2 0-15,-3-4 1 0,1-4-14 16,1-2-3-16,-5-3-6 0,2-5 0 0,-1 1 0 16,-1-6 1-16,-3 0 17 0,0-2 8 0,-1 0 11 15,-4-3 5-15,0 2 8 0,1-2 11 0,-5 0 21 16,1 0 8-16,-1 1 0 0,-2 0-6 0,-5-3-12 15,4 3-11-15,-4 2-25 0,-3 3 4 0,2 2 9 16,-3 4 19-16,1 3 8 0,-2 2 7 0,0 5 3 16,-2 3-11-16,2 5-12 0,0 5-20 0,-3 3-4 15,3 5-6-15,0 2-17 0,-1 4-10 0,3 3-6 16,1 4-2-16,0 1-5 0,3 0-2 0,1 4 10 16,1-2 7-16,2 0 17 0,4 2-9 0,0 0-32 15,4-1-31-15,0-5-71 0,4-1-120 0,-1-4-172 16,3-1-250-16,2-4-258 0,-2-2-246 0,1-3-46 15,1-3 305-15,-1 0 437 0</inkml:trace>
  <inkml:trace contextRef="#ctx0" brushRef="#br1" timeOffset="64109.9">30783 17965 449 0,'2'-3'874'0,"0"0"235"0,-1 2-28 15,2-1-322-15,2 1-327 0,2 2-211 0,-1 1-112 16,3-1-37-16,2 2 6 0,2 0 3 0,3 0 1 16,1 2 2-16,1-2-12 0,4-2-25 0,0 1-33 15,2-1-20-15,3-1-7 0,-1-1-5 0,4-1 10 16,4-2 4-16,-3-1-23 0,3-2-82 0,-1-2-145 16,2 1-233-16,-4 0-275 0,1-4-255 0,1 0-150 15,-8 1 179-15,1-3 426 0</inkml:trace>
  <inkml:trace contextRef="#ctx0" brushRef="#br1" timeOffset="65481.83">21241 14177 35 0,'4'8'432'0,"-4"1"314"15,1 2 214-15,-1 0 90 0,0 3-298 16,0 0-225-16,2 1-117 0,-2 3-24 0,0 0-19 15,2 1-60-15,-2 2-66 0,0 0-46 16,1 0-44-16,-1 1-50 0,0 1-43 0,0 0-25 16,0 0-12-16,0 0-5 0,0 1-1 0,-1 0-3 15,-1-3-3-15,-1 0-30 0,1-1-57 16,-1-3-59-16,-3-1-131 0,1-3-187 0,-3-1-308 16,2-5-286-16,-2 1-221 0,-1-5-88 15,0-3 399-15,-2-3 520 0</inkml:trace>
  <inkml:trace contextRef="#ctx0" brushRef="#br1" timeOffset="65737.98">21030 14190 50 0,'3'-1'491'15,"0"3"342"-15,0 0 171 0,4 2 3 0,0 1-313 16,3 2-260-16,1 0-124 0,1 3-60 15,5-2-36-15,0 2-36 0,0-2-56 0,4 4-46 16,1-4-36-16,0 0-24 0,4 1-9 0,-3-2-5 16,2 0-2-16,2-1-6 0,0 1-1 15,-3-1-1-15,3-1 2 0,-2 2-1 0,-1-1-4 16,-2 0-18-16,-3-2-68 0,-2 2-121 16,-4 0-154-16,-3 0-278 0,-3 2-269 0,-4 0-214 15,-1 4 26-15,-5-2 340 0,-4 3 389 0</inkml:trace>
  <inkml:trace contextRef="#ctx0" brushRef="#br1" timeOffset="65986">20837 14997 43 0,'1'11'563'0,"1"-1"439"16,3-1 175-16,-1-2-86 0,5 2-350 0,1 0-345 15,5-2-175-15,0 2-79 0,5 0-40 0,2-2-15 16,4 0-9-16,4-1-17 0,4-1-16 16,1-2-15-16,-1 0-11 0,4 0-10 0,3-2-5 15,-3 0-6-15,4 1-2 0,-3-1-1 16,0 4-11-16,-1-2-25 0,-3 2-107 0,-1-1-167 16,-3 4-295-16,-1-1-265 0,-3 1-250 0,-3 2-125 15,-2 1 312-15,-5 0 488 0</inkml:trace>
  <inkml:trace contextRef="#ctx0" brushRef="#br1" timeOffset="69454.05">920 8685 266 0,'-4'15'819'0,"1"-3"335"0,-4 0 16 15,4-4-138-15,-1 1-486 0,-1-4-197 0,2 0-79 16,-3-1-51-16,4-1-36 0,2-3-24 16,0 0-38-16,0 0-43 0,0 0-47 15,0 0-16-15,0 0-10 0,0 0-5 0,0 0-2 16,0 0 10-16,0 0 2 0,0 0 24 0,0 0 24 16,0 0 18-16,0 0 6 0,0 0 1 15,0 0 1-15,-3-3-17 0,-1-1-13 16,4 4-13-16,-5 0-9 0,5 0-6 0,0 0-7 15,0 0-8-15,0 0-12 0,0 0-6 16,0 0-4-16,0 0-4 0,0 0-19 0,3 4-57 16,5 1-70-16,1 1-128 0,6-2-178 0,3 2-308 15,6-1-316-15,0-1-236 0,-2 1-50 16,3-2 405-16,1 0 522 0</inkml:trace>
  <inkml:trace contextRef="#ctx0" brushRef="#br1" timeOffset="69795.89">2493 8751 141 0,'-7'-2'786'15,"1"2"489"-15,-3-3 85 0,2 3-122 0,1 0-385 16,3 0-335-16,-2 0-177 0,2 0-98 0,2 3-65 16,-1-3-69-16,2 0-53 0,2 0-36 0,2 0-13 15,-1-3-8-15,4 3-1 0,-1-2 0 16,4 1 1-16,2-1 1 0,-2-2 1 0,-1 1 1 16,2-1-2-16,0-1 2 0,-3 1-1 0,0-1 7 15,-2-1 6-15,-1 2 3 0,-3-1 3 0,-1 1-6 16,-1 0-10-16,-1-1-33 0,-4 0-58 0,-3 1-58 15,-1 1-60-15,-4 1-131 0,-3-1-175 16,0 3-285-16,-2 0-238 0,0 3-222 0,-3-1-95 16,1-2 392-16,-1 0 500 0</inkml:trace>
  <inkml:trace contextRef="#ctx0" brushRef="#br1" timeOffset="70183">2118 7785 183 0,'3'-9'438'15,"-1"0"219"-15,0 1 187 0,-1-1-99 0,-1 2-94 16,0-1-87-16,0 2-64 0,0 1-28 0,0 0-53 16,0 2-81-16,3 1-73 0,-3 2-53 0,2 0-38 15,-2 0-48-15,3 2-36 0,-3 0-27 0,2 0-25 16,-2 4-10-16,3 1-9 0,-3 1-5 0,4 3-4 16,-2-4-2-16,-1 2-1 0,1-1-1 0,-2-2-1 15,2 0-4-15,-1-1 1 0,-1-3-3 0,2 2 1 16,-2-3-2-16,0-1 1 0,0 1 1 15,0-2-6-15,-2 0-44 0,2-1-51 0,0-1-56 16,0 0-116-16,2 0-158 0,-2 0-236 0,3 0-260 16,2 3-226-16,1 0-132 0,3 3 231 15,3 0 460-15</inkml:trace>
  <inkml:trace contextRef="#ctx0" brushRef="#br1" timeOffset="70463.92">3045 7874 69 0,'1'-8'632'0,"-1"3"477"0,0 2 150 0,-1 0-120 15,-1 1-374-15,2-2-284 0,0 2-169 16,0 2-86-16,2 0-49 0,-1-3-30 0,-1 2-31 15,2-4-42-15,1 1-38 0,-1-2-16 0,1-1-5 16,0-1-7-16,0 1-5 0,2 1 0 0,-2-1-2 16,0 0-5-16,-3 1-33 0,0 2-36 0,2 0-34 15,-4 4-93-15,2 0-152 0,0 2-236 16,-3 2-265-16,0 3-242 0,1 2-196 0,-1 0 151 16,2 3 485-16</inkml:trace>
  <inkml:trace contextRef="#ctx0" brushRef="#br1" timeOffset="71048.36">2814 8707 319 0,'-13'17'591'0,"0"-3"211"0,-1-1 119 16,3 4-173-16,-1-6-154 0,2 0-113 0,2-2-16 16,2-2 2-16,0 0-58 0,1-2-96 0,2-2-83 15,1-3-52-15,2 0-59 0,0-4-62 16,5-4-29-16,0-4-18 0,4-4-6 0,4-7-3 16,2-4-7-16,1-4 0 0,5-7-1 0,1 0-4 15,2-6 0-15,1 1 3 0,0-1 1 0,2 0 9 16,-2-2-2-16,-1 2 11 0,3 1-2 0,-3-2-13 15,-2 4-46-15,-1 4-48 0,-4 2-86 0,-3 3-144 16,-1 5-207-16,-5 4-300 0,-3 3-246 16,-4 5-213-16,-1 5 76 0,-5 4 447 0</inkml:trace>
  <inkml:trace contextRef="#ctx0" brushRef="#br1" timeOffset="71485.74">1119 8799 276 0,'-11'8'591'16,"-2"1"267"-16,2-4 90 0,3 0-276 0,2-1-264 15,6-4-145-15,0 0-64 0,8-4-27 16,6-4 2-16,8-5 21 0,5-7 16 0,8-8-7 16,7-5-33-16,3-9-41 0,5-5-38 0,1-4-28 15,6-3-19-15,0-6-15 0,1 0-9 16,1 0-7-16,-1 2-7 0,-1 1-48 0,-4 3-135 16,-3 3-154-16,-4 6-296 0,-4 3-270 0,-5 7-254 15,-4 7-68-15,-8 6 359 0,-7 7 432 0</inkml:trace>
  <inkml:trace contextRef="#ctx0" brushRef="#br1" timeOffset="71984.14">1083 9154 151 0,'-5'-13'398'16,"0"-2"202"-16,-1 5 198 0,1 0-47 16,2 3-80-16,0 1-74 0,3 6-62 0,0 0-75 15,0 0-97-15,0 0-113 0,0 0-110 16,3 3-67-16,3 6-36 0,-1 7-17 15,3 8 19-15,3 7 35 0,0 12 23 0,0 6 9 16,0 9 3-16,2 9-6 0,-2 9-29 0,1 6-29 16,0 7-19-16,-1 6-10 0,1 2-10 15,-1 3-4-15,3 2-2 0,-2-2-26 0,2-3-38 16,5-9-29-16,0-6-53 0,-2-9-123 0,-1-11-149 16,-3-8-176-16,2-7-256 0,1-10-255 0,3-5-124 15,-3-10 250-15,-2-9 407 0</inkml:trace>
  <inkml:trace contextRef="#ctx0" brushRef="#br1" timeOffset="72363.21">2513 8988 109 0,'8'0'723'0,"-6"3"463"0,0 1 84 0,-2 4-155 15,-2 4-391-15,0 3-347 0,1 4-100 0,-1 2-31 16,-1 5-10-16,1 4-8 0,1 6-23 0,-4 3-30 15,2 9-64-15,-2 3-46 0,2 3-32 16,-2 4-15-16,-1 4-1 0,-3 4-7 0,4 1 2 16,-3 4 4-16,1 0 0 0,1-2-8 0,-2 0-7 15,2-2 6-15,1-6-6 0,-1-2-31 0,-2-7-51 16,3-4-59-16,-1-4-60 0,-4-7-155 0,0-5-181 16,-3-6-292-16,-2-5-244 0,-2-4-214 15,-3-6-40-15,-1-8 435 0,-6-6 469 0</inkml:trace>
  <inkml:trace contextRef="#ctx0" brushRef="#br1" timeOffset="72623.94">1154 9244 198 0,'9'-6'791'16,"4"3"383"-16,1 3 35 0,0 2-152 15,7 2-452-15,2 4-315 0,5 4-142 0,2 1-70 16,1 1-45-16,5 1-28 0,2 1-13 0,0 1-2 16,5-2-7-16,4 2-3 0,2-4 11 0,4-1 9 15,2-4 13-15,4 0 8 0,2-4 6 0,2-2 1 16,1-4 7-16,2 0-3 0,-1-3-13 0,4-1-6 16,-2-1-35-16,-1-3-81 0,-1 2-150 0,-3-3-183 15,-4 1-289-15,-3-1-273 0,-5 2-183 16,-3-1 104-16,-6-1 415 0</inkml:trace>
  <inkml:trace contextRef="#ctx0" brushRef="#br1" timeOffset="72980.1">2973 8106 452 0,'7'10'845'0,"-2"4"226"16,-1 3-18-16,0 6-296 0,-1 4-270 0,0 5-178 15,-3 4-48-15,0 4 12 0,0 5 2 0,0 5-32 16,-2 4-39-16,1 3-34 0,-2 6-49 0,-1 1-51 16,1 5-32-16,-2 3-16 0,2 3-7 0,-2 2-4 15,-1 0-2-15,3 3-13 0,0 0-47 16,0-2-48-16,0 0-103 0,-1-3-166 0,1-5-275 16,-2-1-299-16,1-4-246 0,-1-6-172 0,-1-2 234 15,1-5 537-15</inkml:trace>
  <inkml:trace contextRef="#ctx0" brushRef="#br1" timeOffset="73220.25">2566 10350 291 0,'9'3'937'0,"-3"-3"348"0,1 3-42 16,1-2-194-16,3 1-491 0,0-2-288 0,3 0-137 15,2-2-67-15,1 1-34 0,4-4-15 16,1-1-9-16,3-2-3 0,3-3-3 0,3-2 0 16,-1-1-1-16,1-3 0 0,2-1-2 0,1 0-1 15,-1-2-2-15,0 1-15 0,-3-1-90 16,-3 2-147-16,-2 2-208 0,-4 1-286 0,-4 3-274 16,-4 2-227-16,-4-1 131 0,-7 5 448 0</inkml:trace>
  <inkml:trace contextRef="#ctx0" brushRef="#br1" timeOffset="73455.89">1596 10426 377 0,'0'12'965'0,"2"-4"294"0,3-3-61 16,4 0-226-16,5 0-475 0,6-3-257 0,3-2-135 15,2-1-50-15,4-4-28 0,4-1-15 0,0-4-7 16,5-5-5-16,3-4 14 0,2-4-8 0,4-4-3 16,1-6 0-16,1-4-8 0,0-4-63 15,0-2-147-15,-3-4-213 0,0 0-281 0,-5 0-272 16,-6-2-235-16,-5 4 56 0,-7-2 450 0</inkml:trace>
  <inkml:trace contextRef="#ctx0" brushRef="#br1" timeOffset="73676.88">1921 8245 200 0,'22'4'432'0,"1"-3"193"0,-1 5 110 0,4 1-206 16,2 4-226-16,4 2-117 0,3-1-59 15,2 2-52-15,2-1-23 0,2-1-17 0,4-1-16 16,2-3-73-16,1 1-138 0,-2-3-273 0,2 1-169 16,-4-1-80-16,-3 2 58 0,-5-1 209 0</inkml:trace>
  <inkml:trace contextRef="#ctx0" brushRef="#br1" timeOffset="74312">1291 11940 300 0,'12'6'593'0,"-2"3"210"0,0 1 110 0,-2 6-198 16,0 1-176-16,1 6-99 0,-4 2-54 0,-3 6-21 0,-2 0-40 15,1 2-59-15,-1 6-79 0,0 1-58 0,2 5-37 16,-2 0-28-16,0 2-26 0,1 1-14 0,4-1-11 15,-6-3-6-15,-1 1-4 0,0-2-24 0,1 1-23 16,-1-6-66-16,-1 1-131 0,-2-5-170 16,-4-4-296-16,3-3-265 0,-4-4-246 0,-3-3-16 15,-6-7 390-15,-6-3 452 0</inkml:trace>
  <inkml:trace contextRef="#ctx0" brushRef="#br1" timeOffset="74571.95">931 12098 182 0,'5'-36'454'0,"-5"-1"195"0,4 1 109 15,-2 2-133-15,1-2-194 0,3 0-75 16,1 0-42-16,4 0-30 0,1 1-23 0,1 2-46 16,3 2-74-16,0 1-65 0,3 3-34 15,1 3-3-15,-1 5 4 0,3 3-1 0,2 4 4 16,-3 4 1-16,1 8 1 0,3 4-12 0,2 6-7 15,0 8-3-15,-2 5-2 0,-1 5-1 16,-2 6-5-16,-2 4-2 0,-2 7-5 0,-3 3-9 16,-3 6-48-16,-4 2-91 0,-5 1-124 0,-3 1-160 15,0 2-293-15,4-1-236 0,-4 0-98 0,0-2 155 16,-7 2 336-16</inkml:trace>
  <inkml:trace contextRef="#ctx0" brushRef="#br1" timeOffset="75263.7">548 13058 279 0,'8'-10'572'15,"-5"3"216"-15,2-1 124 0,0 3-178 0,4 3-159 16,-1-2-122-16,0 3-70 0,3 1-46 16,-5 0-58-16,1 3-84 0,1 3-55 0,-1 5-18 15,0 6 16-15,1 2 8 0,3 5-2 16,3 3 0-16,-1 4-21 0,1 1-28 0,0 4-41 15,2 1-24-15,-2-3-10 0,0 4-6 16,1-2-8-16,-1-3-1 0,-1-1 1 0,1-4-2 16,-2-4-6-16,1-3-2 0,1-4 3 15,-1-4 1-15,-2-4 6 0,2-3 7 0,-2-6 1 16,-2-3-5-16,-1-6-8 0,-2-4-20 16,-1-5-44-16,0-3-47 0,-3-2-33 0,4-1-29 15,-5-1-30-15,-1-3-24 0,-3 3-4 16,-1 0 13-16,-1 2 18 0,0 3 17 0,0 3 28 15,0 2 40-15,1 7 41 0,-2 3 29 16,6 5 16-16,-5 5 7 0,2 3 4 0,-1 5 5 16,3 6 1-16,1 3 4 0,0 3 2 15,3 2 4-15,2 2 1 0,4 1 4 16,-1 0 0-16,3-2-1 0,3-1 3 0,1-3 1 16,3-5 3-16,0-1 19 0,3-6 0 0,-1-7-73 15,1-3-110-15,1-7-123 0,0-2-205 16,-3-7-274-16,0-3-184 0,0-2 56 0,-5-3 249 15,2-1 280-15</inkml:trace>
  <inkml:trace contextRef="#ctx0" brushRef="#br1" timeOffset="75455.96">1242 13334 39 0,'0'0'322'0,"-6"5"196"16,-2 0 175-16,-2 3 45 0,0-1-139 16,0 3-92-16,0-1-55 0,-2 0-39 0,2 0-51 15,2-2-77-15,1 1-94 0,2-3-80 16,0 1-56-16,3-1-31 0,2-5-18 15,2 6 7-15,3-2 6 0,1 0 5 0,5-1 7 16,-1 1 0-16,1 0 1 0,3-1-10 0,-3-2-12 16,5-1-29-16,-3 0-61 0,2-3-109 0,-4 0-106 15,1-3-156-15,-3 1-269 0,2-3-231 16,0 0-90-16,0-1 164 0,-6-3 283 0</inkml:trace>
  <inkml:trace contextRef="#ctx0" brushRef="#br1" timeOffset="76079.94">1429 13440 238 0,'11'-9'641'0,"-2"-2"292"0,-2 2 88 0,-1 0-185 16,-3-2-210-16,-6 0-190 0,0 0-102 0,-3-2-38 15,1 1-8-15,5 0-36 0,0 0-52 0,5 0-29 16,-2 1-30-16,0 3-30 0,0-3-35 0,2 2-20 15,-2 1-22-15,-2 2-19 0,3 0-10 0,-1 2-6 0,0-1-4 16,2 2-3-16,0 3 4 0,2 0-8 16,1 2 1-16,0 0 19 0,0 4 7 0,3 0 4 15,0 5 0-15,2-5 10 0,-2 5 1 0,0-1-16 16,1-1-5-16,0 0-4 0,-1-2-1 0,1 1-6 16,0-2 2-16,-3-2 0 0,2 1 3 0,-1-3 2 15,-2-2 0-15,1-2 4 0,-3-4 2 0,1 0 1 16,-1-5-3-16,0 0 0 0,-3-3-1 0,2-4 0 15,0 2-3-15,-2-4 0 0,2 2-1 0,0 1-4 16,1-2 0-16,-3 4-3 0,2 2-2 0,-2 2-3 16,2 2 1-16,-2 2 1 0,2 2-2 15,1 2 2-15,-2 2 4 0,3 1 3 0,-2 1 1 16,1 6 4-16,3-3 1 0,-2 4-1 0,1-1-1 16,0 2 0-16,1 1 0 0,-1-1-2 0,2 0 1 15,-2-1 1-15,1-1-5 0,-1 1 0 0,0-4-3 16,1 1 0-16,-3-2 8 0,1-2 6 0,1 1 2 0,-2-4 2 15,2 1 2-15,-2-2 2 0,1-2-6 0,-1-1-9 16,-1 0-3-16,2-1-2 0,0 0-23 16,-2 1-52-16,1 2-50 0,-1 1-65 0,1 2-121 15,-1-1-167-15,0 4-272 0,1 0-241 0,0 2-227 16,2 2-76-16,-2 1 322 0,1-1 474 0</inkml:trace>
  <inkml:trace contextRef="#ctx0" brushRef="#br1" timeOffset="76223.94">2106 13247 74 0,'7'2'730'0,"-2"0"686"0,0-1 137 15,-2 0-236-15,0 1-404 0,-3 1-360 0,0-2-192 16,0-1-138-16,-3 2-70 0,3 1-46 0,-1-3-33 16,-1 0-28-16,2 0-23 0,-2 0-16 0,2 0-8 15,2 0-15-15,-2 0-24 0,2 0-74 16,-1 0-77-16,-1 0-161 0,0 0-287 0,-1-3-320 16,1 3-367-16,-4 3-206 0,-1-3 82 0,-2 5 684 15</inkml:trace>
  <inkml:trace contextRef="#ctx0" brushRef="#br1" timeOffset="77532.84">931 14614 97 0,'11'7'303'0,"-5"-1"131"0,2 4 100 0,-1-6-163 15,-1 2-167-15,3-1-92 0,-2-2-35 16,1-2-11-16,1 1 57 0,0-4 102 16,3 0 111-16,2-5 93 0,0-1 59 0,0-4 4 15,0-6-55-15,-1-2-81 0,0-5-77 0,-4-3-65 16,-1-2-62-16,0 1-33 0,-3-5-32 15,-4 1-19-15,1 0-20 0,-2 5-19 16,-2 0 10-16,1 2 37 0,-3 5 30 0,1 3 11 16,-4 3-10-16,2 2-7 0,-3 6-21 0,0 2-40 15,-1 5-34-15,-1 6-15 0,0 5 10 16,0 3 2-16,2 5 0 0,0 2 2 0,1 6 2 16,2 0 0-16,1 2-7 0,4-1-3 15,0 1 1-15,4-3-1 0,1 2-1 0,2-4 2 16,2-1 1-16,2-2-1 0,0-2-5 15,0-3 2-15,3-3 3 0,-1-2-3 0,1-3-1 16,1-3-2-16,0-4 4 0,-2-2-1 16,3-4 0-16,-3-4 6 0,-1-3 0 0,2-3 0 15,1-3 1-15,0-3 3 0,1-2-3 16,2-1 1-16,-4 2-2 0,-2-1 4 0,-2 2 0 0,0 2 0 16,-1 1 2-16,-3 1-1 0,-1 4 0 0,0 1-2 15,0 3-1-15,-2 3-3 0,3 1-6 0,-1 3 2 16,1 2-1-16,-1 4 5 0,1 2-3 0,2 1 4 15,0 4 0-15,0 0 2 0,0 3-1 0,3-1-5 16,-2 3 4-16,1-1 1 0,1-2 1 16,-2 1 2-16,3-1 1 0,0-3 3 0,-1 0-7 15,2-3 0-15,-2-1 2 0,-1-3-6 0,2-1 6 16,-2-4-2-16,-1-1 4 0,2-4 0 0,-5-2 5 16,1-6 2-16,-1 0 1 0,-1-3 1 0,1-3 0 15,-3 0-1-15,-1-4-1 0,-1 2-2 0,1 1-5 16,-2 0 0-16,2 3-10 0,-1 3 5 0,-1 1-12 15,0 5 4-15,2 1-8 0,-2 3 8 0,0 0 7 16,1 4-3-16,1 2 9 0,1 2-5 0,0 4 8 16,2 2-8-16,1 1-1 0,1 2-1 0,-3 1 0 15,3-2-1-15,2 0 0 0,-3 2 0 0,2 0-1 16,2-2-1-16,-1-1 2 0,1 1 1 0,0 0 2 16,0-2-2-16,2-1 2 0,-1-1 0 0,1 0-1 15,-2-2-1-15,1 1 3 0,0-4-2 0,0 1 1 16,-1-2 2-16,0-2-1 0,0 1 1 0,-4-2-2 15,2-1 2-15,0-1 2 0,-3-1 2 0,0 0 1 16,-2 0-2-16,0 0 2 0,-1-1 1 16,2 0 0-16,-4-2-1 0,0 1 3 0,0-1 0 15,-3-3 0-15,2 0-1 0,-2-3-3 0,-1-4 0 16,-2-2-3-16,1-1 0 0,-3-5 1 0,-1-1-2 16,-1-7-2-16,-1-1-1 0,0-3-4 0,0-3-3 15,1-1-5-15,-2-1 2 0,2 1 5 0,-2 1 6 16,4 4 13-16,0 4 10 0,0 3 17 0,0 8 10 15,2 2 0-15,1 5 2 0,0 2-3 0,2 5-4 16,0 1-10-16,0 2-10 0,1 5-3 0,-1 2-1 16,3 5-6-16,3 2-2 0,-1 7-2 0,1 2-6 15,2 3-3-15,-1 3-6 0,3 4-4 0,-1 2-1 16,2 3-2-16,2 4 7 0,-1 1 2 0,3 2 1 16,0 3 0-16,-1-1 1 0,3 1-2 0,-1-1 1 15,2-2-3-15,0-3 5 0,0-3-10 0,0-7-44 16,-1-1-64-16,-1-4-81 0,-2-5-144 0,0-3-208 15,-3-2-318-15,0-4-283 0,-2-2-209 0,-3-5 16 16,0-5 463-16,-3-1 494 0</inkml:trace>
  <inkml:trace contextRef="#ctx0" brushRef="#br1" timeOffset="77849.85">1941 14102 312 0,'0'-11'780'0,"0"3"367"0,-1 1 62 15,-1 2-303-15,0 0-283 0,1 3-208 0,-1-1-160 16,2 1-97-16,2 2-62 0,-1 2-35 0,4 1-22 15,-3-1-21-15,4 4-11 0,2-1-2 0,-2 2-2 16,4 0-5-16,-1 4-4 0,4-4-1 0,-2 0 4 16,1 1-4-16,0-1 0 0,0-1 3 0,2 0 0 15,1-2 2-15,-1 0 2 0,-1-4 5 16,1 0 2-16,-1 0-1 0,-2-4 0 0,1 3-3 0,-1-4-1 16,-1 3-4-16,2-3 1 0,-5 2 1 15,1 0 2-15,1 0 1 0,-4 2-4 0,1-1 5 16,-1 1-2-16,0-1 0 0,1 4 0 0,-1-1-1 15,-1 1 4-15,1 2-2 0,-2 1 0 0,4 2-2 16,-2 0-1-16,1 4-1 0,0 0 1 16,-1-1-1-16,3 2-3 0,-2 0 4 0,3 0 1 15,-1 1-9-15,2 0-19 0,1-2-49 0,-3-4-140 16,3 2-177-16,-2-3-295 0,1 0-268 0,1-3-249 16,0 0-48-16,0-2 422 0,0-1 448 15</inkml:trace>
  <inkml:trace contextRef="#ctx0" brushRef="#br1" timeOffset="78019.81">2596 14230 917 0,'3'0'1802'0,"-5"2"-70"0,-1 0-409 0,-5 5-332 15,2 1-472-15,-5 1-240 0,1-1-102 0,2 3-48 16,-4-4-29-16,4 0-28 0,2-1-27 16,-1 0-22-16,4-2-14 0,1-2-7 0,1-2-7 15,2 0-14-15,4-1-23 0,-2-4-38 0,2-1-77 16,0 0-137-16,-2 1-259 0,2-1-313 0,1 0-380 15,0 0-412-15,-1-2-82 0,0 2 626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E72F0A-828E-40E5-8B54-2BF0D799E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FCEC1AD-A796-4BCF-AFB6-347A34419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471C412-56D8-4B44-856E-9D96F2AC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DB68B2D-98DA-4F6E-805E-79D1EC01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5A3662-8546-481F-85CA-4757C544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3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087922-4A55-4A54-9353-45ACDA21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544AD4-EFB0-4A95-9570-36FDFAD6E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08B7FA3-D5C9-4FA4-B55B-812E8E55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AB0D45-6243-4DE1-9BF5-6180E6084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61E8F45-1CA3-4FFD-9B02-9529030F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6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5815D5-49F9-4AA7-8AB9-E656000CA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6194715-E3D0-4743-942A-FA174922A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EBDFE6B-157A-4BFB-9077-B18722AF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20C01BF-93A1-4D29-B5AD-25D3FB87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869734-7C34-48D7-8BCC-1C94CCAA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3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9F7BBE-4C00-4F66-AC1A-CD9DBAEC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D767F9-B609-4409-8677-862EBD582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DC40993-CA36-464A-BA62-85C23CEFB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058100C-2005-41FB-AFA9-0ACA3B338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2B94649-3597-492B-87DA-82E8FF75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499A73D-E6C3-4E4A-83F1-EA3AB7CC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66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C12A1D-6E78-4AED-A428-00DF52EE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9759480-8C81-4FB1-934B-37712ADEB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3DEA493-CE25-4C21-B067-C299B2113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36C6616-9E0E-4AB8-BE73-07EADF95E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AFB10B8-4A88-4042-A34F-6A1B10803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427664D-E3E2-4B12-89C9-05AF031B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E533AF3-8F03-4650-A31F-695F545C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BC4E759-1F58-4C7B-8707-75AE3C1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3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A17F286-CBC5-42F0-8D4A-ED8D1D902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861F0EC-51CD-44EB-BD9D-F43C1121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A85BE078-EE8F-4514-A44D-A0A43725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64DD7BF-7D80-43F6-894E-1925A0A3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01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D208811-2B36-4F64-8AFA-84C72007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A4F345B-EF43-46DD-9677-AE7955A2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9804651-6106-403E-80A0-27B469C7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52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42E7A0-D85A-4082-8C3B-8332DE3C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AF48EA-8ACA-4DD5-865C-781BB78B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37DB3DE-34C3-42A7-A197-A5789BBFF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F29F71F-7E09-42F1-98FB-1F68EA06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BACB1C1-E954-488F-A0DE-601D8748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53DD68B-2F40-45BD-9DCF-40BD7ABC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2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D39EE8-9A45-4F35-ACA7-06536B5F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CBA8EE54-11EA-4F31-824E-DF39322528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13DFB91-2196-4393-86BB-008F979BE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A597571-B81C-44F7-9040-10829B2E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A19255D-B229-4B3D-A6D3-51E716CB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AE675E0-E1B7-40FC-B0BE-2EA017D0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44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D9359F-9B0E-4C0B-9643-DF796D9A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E9BD965-66EB-4CED-AC53-26FF05BD0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886A44F-C37E-4AE7-9EB2-834553F4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027A153-1901-4565-92BA-A230740E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8081F59-394C-4F01-8A67-C86B71F5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20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57A0A0E-09B6-4F3E-B715-A0AC2AC98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B234ED0-E75D-429F-98CB-408406E1B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6B118D1-7437-4BDB-8265-C7D7A901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217DC15-3284-4462-B921-0310800D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D699376-8451-4130-9B7A-CDBEDBE8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4650A0CC-B509-4B7E-BF1D-73037EEE6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CDFE15A-4EAE-4FA5-AA42-55AAD0174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70D2817-9E00-4A70-B477-E7A4B920C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2280D27-00A7-43CB-865F-AAD89984C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C59C0BE-D0FE-437D-A191-BB7040194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3A55E7B-0F90-4827-87BD-65E88CD1170A}"/>
                  </a:ext>
                </a:extLst>
              </p14:cNvPr>
              <p14:cNvContentPartPr/>
              <p14:nvPr/>
            </p14:nvContentPartPr>
            <p14:xfrm>
              <a:off x="677880" y="98640"/>
              <a:ext cx="10761840" cy="61988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3A55E7B-0F90-4827-87BD-65E88CD117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8520" y="89280"/>
                <a:ext cx="10780560" cy="621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4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B952BF64-DD11-4270-9299-9848C09E7DC7}"/>
                  </a:ext>
                </a:extLst>
              </p14:cNvPr>
              <p14:cNvContentPartPr/>
              <p14:nvPr/>
            </p14:nvContentPartPr>
            <p14:xfrm>
              <a:off x="151560" y="309960"/>
              <a:ext cx="10231560" cy="59126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B952BF64-DD11-4270-9299-9848C09E7D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200" y="300600"/>
                <a:ext cx="10250280" cy="593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3716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46E9D6EB-6651-4180-A80F-F44F8AAFA4AC}"/>
                  </a:ext>
                </a:extLst>
              </p14:cNvPr>
              <p14:cNvContentPartPr/>
              <p14:nvPr/>
            </p14:nvContentPartPr>
            <p14:xfrm>
              <a:off x="974160" y="374040"/>
              <a:ext cx="10946880" cy="285300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46E9D6EB-6651-4180-A80F-F44F8AAFA4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4800" y="364680"/>
                <a:ext cx="10965600" cy="287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36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845E0D5-3AEA-4FDE-85AE-137D02B2A23D}"/>
                  </a:ext>
                </a:extLst>
              </p14:cNvPr>
              <p14:cNvContentPartPr/>
              <p14:nvPr/>
            </p14:nvContentPartPr>
            <p14:xfrm>
              <a:off x="1566360" y="575640"/>
              <a:ext cx="9134640" cy="46677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845E0D5-3AEA-4FDE-85AE-137D02B2A2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7000" y="566280"/>
                <a:ext cx="9153360" cy="468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9916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C9102DD2-1C03-42B4-A65C-27EB805F78B5}"/>
                  </a:ext>
                </a:extLst>
              </p14:cNvPr>
              <p14:cNvContentPartPr/>
              <p14:nvPr/>
            </p14:nvContentPartPr>
            <p14:xfrm>
              <a:off x="616680" y="166680"/>
              <a:ext cx="10515960" cy="590400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C9102DD2-1C03-42B4-A65C-27EB805F78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7320" y="157320"/>
                <a:ext cx="10534680" cy="592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18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FCACFBAD-EB21-4ADC-AE7C-A0EA60A740C6}"/>
                  </a:ext>
                </a:extLst>
              </p14:cNvPr>
              <p14:cNvContentPartPr/>
              <p14:nvPr/>
            </p14:nvContentPartPr>
            <p14:xfrm>
              <a:off x="380160" y="245160"/>
              <a:ext cx="9475560" cy="49870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FCACFBAD-EB21-4ADC-AE7C-A0EA60A740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0800" y="235800"/>
                <a:ext cx="9494280" cy="500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1778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4B8F9899-4D36-41E4-AF26-180FB102AC5C}"/>
                  </a:ext>
                </a:extLst>
              </p14:cNvPr>
              <p14:cNvContentPartPr/>
              <p14:nvPr/>
            </p14:nvContentPartPr>
            <p14:xfrm>
              <a:off x="111960" y="362520"/>
              <a:ext cx="11045160" cy="51717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4B8F9899-4D36-41E4-AF26-180FB102AC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00" y="353160"/>
                <a:ext cx="11063880" cy="519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483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8572FD98-5911-4AFA-913C-F96C1CE02897}"/>
                  </a:ext>
                </a:extLst>
              </p14:cNvPr>
              <p14:cNvContentPartPr/>
              <p14:nvPr/>
            </p14:nvContentPartPr>
            <p14:xfrm>
              <a:off x="4412160" y="366840"/>
              <a:ext cx="7311240" cy="62438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8572FD98-5911-4AFA-913C-F96C1CE028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2800" y="357480"/>
                <a:ext cx="7329960" cy="626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6877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619BA2BA-1329-4F9B-80BD-822C6A3A38DB}"/>
                  </a:ext>
                </a:extLst>
              </p14:cNvPr>
              <p14:cNvContentPartPr/>
              <p14:nvPr/>
            </p14:nvContentPartPr>
            <p14:xfrm>
              <a:off x="710640" y="154800"/>
              <a:ext cx="10780560" cy="61138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619BA2BA-1329-4F9B-80BD-822C6A3A38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280" y="145440"/>
                <a:ext cx="10799280" cy="613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6AA8B67D-9AE4-4036-88B8-8BFE174EAD11}"/>
                  </a:ext>
                </a:extLst>
              </p14:cNvPr>
              <p14:cNvContentPartPr/>
              <p14:nvPr/>
            </p14:nvContentPartPr>
            <p14:xfrm>
              <a:off x="197280" y="2777040"/>
              <a:ext cx="11091960" cy="3827520"/>
            </p14:xfrm>
          </p:contentPart>
        </mc:Choice>
        <mc:Fallback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6AA8B67D-9AE4-4036-88B8-8BFE174EAD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920" y="2767680"/>
                <a:ext cx="11110680" cy="38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409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562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99F62DB9-4169-4695-AEF9-5E1ADDB64B16}"/>
</file>

<file path=customXml/itemProps2.xml><?xml version="1.0" encoding="utf-8"?>
<ds:datastoreItem xmlns:ds="http://schemas.openxmlformats.org/officeDocument/2006/customXml" ds:itemID="{23E2DDBB-5A14-4E2F-B1D1-37466682D5A8}"/>
</file>

<file path=customXml/itemProps3.xml><?xml version="1.0" encoding="utf-8"?>
<ds:datastoreItem xmlns:ds="http://schemas.openxmlformats.org/officeDocument/2006/customXml" ds:itemID="{F4A29EC6-8C6E-472A-8316-94C2785AEAE6}"/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0</Words>
  <Application>Microsoft Office PowerPoint</Application>
  <PresentationFormat>Panoramiczny</PresentationFormat>
  <Paragraphs>0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2</cp:revision>
  <dcterms:created xsi:type="dcterms:W3CDTF">2021-11-26T07:34:05Z</dcterms:created>
  <dcterms:modified xsi:type="dcterms:W3CDTF">2021-11-26T09:06:54Z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